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5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9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Helvetica Neue" panose="020B0604020202020204" charset="0"/>
      <p:regular r:id="rId44"/>
      <p:bold r:id="rId45"/>
      <p:italic r:id="rId46"/>
      <p:boldItalic r:id="rId47"/>
    </p:embeddedFont>
    <p:embeddedFont>
      <p:font typeface="Segoe UI" panose="020B0502040204020203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8D327A-D4A4-4160-9BAD-CE66B4452F15}">
  <a:tblStyle styleId="{578D327A-D4A4-4160-9BAD-CE66B4452F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18" autoAdjust="0"/>
  </p:normalViewPr>
  <p:slideViewPr>
    <p:cSldViewPr snapToGrid="0">
      <p:cViewPr varScale="1">
        <p:scale>
          <a:sx n="93" d="100"/>
          <a:sy n="93" d="100"/>
        </p:scale>
        <p:origin x="109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61318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9d9d1c9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9d9d1c9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01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39d9d1c90f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39d9d1c90f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537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1697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d9d1c90f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d9d1c90f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0314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754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23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175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d9d1c90f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d9d1c90f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6681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d9d1c90f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d9d1c90f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540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d9d1c90f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d9d1c90f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8417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48" charset="-128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536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48" charset="-128"/>
              <a:cs typeface="+mn-cs"/>
            </a:endParaRPr>
          </a:p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931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826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274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d9d1c90f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d9d1c90f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368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5678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d9d1c90f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d9d1c90f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142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0420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90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85045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4500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baseline="0" dirty="0"/>
          </a:p>
        </p:txBody>
      </p:sp>
    </p:spTree>
    <p:extLst>
      <p:ext uri="{BB962C8B-B14F-4D97-AF65-F5344CB8AC3E}">
        <p14:creationId xmlns:p14="http://schemas.microsoft.com/office/powerpoint/2010/main" val="21184527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2257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99477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020149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7956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1799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05345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0411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3828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11821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d9d1c90f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d9d1c90f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2508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46315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383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7577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049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8" name="Google Shape;58;p8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campusontario.pressbooks.pub/informationsystemscdn/chapter/3-3-personal-computer-tour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Bachelor of Science (Honours) in Data Science and Artificial Intelligence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 104, C programming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body" idx="4294967295"/>
          </p:nvPr>
        </p:nvSpPr>
        <p:spPr>
          <a:xfrm>
            <a:off x="878136" y="1543345"/>
            <a:ext cx="6894263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1D466B"/>
                </a:solidFill>
              </a:rPr>
              <a:t>Understanding the basic terminologies and concepts of computer systems</a:t>
            </a:r>
            <a:endParaRPr dirty="0">
              <a:solidFill>
                <a:srgbClr val="1D466B"/>
              </a:solidFill>
              <a:sym typeface="Helvetica Neue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4294967295"/>
          </p:nvPr>
        </p:nvSpPr>
        <p:spPr>
          <a:xfrm>
            <a:off x="878137" y="1984572"/>
            <a:ext cx="4184314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IN" dirty="0"/>
              <a:t>Basic structure of C program</a:t>
            </a:r>
            <a:endParaRPr dirty="0">
              <a:solidFill>
                <a:srgbClr val="1D46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4294967295"/>
          </p:nvPr>
        </p:nvSpPr>
        <p:spPr>
          <a:xfrm>
            <a:off x="878136" y="2425799"/>
            <a:ext cx="4450321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>
                <a:solidFill>
                  <a:schemeClr val="accent2">
                    <a:lumMod val="75000"/>
                    <a:lumOff val="2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Compile debug and run a C program</a:t>
            </a:r>
            <a:endParaRPr dirty="0">
              <a:solidFill>
                <a:schemeClr val="accent2">
                  <a:lumMod val="75000"/>
                  <a:lumOff val="25000"/>
                </a:schemeClr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4294967295"/>
          </p:nvPr>
        </p:nvSpPr>
        <p:spPr>
          <a:xfrm>
            <a:off x="419419" y="1543345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1">
              <a:solidFill>
                <a:srgbClr val="1D46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294967295"/>
          </p:nvPr>
        </p:nvSpPr>
        <p:spPr>
          <a:xfrm>
            <a:off x="419419" y="1984572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1">
              <a:solidFill>
                <a:srgbClr val="1D46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4294967295"/>
          </p:nvPr>
        </p:nvSpPr>
        <p:spPr>
          <a:xfrm>
            <a:off x="419419" y="2425799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b="1">
              <a:solidFill>
                <a:srgbClr val="1D46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Week 1: Learning Objectives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Computer System Fundamentals</a:t>
            </a:r>
            <a:br>
              <a:rPr lang="en" dirty="0"/>
            </a:br>
            <a:br>
              <a:rPr lang="en" dirty="0"/>
            </a:b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0" dirty="0"/>
              <a:t>Computer Systems:</a:t>
            </a:r>
            <a:endParaRPr dirty="0"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3350" indent="0" algn="ctr" fontAlgn="base">
              <a:buNone/>
            </a:pPr>
            <a:r>
              <a:rPr lang="en-US" sz="2000" dirty="0"/>
              <a:t>Users​</a:t>
            </a:r>
          </a:p>
          <a:p>
            <a:pPr marL="133350" indent="0" algn="ctr" fontAlgn="base">
              <a:buNone/>
            </a:pPr>
            <a:endParaRPr lang="en-US" sz="2000" dirty="0"/>
          </a:p>
          <a:p>
            <a:pPr marL="133350" indent="0" algn="ctr" fontAlgn="base">
              <a:buNone/>
            </a:pPr>
            <a:r>
              <a:rPr lang="en-US" sz="2000" dirty="0"/>
              <a:t>Application Software​</a:t>
            </a:r>
          </a:p>
          <a:p>
            <a:pPr marL="133350" indent="0" algn="ctr" fontAlgn="base">
              <a:buNone/>
            </a:pPr>
            <a:r>
              <a:rPr lang="en-US" sz="2000" dirty="0"/>
              <a:t>​</a:t>
            </a:r>
          </a:p>
          <a:p>
            <a:pPr marL="133350" indent="0" algn="ctr" fontAlgn="base">
              <a:buNone/>
            </a:pPr>
            <a:r>
              <a:rPr lang="en-US" sz="2000" dirty="0"/>
              <a:t>Operating Systems​</a:t>
            </a:r>
          </a:p>
          <a:p>
            <a:pPr marL="133350" indent="0" algn="ctr" fontAlgn="base">
              <a:buNone/>
            </a:pPr>
            <a:r>
              <a:rPr lang="en-US" sz="2000" dirty="0"/>
              <a:t>​</a:t>
            </a:r>
          </a:p>
          <a:p>
            <a:pPr marL="133350" indent="0" algn="ctr" fontAlgn="base">
              <a:buNone/>
            </a:pPr>
            <a:r>
              <a:rPr lang="en-US" sz="2000" dirty="0"/>
              <a:t>Hardware</a:t>
            </a:r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Down Arrow 1"/>
          <p:cNvSpPr/>
          <p:nvPr/>
        </p:nvSpPr>
        <p:spPr>
          <a:xfrm>
            <a:off x="4451420" y="1467059"/>
            <a:ext cx="401935" cy="401935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4451419" y="2180859"/>
            <a:ext cx="401935" cy="401935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>
            <a:off x="4451418" y="2916963"/>
            <a:ext cx="401935" cy="401935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utoShape 2" descr="data:image/png;base64,iVBORw0KGgoAAAANSUhEUgAAA6wAAAG+CAYAAACXuon9AAAAAXNSR0IArs4c6QAAAARnQU1BAACxjwv8YQUAAAAJcEhZcwAAFxEAABcRAcom8z8AAP+lSURBVHhe7J0HYBzF1cdHvVtykS13XClu2MGm4wKm9x4INZQkpJHwJSEJIXQIPUDoEHrvzWDAgGOKKcYF4957t2VLsur3/nP3pNF4dm/v1E6n97OfZubN7N7u3t7M/Hdmd5UgCIIgCIIgCIIgCIIgCIIgCIIgCIIgCIIgCIIgCIIgCIIgCIIgCIIgCIIgCIIgCIIgCIIgCIIgCIIgCIIgCIIgCIIgCIIgCIIgCIIgCIIgCIIgCIIgCIIgCIIgCIIgCIIgCIIgCIIgCIIgCIIgCIIgCIIgCIIgCIIgCIIgCIIgCIIgCIIgCIIgCIIgCIIgCIIgCIIgCIIgCIKTpHAoCIIgxDHV1dXXU3BMKCU0A/9MSkp6k6wmnBYEQRAEoQUQwSoIgtAKIMG6jsRTYTgpNDE1NTWv0PE+naw67BIEQRAEoQVIDoeCIAiCIAiCIAiCEFeIYBUEQRAEQRAEQRDiEhGsgiAIgiAIgiAIQlwiglUQBEEQBEEQBEGIS0SwCoIgCIIgCIIgCHGJCFZBEARBEARBEAQhLhHBKgiCINSybt06tWzZsnCqPn55Qdi6dav6+OOPG7QOQRAEQRDaFiJYBUEQhFq6du2qevfurW677Ta8izTsVWr69OmqqKhI53300Udhb3RAsI4fP16tXLlSpyFesV5BEARBEAQvRLAKgiAI9bj00kvVn/70J7V27dqwR2mR+uCDD6qkpKSwJwREKEZMEdpwHtOrVy9VVVWl9t9/f52GeJ04cWI9YQz81olRXkEQBEEQBEEQBCGOqK6uXkfCrslJTk6ueeONN2pImOqQPrdmy5Yt2j9t2jTt//DDD3XZt956S6dp87Q9++yzNUuXLtVlb7311to8xLEezsPyt912W71lV69eHXGdf/vb32o/H+trSmj9L1MgF3UFQWgUqE55kKwqVMMIYT4hSwsfIkHwRBpjQRAEoR45OTl6NPW9997T6W+//VaPgg4dOrR2hBUjoCeccIJ6/fXX0RHTI7Bnn322mj9/vi5LIlctXrxYPfzww7uM1oJzzjlHr4tEqFqyZImebmyvE1OGzXVu2LBB/fjjj2rIkCG7jPQKgiDEOcPJpOIyoHp9MJloESEicpIIgiAIuzBq1CgtWufNm6defvll9eyzz9YTiQsWLNAi8uCDD9b+/v3718sfO3asvt+1b9++Ol1WVqZDpnPnzjosKCjQU4XBwoUL662zX79+9dZ52mmnqYEDB9YuKwiCIAhC4iOCVRAEQdiFYcOGqeOOO049/fTT6oEHHlDDhw+vJx4FQRAEQRCaAxGsgiAIgpOzzjpL3XDDDeqYY47RI5smPXr00OGECRP0VN7PP/9cj47ao6J+HHvssfUezNS9e3e9bEPWKQiCIAhCYiGCVRAEQXCCUVUA4WoDAfvmm2/qe0wx9feZZ55RU6ZMUcnJ9ZuV7OzscGxXLr74Yi2Id9ttN7V582a9zjfeeCPiOgVBEARBaDvIJWtBEIRWQHV19bqkpKTCcDKuwKtmGvu+0qZYZzTU1NS8Qsf7dLLqsEsQBCFmqA6fSsE+VKdI3zsM1bMbKeienJy8M+QRBDdy2VoQBEFoEE0hLOXBSoIgCLGxfPlyfVuF+S5r9tl+gLwgPkFoKUSwCoIgCIIgCEIrZ/369erkk0/Wt1ngtgo8hX3y5Mn6WQADBgzQPvbfcsstqqqqSi+HvC+//FK/Toxx+QShpRDBKgiCIAiCIAitnGuvvVaLULy7GkITryVr165dODf0kDzkv/322+qqq66qfbCdIMQ7IlgFQRAEQRAEoRUDkfrQQw+p8847T4+w4lZZjJLiFWX2bbNDhw7VvpKSEhGsQqtABKsgCIIgCIKQ6Awj+5BsUhPbMWTN3r9euXKlFp8sRl1gyjDuYf3iiy/0CKy8MkwQBEEQhEaDOhfrqDMiNBN0vF+mQC7qCkLiMJqsggxDik1pF5HtUndQnTKVrDpUwzQ+kyZNqklLS6uZOXMm6q+wt46MjIx62/nKK6/UVFVV1eZNmDChNg1cvsaGtnMDWQaOjyD4IY2xIAiCIAiC0Fa4niyVDEOLTWGPkDX7k4q6d++uR0tx3yppwbC3Pk899ZRavXq1Hl3Fw5nMd1xj9JXB04G91iEILYEIVkEQBEEQBEFoxeB+1UsuuUSdfvrpauLEiWrp0qVq0qRJ+km/LD4LCwv1K8PsacAXX3yxOv/889V3332npwy//PLLMmVYEARBEITooM6DTAluRuh4y5RgQUgseErwdWQpcDQnVKc06ZRgsG7dupo77rijJjU1VU/7PeaYY2p++OEHPUXYb4ovlrvssstqUlJSapf74IMPmnQ6MKDtkinBQiDksokgCEIrgBr1uyk4JJQSmoE7k5KSniKTeXGCkBhAsOKhSzeT/ZMs9BLSZoLq8KkU7EN1SrP0vTGtNz8/P5wKDqYGd+rUqVlGVkmzbqSge3Jy8s6QRxDciGAVBEEQBEEQEp02JVhbAyJYhaDIdCdBEARBEARBEAQhLpGrPIIgCIIgtAkyMzN7lZWVXUBR6f+0AB06dHhx06ZNP1K0JabaywhrnCEjrEJQ5EcjCIIgCEKbID09/eT27du/1K1bt+Sqqip9nx4bXvFhpm0z8UtHKguC+GJdJ4kAHZqwD6Fdzq88E6QM8FpnSkqKvjdy3rx5N9Jx/we5mlUshhHBGmfQeSKCVQiE/GgEQRCExmZvsjvIniL7L9muPVtBaBlu3Gefff68++67a8HKIhWCCnEvQxlTZ3DcFZrlgOnzCkFj5Zli0RaQjZlHAkyHJuyzl8PxLS4uVi+88MKStLS0oRs3bizWGc2LCNY4g84PEaxCIORHIwiCIDQ2Y8g+JsPrI9AxrOvtCkILkpGR8cZ+++13XMeOHZMgrmxh6mXQGKbO4LgdgiC+ps6zBSOHwCsvSBkQTXmzTGZmpn4/6Ny5c0+rqqp6lVy7Kt6mpaUFK57yPoa+J3l+TBg6P6bT8XiDrLnPBaGVUVe7CYIgCELjIIJViDt69OiRtWXLlhkHHXRQf4gn4BKnbBCACDE6iDiM4bgdgiC+ps7zE44tlZeWlqZWrFih3nzzzddIvJ1GruaeFtyiglUQhNiRqzyCIAiCICQ8W7du7UFCtWtGRoZzOitjii1gpxMNU+ja+OX54VquoqJCde3aVRUWFo6n76AnuWJbuSAIbQ4RrIIgCIIgJDzFxcW75+TkZGLUNBLRitREF7UuohWzOEbp6emqX79+uSReTyWXCFZBEAIhglUQBEEQhISHxNKQdu3a7SKSIKRM88IvTwgGRll322033Ev8U0qmhrwROZfsMbIUnRIEoc0hglUQBEEQhISnurp6WF5eXhILz0gCFZhlXURaPhaaYp2xTu1tTLANlZWVqmPHjqqoqGhEamrqvnCHcp1AqC4gw5PG+5LJiKwgtFHkxy8IgiA0NvLQJSHeSM3IyPj64IMPHpaVlaX7PuYDlrwMIsuMm8KP414haKk8l9C2fS2VhwdezZ07V3344YcPVlVVXUYu++FHEKp4V6spUpeSPUnWkKfJ9iI7j+xGMnnokiC0IupqOUEQBEFoHESwCnEFiVQ8cOnH/fffPxeizhSlpkXKc4lDOwSx5PmVAdGUj0ZAgmjKBykDvPJwLDHS+tJLL63dunXrYHJt0BmkZcn+RAax2pTTf68nE8EqCK0ImRIsCIIgCEJCQ0Jur7y8vKzU1F1vm4SQYmtJmuLzTVFr45fnR0PXiSc0Z2dn417WLiRejyEX90XLyK4l60f2KJk5mjqd7DCysY1guB9W3vspCK0IEayCIAiCICQ05eXlu5NI0mqKhWEQkRqNiPQr2xR5sRKrUG0o5udWVVWp/v37Y7T1Z5S0+6KY/nsRGaYEs3DdQvYp2SeNYIvJGv/ACoLQZIhgFQRBEAQhoamsrByRm5urH7gUi2BrCuHYUPy2KVZR6rdcrHku8LTgLl26qM6dO4+m5O5krhWYwvVVMhkVFYQ2ighWQRAEQRASlhdffDElMzNzT0xDxcgehF4kAWqWMctGWq6l8du+WEVsQ3F9LrYT07P79++fRvl4xY1ffxTC9d9kIlgFoY0iglUQBEEQhITlsssuKyTB2p+s9pU2JuxDyBYN0ZYPgt86m+LzYh09bUheeXm56t27Nx6IdRq5MkI5giAIuyKCVRAEQRCEhKW4uLgPidUCjOg1hdjzo7mFZ2sCo935+fmqR48eA1NSUvAwJG+FKwhCm0YEqyAIgiAICUtZWdmQnJycemIIYpGN0y7MfLuM1zJtgVhHVm1wDAcMGIDo2WTSJxUEwYlUDoIgCIIgJCyZmZlD8/LytIpyCU8XZrkg5W38lollfaAp1ulHNMIzKPY68fClrl27qoKCgqMoWRTyCoIg1EcEqyAIgiAICQuJucF44BLe/+mCxR7CphB+TJB1N8XnN9ZoaFOA7yQzMxPvZC1ITk4+iVzSLxUEYRekYhAEQRAEISHJz89vn5aW1hcPXPISrDaRRKNffqyCsynW6UdzjJ4GBaOsJFgVfU9nUVL6pYIg7IJUDIIgCIIgJCQlJSW9Sax2cz1wCWn2eYlCM9+rTFMR5PP8ysQqIJtiRNZrOfgrKytVp06d8E7WUfQ9jYA7lCsIghBCBKsgCIIgCAlJSkrKMNy/yoKJhWckMWiWiVQ2En7Lx7ruWNfpJzhjzYsVc53JycmqX79+KVVVVZHeySoIQhtEKgVBEARBEBKSnTt37pmVlRVOuTEFXhAB2RTirTXTUKGLMpgW3KNHD5Wbm4t3suaGcgRBEEKIYBUEQRAEISEhATqMRJC+fzWSGOX8oOUShYYKThfRLofvh74n1bNnz+5paWlHkkv6p4Ig1CIVgiAIgtBY7E02JhyC3mRIwzLhEITmYvz48TkkggZmZGQ4H7gE4RmNSDXL20RaPhGJVcx6ge+oT58+OJbnUFL6p4Ig1CIVgiAIgtBYjCb7mOxOMvRmzzPS5WSC0Gx88803fTIzMzFiVysoWXT6CUy7rNC4eAldTAvu0qWL6tix47j09PQ+5GpcRSwIQqtFBKsgCILQWDxItjoUrce1ZNLzF5qVbdu2DcjKykrDA32iFZ5meb9lYxW0TSGEm2KdzQEELAzbj4sLvXv3zqqsrDwdWaESgiC0dUSwCoIgCI1FGdm/yMye8/dkb5C1zt600GqpqqraOzs7O5yKLOiQ35iiL9Z1+S0X6zobe/puY8FCleMYZSXBCuF6JrnSdIYgCG0eEayCIAhCY2KPssroqtAiZGZmDsnKynLevwoglEzzI2g54FcmyPIuYl0u3sF+mWK6qqpK5efnq65duw7OyMg4iFwyyioIgghWQRAEoVExR1lldFVoES655JI0EkJ7kmjVD/MxiUb8eZVtCgHZFOv0G1n1y/OjKdZp069fP1VeXv4ziko/VRAEqQgEQRCERodHWWV0VWgRnnjiid5paWnd0tPTkyAEbTHoJw4jlfVa1m+dsRJkndF+bhBR2VjC0ySS0GXDtOCioiJVUFBwbOfOnTuFiwiC0IYRwSoIgiA0NhhlPZvsNbLG78ULQgQqKyv7Z2dn55oPXELoJ+7MfL+ysYi5SJ8bC02xzkiiMhaiXSe2PSsrS/Xo0aPT5s2bjyWX9FUFoY0jlYAgCILQFHwSDgWh2cnIyNg7NzfXVyxBGJnmR5Ay8UBTbGMQoRqrmPUC97Li4Uu0XpkWLAiCVAKCIAiCICQWO3fu3NPvgUtBsQWgS7g2t5CN9fP8RGWsgrOx18nLVFZW4n2sqn379gdSchCydIYgCG0SqQAEQWgRqNMl9Y8gCE5IuDREBSalpKR8M2LEiOGZmZm0qiSFqcGmuXwu8yoHP4zhuB2CWPL8yoBoypsCl+N2CFo6DxcXTEtPT1ezZ89WX3755S1U5m9UpEoXFAShzVFXwwmCIDQh1OEw6xuOI6ymjlVdL0YQhDYH1Q+pFJjDobpOiKVu6NmzZ7etW7fOGjx4cHsWl7bg9LKgZVEOxnDcDkFL57EgBBy3QxBNHoimfJAytmDF9peUlKh33313cU5OztD169dv1wUFQWhz1NVwgiAITQR1SLiuwW0IyZROps5ICsXLKKyePHnySWVlZX3Ky8t1ocYGHUx0gITmA/egmZ1P9gHTx3Ezj0P2c5zhuJ2H0P4MVx7AlEPO4/UAcxlzXSgPXGXtzzTjnMfL+5XndZs+YPrNfHs9MC5r+oHtN7HTvF6APPx+OO5FpN+YKx++Tp06bdlvv/1ef/nllzdRvZBNbhQyrYbqiDqVEwASN2Nzc3MnDhw4MIW3388gjFJSUnToyjfNLAtjOO7nC5LnVwZ4lfcrw4IQcNwOQTR5IJryQfLwXdmGUVZqH9TixYtPpPPyLRTThQVBaFPU1XCCIAhNAHVGUM/AUiieSp2odAozKF06e/bsLps3b74uIyPjTHQC0XExO14m3KkBkco0xzq88kFD19GY2wkauo5YPgOdTeRzx5PjCNm88myfq4zthwEzbeabIYAoQ9wsb6btOJcx81x+FntmPotF02fGTWO/Wc7Ms+NmWb88s4wr3+XnNH+3SLuIlA9QxpUPHx2fWd26dfvDm2+++UVhYSFEK9T9TlqmgkIc0KhmYaSmpv6ye/fu9/bu3TsZx94lPE3Dtrn8LjPLAqTNENi+aMqApsjjY2+HoKXzAOJ87vFvE2FaWppasWKF+vjjj1+m/J9S0dCVH0EQ2hR1tZkgCEIjQ50O1DEwTPdLJ8slXw6FKStXrhy7fv36v+fk5PTYvn17vc4LcHW2TCLlAy4TKR809DNAomwn8CsT5DNs4WMa53mV4eXNfPbZIedzHLDP9PMywGs50x80H2b77WW8loMhz6ucy2/GgemzlzctyDrs9XAeY8ZNXOcF4ub5EOncKSsrq4LIvOuuu57s1KnTVnKV0zLFVL6UQoiUaETrw3vsscfPaT36HaxegjOI+ZUHyDdDYPuaMs+vDOA4H3fz+Nu+IGWAV/kgZYCXD4ZzjwWreZ5OmDCheMeOHUN37ty5FMVDSwmC0Faoq9UEQRAaEepkcP2SSnGI1XyygjVr1vR+6623LiooKDi5ffv2unNidqoQNztcAH4mUpkg62DMMsjnZb3WgQ6U6bPzzXUAOx8gn0Pkm2Xs5Rm7jE0s6+D1wG+XBfbn2GXsYwHszzBD5CHOIcA6vPBa3gY+l58x8/22z4VdBqFrHQBxM98rj/12OS4DvLaT48BcF8NlOM/1GWZor8OVz9jlzDyvzzHL2NjrwLlQXFysSJTM6tOnz2OnnXbaJ2lpaVuozCbKLiGrpHjdRniTlJGR8RkJ1gNzc3P1B7DAxOeZgtNlQcrAUI5Nf2g4BLYvHvLs7wbYvobm+ZUBkcrDcB7YRt+nmjZtmpoxY8YfKX0XFfeuOARBSEjqajVBEIRGhDofqF9wvypGV3Op41S4bNmyAY888sitQ4cO3b2wsFCXQ+fPxOxsmXDnxisfRCrTWPmgqbYzyGcAlPPbBuRFKgOa8jNszPL8+UyQdbjK8Hqi2QYTczti3QYQzXa4yjR0PyKB8tHuK+By5rI29rpjAcvj4lVFRYWaMmUKXmdy64UXXvg0idYNlL2ZPgMjrnU313rQo0ePDhs3bvxxyJAhnc37Uv3uUYU/1ntYYYBDEMQXJM+vDIimPH8/5vdk+/zygFf5IGVApDyYLVZhOO5bt27FKOu3dH7sT8UxVVwQhDZEXe0mCILQiFDnA/ULHqyEe1Y7UMep03/+858rqANydv/+/VW7du1UVlYW7jfT5RMVdBjNjlm8ItsZHa3heGEbQbxvJ7YPhoeuYZR17dq16ocffth27rnnXtCrV68ZmZmZ66nYDrIq2iffnaH6ZF+qWybvvvvuaVinLThdhuPk8rvMLIs4H2MOQRBfc+eZ5wDH7RA0Z55dBsYi1YzDcJHgk08+UWvWrDm4srJyChYJLSkIQlugrnYTBEFoJKizwXULHrSURZ2mQgp73H333bcXFRXt06dPH4yg6KleZifLBfLReWkL8L7G+z43xva1pe+1LdGQ75WECKYEq9WrV2P6pxo0aNBfjjrqqDdofetpvcVUpIJC35WnpaVd0KVLl0ciPXAJ2+ny2+ZXDnkwwCEI4mvuPPM74bifL5oyIJryXmXYzHtY2fDwpYULF6rPP//8fsr7DS0ScbRdEITEoa52E4Q2zttvv30INYqXLFu2bOqSJUtmUXrR9OnT11JWaaiEEBTqUKBugWGENZvSXSjc7f777/9X9+7dh/Xq1UsVFBToTggwO1rxCjpQIN63tbm2E5/TGr63SCTKfrR28D1AmJSWluoR1lmzZqk+ffpcd+SRR75M2WvIttL3hKmgvq+5SU9P/zeJ1V8XFhYmYX2muAwy7TdoORjKwBiO2yFo6TyuFwDH/XwtkcdmClU2gBH4iRMnrs3JyRm8evVqTBUXBKGNUFe7CULbJnXTpk1ftm/f/idIoNHcuHEjpqdtI1Zv3bp12fr16xetW7duzpYtWxZ8++23i1955ZXVVBQPBBEs6PihboFBsOZQGoK1z8MPP3xzUVHRMOpQqvz8fD0d2OxkCYLQNmGhUlZWpqiexZRg1b9//+vHjRv3KtURqGu3kOFFzZEE6wcDBgw4LC8vT1csprg0xaZpyININeN+5dlQBsZw3A5BS+fh+DIc9/O1VJ4tVGHIw6gr3sk6depUNX/+/HPI/yyK64UEQUh46mo3QWjDfPXVV2eNGjXqmXDSF7yCZe3atVUkZDdQfDkJ3aUbNmxYSL55a9asWUQN6mJaH0YEykJLtD2og8F1C25Q5RHWvg899NDN3bp10yOsEKzcSRSERMIUDo0Jd+oTEewbDCOs69evV7Nnz1b9+vW7EYKVsleSQbBihNXv9TZ5GRkZswYNGtSLL4bZItNlQcvB7LLmd81xOwRBfNGUAdHkmecOx/18zZ0HEHcJVfbjeOPc+OSTTyZUVFQcR4vIO1kFoY1QV7sJQtslZd26dd8WFhYOC6djAiMDaEw3b95csnHjxrU7duxYQvHFZAtI0M5buXLlUhKzy2fNmoUHiCT0lWHqYHDdYgrWPiRYbzEFqznCijg6JOicNBfN+VnNTSLvG2ju/TPFQDyB44Bta8rj0VzrhigxBWv//v1vGjNmTK1gpf3ECKunYC0oKBhCwXcDBgxIxTGBmeLSNL8801DOb8QVIM8VgubM8ysD+FjbIWjpPIA4DCKVBSuLVzYc8w8//HDntm3bhpeXl8/BYqGlBUFIZOpqMkFoo3zyyScnjR49Gp2iJgEPEsEj+VetWoVwE9mq4uLixZs2bZq3ZcuWhSRuFywjvvvuuzWLFi3CC/MTAupsoH7BQ5eyKeQR1l0EK8BUr5KSEj16zZ1AG3S80IExO2BBiWUZEO1yQcrbZWLdJ5vGWIcXzbVuHAvg5eM4iHWbolmOy8b6WY2F6/P5vIGhI98cxHIcvJaBH/tg/t6xHyxYf/zxR4ywRiVYMzMzzybR+iQeuMTihg2fF3SqL8ws57UcfGyAQ2D7oikDoikfpAzg348dgpbOA4jDWJy6DM89mDNnDt7L+k9KX0+LycOXBKENUFeTCUIbZcWKFZO6d+8+JpxsViBk0TnbsGFD+bZt29aRgF1OYnYJxedS3kIKFyxZsmTFa6+9to6Ko7PWaqCOB+qXiII1Ly9Pffzxx+r666/XnRGzIwjMDhf7zXzgl+a4nWbsfGCmveLA9ttpxuX38wHTj2PCuMpH8gG7jBlnvMoATkeTz5g+0xgz7Qoj5TNe5Vxx4FXGK4xUBpjlgJn2C9kYO4/jHMLQucdTdXfu3FnrYzPLueIcRooDPv/sMhyaZvqA1+8Z4qNLly6qqKhIj6ixj2eqhKcERyVYSVhe17Nnz7927twZ73/Wn82GzzXTfha0LMqxAQ6B7YuHPBwTMwS2r6F5QcoALx+MxSmb6QM45ydOnDinQ4cOP1m9enWJdgqCkNDU1WiC0AZ58skn9z3ttNO+yMzMjKvfAkYaN2/erB8+smnTpuKSkpKVYSG7mMJ51EFdSB27pcTyZ599dnN4sbiCOhk4pqZg7cf3sOKhS3gPKwQrdTrUE088oa666ipFnU3dKUEHy6vjxYYOI8M+M85p4MpnOB0p3xW3Q698l49DVz4w82w/h0HzOW2HZj4w09whR2eR/Wa+GQeufDt0xQGnXX4OXfnA9rtCVxzEUsYvj+M4djhuZprjXmHQPDaMRKLjDrFniiezXJB40DwOOW5+pnmOmHn2uQM4jpkn+L13795dxwF++/zQJZ4SPHbs2Fcoi+9hjfTQpbf32GOPo/mBS/gcbEskC1oOZpdFGsZw3CsEQXzRlAFB8vic5BDYvpbOg7E4ZbN9aDemTJmiVq5ceSSd/x9g0dAaBEFIVOpqNEFIUObNm9cD4cCBA1dohwF1ih7dc889Lwwn4x6MpGzZsoVHZatJwG4gMbucOnkLyL+4oqJiLtliatRXkNBddeedd7bYK3mok4H6pd5Dl/CU4K5du9YTrHgf63PPPaeuueYaPeKCzgk6WF4dL9PYZ4dmPjDTdpxDVxy48ux8Ds0822/HAafNfMbMC5oPOB5NPmOmg+YznI6Ub8cBp01/pHzG9ttlIuVxGLSMX54dB3aeVxgpD4apqagDeFTVFExs5jJB4kHzOLTjfnlm3E5DpPbo0UN169atnmC1H7oEwUrlV1G2r2AdP358zueff/4dLTPQnKlhiks2+INOD45UFn4Yw3E7BC2dh7qV4bgdgljy/MoAr/J2GRgLUzNuGtqNFStW4J2sT5NgPZ8WlWnBgpDg1NVsgpCgfPbZZ+9Tg70/dYp+pI7MNOp8fJuTkzPtyy+/LD3xxBMnFxYWtg8XbbWgw0fiVYtZjE5s3LiR+n2la0jMrsjOzl5AIvaHoUOH3jN48OBmmVZMHQ2uW1iwFlHY95FHHrkJghVTgm3Bet1116lOnTrphdDBsjtbgP2ufDM084GZtuMcuuLAlWfnc2jm2X47Djht5jNmXtB8wPFo8hkzHTSf4XSkfDsOOG36I+Uztt8uEymPw6Bl/PLsOLDzvEK/PAgmdNQhVHGvN2CxBBCymekg8aB5HNpxvzwzbqcjCdbwa21uIMGqpwTTMri/31Owdu/efUBxcfFMWiaDP8MWljiOZtwuw2bnRyoLYzhuh6Cl8yAAGY7bIWjpPFOcugzlEH744YebqW0bTOcMLmgIgpDA1M2pE4QEZNWqVYU7d+7clzpEedRojyLXpdTQPbR27dqvi4qKvuzQoUOrF6uAp9b27dtX7bfffuqYY47JOvXUU/ucddZZB5MwvIA6cpmDBg1q7lcAcM/JDncBHSqzoyUIQuh3AVEEkbphwwa8F7rW19YgkVKncByQyN0rIyMjDcfGryjnRVhdvfxIZZubWLfHr46Ntf5tinV6Ya6PvmtcpGhP7fmJlJS+rCAkOPIjFxKapUuX7p+ZmZmP+6Jw5R4dPrbCwsJcXDlPZL799lvYI5deeukN1NjH5at0uPPV2J0bQWit4LcA4YX7Uzdt2qRnTiCe6PUVYwkynaBj4ltBVFZWDqa6PpyqA+vi9UUSemZZP7hc0LJeBFk+WppinU1RNzd0nfg9YISeBOvZlJS+rCAkOPIjFxIaEqrj7NEIpCFg8cCPRGbBggXqzTffnLNz587Lw66WhvpSwTt6ghDPNEUnHvAIIab4Y2os6ir4murz4gVXvRCuu2nXI+98Wlra8IyMjCSeMgoi1TP8mWwu2B+kTGPSFOtsTGI9H/2Wc+XBx8ZpgGnkBQUFuI1kv6ysrL2RpTMEQUhIRLAKCQs1+HgX38Hl5fVv20RDRw2c6tq1a9iTeOBet+eff76Gwl9ec80128Pu5oZ7XAi1uTph6IAE6ZxxRyVaYl0ONGTZhtBSnxsrLXWMW+N36wW2BwINM0Ew/RdPCmdfWwP7DaP6m4KkJKoftCErVKI+V199Ne6VH4D3OXNdEqROiYWg64318/2Wa4p9wnFubBq6TizP5gd+G927d08uKys7C8mQVxCERER+4ELCMnXq1P7U4RlkClY0gLgfDE+jTeSO4Ntvv40R1sfvvvvuT8KuloJ7WAg9e1voiPl1xhraAYqFhnxmW1s2Vlrb9jYF2A/URbiQhum/MEx3bGtCFcfB/k4pzULVl2uuuaYHHa8+KSkpeoTVBdcvXNf41TfALBOpbLQ09vqA3zpj/Tz7+2hpzO1BvKKiQr/HNzMz81Ry5YZyBEFIRESwCgkLdVwOyM7OzjA7MOgEQsDiyZSJCqYCv/vuu5up83ZV2NXsoJ8ZjqKz1Pi9MyFuiLdObWuCRSnuqceoKkZX4ZNjGt15lZ+f35/q+mzXPb6ofrgK8qqKzHyzvAuzjKusnTaJNS9WmmKd8XBu8jZg/+hrh2jtSd/94eSSPq0gJCjy4w4G5o4uJDtWp4RWAQnTQ+0GGyMXeKJuok4Hxv4+//zzeEjLHY899liredS/dNCFtgTOdwhTnv67detW/dtlASvsCh0zT/VVUVGxN+5fDSc1jSXWGms9DcFvG2LdPr86tynq44asE8vy8vZ6cEE6/PAlmRYsCAlMW/1xDyfbQIaanu1DMq8pJT8h60u2u065wbJYxxM6JbQoy5Yty6JOzEF4ub4JOogdO3ZUuNcpEfnyyy/V5MmTV7dv3/7esCueqO1p2J2OhnRmBKE1gVFAXDjbvHmznv6LaY3wyW+gPhBiZPqdqzB2h8N6lJSU7AnByuINIY4np71AvrmMH2bZaPFbrinW2VLEeg67loOPzQvkYSo92nSyI4cMGTIM7lCuIAiJRFu/GnUFGSo3hIeSjSFz8TYZyt2uU27yyPqEokJLs27dumHUmO2GziCD0QsI2ESdDowODEZXd+zY8e8nnnhiS9jd0tDXoHscuhOBaChZRzx2vAQB2OdqQ+Cpvpj+i6f/4l56mf7rDx0fqh4CVRDDMHMGo21c3F4Madv8MMtEKttUxPq5fsv5nW/xkheNn/d1jz32yBw3btxhV199tfcHCoLQapHpEyE+JttIhhFUjL7ODRtqwj+GfRiRxZRgzn+eDPmwqWRvkGEU9lwylEU5gBFXLgcz12F+htCIlJWVHYJ38rkabjykIRGZMmWK+uijTxZR+K+wq8Wg4252GhDX5tURkY57dMixanoa6xhjPTi/8XqadevW6Xeqol6CT/AGx4ifP0BxjU5YDB48uEv37j16pKSkOL8wLAbz+z551VyW034ELdcaaG31CbbX3GY8UXvEiBFq/PjxSYMGDWpdOyMIQiCkxQzxe7KOZBCQAHE8Jh9Dca5RVeR3IsOo6pNkEKr/JFsUTiNvGhnEKQTscWSoRJGHz8L04UifITSAioqKMZgqZII0XmeTn58f9iQWjz32mCrqUrDtD78+94yRw3rjvXTtQjktht1x8OxIcAck1o5TrMuBlli2ufeVO9aNsa+xdNIb43NjoSHLNgY8/RdTf3GvKuogEaqRsc4xnaDv0vllLl26tN3RRx+Ttdtuu+np1V7nZ2OJS3s9jbXeeMXvNxTr7yuadSLNxmkT/MY6deqkjjjiCJWbm19x2mmnJfYXIghtlLbect5GhsoNohLTgjH1l/kd2epQ1MldZHi/5Us65YbveX2LjD8H04YhdEGkzxBiYMWKFR2p4zLKfp0NRjjat2+/S4OXCEybNk199tln6tJf/HrvE0+74Nk//uXGaY8/8sCsu267/qO/X/mrOy8598Sf7Tu489De+aqAirfUAdAdCVcHT0ZYE5eGfK+t9Zzg8xnTfzGqKtN/GwQdNu8DR8d468EHH7LjkksuVWlpqfoCAdcx0YjJSGWR77feaD6rLdDQcx3LR1oHLlB06NBBnXfeeWrkyH3Uhg1rwzmCICQabV2w8j2ssKYa5cRU4xFk/Dn9yESkNiGrVq0alZmZ2dEcYUXDh/tXE3U68AMPPKAwwoD7c0tKy1WnzkWq38BBPUcdeOi4o4496/en/ewXT/39hvunjxh39JtUvLmfOIWenDa7w8chvh/p8AmtHZzHGPFBXYP7VPFgJZzXMqoaHYZYoSAUCWPGmXXZ2dnrjjvu+JrRY8ZowYq633ydmQm+D9tcBCnDRMoXGhccb54xNXbsWHXwwQdrn9d3LghC60da0cajmGwxWXcyftowphhj6u84nRKahdLS0kPRabRBv6dLly7hVOKwdu1a9fbbb+spUaGHjlSrivJytWPHdrV1yxa1bRudmkkpKi+/k1q6dO1KWqT+o5ObDvTiuCen4+hUcOeOQ4Dvpn6/VBBaFxCl+P1h+i9GVTHDA/WQnNexQ8dOHzyqK/AEYM8DScd6Ga4JXPHHK9QRhx+h8PwCHH+MwIXqxJCYQRjJgpaDRSobzbpgwOU3rSnWGQ8WZDux7xCquCiBkdXjjjtOHXPMMdpXUlKq1yEIQmIigrXxwPRgiAE8bXgJGR6shCnGuG+Vpx7D5LU3TQg1aknUmI02pwMDdFzwgvFEvH/1xRdf1I358OHD9dRDF3iNz8yZM9R3331rTntvMqifGeqBELRtfO7Xw9WRDxUVhNYDhCoMD37BxSNMA2afEDtcP6BO1xEfqNrYUllZrXr37q2u+sdV6re//a066KCD9AVKPD2YR13RDtjGfjNksYt4JEM5Xr/LkGca+1x55rrsvCAW7efFg2G7XGaWgVAFuBCBd66OHj1aXXTRRerkk0/WF4VWr16tl5HfnCAkLhEbAiEuySR7nOxusi/hEELMnz+//5IlS2ZSA5fJjRyAkMO72tDQJRqjRo1S/fv31500PIHUBe7dvf/++7c+8cQTuJCCmQBNTrijmUJhNoUY2u770EMP3dK1a9dh6Fji4gE6kwUFBeqNN95Q//jHP3QcoLPKHVY7zqErDjht5tuhV5xD0w+88uwydj4w00HzGU5Hk2+HrjjgtJlvh658YOa5/GbczufQlWf6guQztt8uEzSPQzYT28+iFNN/t23bpu+RZ59Zzo5zaPtjzePQ9geNB83j0I775ZlxOw2BAfGB2xgQB6izcRwxnXr27NmqX79+N40ZM+ZVysLF4C20HK5EVlNY78rWs8++9OQRRxz5s+Tk6qSCgnaquqZaLV+2XC1evFitXLlSbdy4Ea/7qv0cfH5yMrYn9ARn3iYz7kq7/Bzn9TJmHLjy7DLAaznX8sC1DuAqwyFfGDQvEJpxG7/y9nKu9fgtb2KXQ4jjm5aWpnJycvSoKi5CwJDG727FihX6AgMevPT9999fccopp9xJ+ylzgwUhwXDXdEK8cyTZe6GoupLs5lBUmDx58nnUWP0XoxwMGjzcSzZ48GA1aNCgsDcxwMOWMJJw7733qj59+ujOng06KWjwL7/88kkzZsxotunp1NlA/bKLYKUO6rBevXo1q2B15bviHLr8IGienW+GZj4w03acQ1cccNrMt0NXHHA6mnzGzLPzzdDMB155tt+OA06b+V5h0DyOA9tv5gHTj1EdiCt0mCGE0LHm2xDMcmaa4xza/ljzOLT9QeNB8zi04355ZtxO+wlWTKmGYO3fv/9NY8eOfYWO7ypaZjMVgWCtoXg9tfPMMy8+NX78EWeXl5ck5bfLIzGTpZKo3sd6sT5cVEAco3U22CzoI94+SoVFUvBb/bEszgGh8cGxxfcBA/gO8bvDbAY8eRu/O7QlhYWFaA9FsApCgsI1tND6gGjFKCueIvQJ2U/J1pC1aT799NMnqAE71xSsaNBwhX3MmDEJ99ClK664Qr355pvqkUce8ZwOjGlUCxcuVL/4xS/+Rp22G8PuJocFK1kOxbVgffjhh2/mEdZ27drVE6xXX3117ZRtdFK4A2nHOXTFAacj5bviHLr8IGgeG8Nxr7xo8xlOR8q344DT0eQzZp6db4ZmPnDl2fmc9soz873CoHkcB7bfzANIoy5BWFpaqmczQASxj8tz3E5znEPbH2seh7Y/aDxoHod23C/PjNtpHDuXYMWxNUZYb4RgpfKrKBvTR5yCFSOs48cf/rOyspKk3JxMlZGRrj8jheoXCB2Iyepq3AeJ+z913aTTLlC+rKxUrVy5nNbRPFNME1Xs4jtoCKHvKXTfKi4MoR3n0XJ8TxhVxcwptBuIi2AVhMSlYbWJ0NJAfT1HNoYMjTlE6wSyNgk1bpkffvjhbGrI+tj3sOL+MjygISMjI+xp/eB+pyFDhqhx48apc845R23dujWcUx8IwieffLLq/vvvP4iSzTaFnL4P1C9413A2xSFY+5GwvgmCFSOsIlhDmOmg+QynI+XbccDpaPIZM8/ON0MzH7jy7HxOe+WZ+V5h0DyOA9tv5gGcq/jN4XcGUYUOMwyY5e3l7TiHtj/WPA5tf9B40DwO7bhfnhm305EE6w8//KAGDhx4w+jRoyFY8WR9T8H63HOvPnHYYYeeUytY09NUNYkdCB4UhDgN3Q8J8cMP7nFrGrQRS5cuoTrzUfp+5aFZLQ0LVrTpODfwLApMCcbFZximCYtgFYTER2rixOAvZDeFonp68DVku84NTXA+/fTTUSUlJV+hY4JOBncm0cnElNgjj8SgdOLwxRdfqPHjx6sHH3xQkQjUDboNjgMe/X/FFVf8+PXXX+9DLvcwbCMTFqswc4QVgvVGEay75kWbz3A6Ur4dB5yOJp8x8+x8MzTzgSvPzue0V56Z7xUGzeM4sP2cRj0C4YNZG7jwhQ6016iqGffK49D2x5rHoe0PGg+ax6Ed98sz43Y6iGDt37//DWPHjjXvYa2gMGrBCnFaUYEHJOGBPni4kb9gXbRoobrnnttFsMYJ5neANoLvY4Xh+QwiWAUh8ZFHqiUGEKn7k+HpxBCvk8j2IGtTUEfnEHQkIVDRAUKIDhDuYcJV2EQDTwfu2bOngvhziVWApwMvW7ZMTZ8+fQolm0WsCkIigE4yxCoEFO6XwxRgCCDUMUKzAoGqCadjBqsIZsn6YppYfBh+czD8Hvk7EgShbSGCNXHAVE88AfZ5sv3IviA7n6zNQB3LMRCnLFYRYrQVD9zA1ddEAvv37rvv6qceo0H3AvevfvvttxC0H4ZdLYkeFUGn36a1d0CkA5VYoHOMugMPdcFoH35v8Mn33LyEZ8nIQRcEQWjjiGBNLPg+1gvI+NU3sNCjVxOYzz//vAOJ1X3x4CFzhBUjjxhlTbQRVojQ5cuXq/3339/5ZGAG+/7NN99spOjkkKdFgEKtJ1ZdohU09Op5rMu2xGeC1rYslmvIsrHSXMvyCA7uU8W7HTEFmH1C84JjTvUXBUlJVF/wFyBfhCAIQhtEBGti8l8yjLbOIcMoK0Zb9yZjcL8rBG3CQJ3LURR0gniDUGXRitFV3L+al5cXKpggvP322/qBE3jaLvbRBfYbne6ZM2dOpSSestnc2KqU+p1uoerljwYRFcGQ47QrOCYYQcVvCdN/N23apM9J+ISWwxSrHAqCIAhtDxGsiQvEKkTrA2S4nxWi9fdkELC4z/UXZAnDjh07xqGDCZFqGkZcIVYTreM5YcIEdcABB+gpv17gYUvTp0/HaNHHYVezgX5mOEpfi1ajbIIQV6BuwEwEvC4DYhWiVab/tiw49nL8BUEQBEYEa2KDuaK/JDspHL+TDFOEwZ/JEmKUFVfey8rKDjGnA5uCNdHuX50/f76aO3eung7sNboK0OH7/PPP8VRNvKdXEAQDTPWF4em/a9asUdu2bdO/mfB9k0ILwUI1dJ2rDvLLRS9BEIQ2irTMbYPXyTDaat7siHe4JsQo61NPPbUbCdaheJonC1VTuHbu3DlcMjHA6CpGVvv37+8pWPEgJjwwZsaMGXMpOTPkbXFqh0xk9ERoKXDuYQQV97dDqOJ3ggcsyfTf+ABClcUqhfoVNmGxKgiCILRRRLC2HX5HZo+oJsQo69atW/dPTk7OQgfUFKtIQ7glmmDF04GHDx+u32OKqYwuIGjxHkPqjH9GSe9h2GaAOptQp1qhhqKC0DJg9BRiaPPmzfr+btzzDp+cl/ELRGs4GrdgE8UaZoIgCH6IYG0b4CnBGFHFq29M4Ls6FG29UKfzUBaqLFYRYsQ1NzdXW6KAh8FMmzZNHXjggXpUyAs8cOnLL/XXPVE7mhnqgLACMJWA1q4NFQcNWb6llo2VtrSvTQn2ByOouEUAQhXvVAUy/Td+CYsY/KFoCDhaGlwk5AuimOGCix4wtDfxYrxNfuZarqWMtwnHky88e12MFQShbSKtdduAX3ezPxl6opgejPQ1ZHggU3ONsqbk5+fvFo43Ci+++GI6NXKHoNFDI2caOqeFhYXhkonBV199pfdryJAhuoF3gU44OuTffPPNOkriYVstBasehGwtRmsSfy3ZN2+pfW2qz4VQxcWddevW6Ycq4WKWjKoK0YBzFOeNKfZYXMGQh3Osqcxu29hcZWF++UGXtc1VtrEMx4+PJV8EYDGLPBGvgiCIYG2bfE/2PNk/yfiBTE1C+/bt87Ozsw/Pzc29nWwaNU4zc3JyppL9Mysra18q0qAbx5YtWzaEGrR+aODQsLGhgUXjh1e/JBJ4nQ1eZYNpzthHF3g68Jw5c9TKlSvxOpu1IW/8ECcDJUKCA1HKF29WrVql36kK8SqjqvGPVUfoKwtJLXSFAYKKRwHRpiBtgs1q6k3jzzCNL7q4/Gyx5rv8TYn9Gfj+IVLRlrN4RVwQhLaLtNxCo9OuXbv+eXl5F5I9T6JqFnUS36fG6A9kQyg7lxrEkWRXk/9LErMzyO4kAXsY5WXrFUQBdUIPoXUloTFDR4KvBrOYSyTBiv2bNGmS2m+//XwfEJOenq5HYolmf51NBKgfEuqIimgVmgp0fPH7wEgNhCpeV4Pzze83I8QXLF4gngClW0CsJtWKVW5PWmQzCHwuG44JzPT5+f0smnW1BPy5+B74orQgCG0TEaxCg+natWt2QUHBISRQryWxOoVcs6iheZTsDIr30IUM0HlkwUKN4l5kv6eyE0m0ziJ7JCsr62TKCvQuGupMjMFVb3QoeGSVr8qSEE6oKcE//vijWrp0qRo5cqTujLtAA79jxw41depUtOwfhbwtBqtShNpsocpp85wQhFiBKMV5hCf/4l5V/E7g446v0HrAd1ZdXU1BUhJ9p9rgDuU2D2hLMNLX3OcPPo/NJShtC1LGz1zL+21Hc4PPxO8a34e0E4LQNhHBKsREhw4derRv3/5MEqqPkkDCa1M+pY7hVdSwHEDxDF2IsBs3rwYv3Aj1Ift5WlraK506dfqhR48eR8Lpxc0335xPHdJ9eboQC1YYv38VT8tNFDC6mpeXp3bbbTdPwYr9XbhwoVq0aNFsSsJaGu5dINylp8HngnRChIaAzjQM035XrlyJJ4frcws+ofVC3yEL1Rahue+dxDlrm5fftCBlvIxx5ZnmVUYQBKE5kNZcCEpax44dR5JI/TPZR9SQQww9Rw3WhdQp7AvBwaLDbsRcDRuneRm8fgb3XkKQ4am+JFo7U+fzxuzs7GfI/4uMjIx+uqDBmjVrRtLyXSDeWKiyaIWI7dmzZ7hkYvDBBx+owYMH62PEx80GgnXq1KnI/4SS7ptcmwH6fms3kLYlohq1i9jnSzS0xLJYriGfGyv8mQEO8S60xHECjXmcsC6MoGKWBR6oBMP0QZn+2/ppzPMkNqL/TcUK9tU0l8/PzNHPaI0v9rjyorHmoDk/SxCE+EIEq+BJ165dO5FIPZ4E6r0FBQXfk0idSo3FzZQ1jiwPnWTuKNuNiKthsdMQqZi2CwGWk5Oj0+h4YpRk27ZtEJ7DqeN5Ftn9lDeTyk7Kz8//v+HDhw/F8uQ/BKE5uspxbBdGIhMFHI9vvvlGHXDAAZ5X/XF8Id6/+EI/GPhD7RQCY5+fzUVLfW6sNGR7G3NZ7mTjoUoYVcVUeAjV1nY8BTdG26Ij4bDZVGQM14CiBueqaS6f7Tfjpg/Y/iDGuPLYzHyvuOlrKpp6/YIgxC8iWIV6dO7ceUinTp1+26FDh7dI/PxIrjeoY3gZ2V7INwWq3Xiwz/RzHMshjveDskhFiE4n7jctLi7WQhWC1bxnyPi8LLIxZP+qqqqaNmTIkP/NmjXrvPXr1+sRFYDlEIdow7oTaYQVIhSi1e91NnjYEu5xnTdvHp4MrJ+6FEfgC609Mfj7ZfA983ctCH7g3IEwxSwKCFXcrwrgExILqhN0pUDfeYtUDvh4u64C8DXU+IKLGdo+02+aXx7MLw+mlw+HzjzDHylulrd9qPFDYeymlw9jxgVBaFuIYG3j4LUzJFLHk93asWPH70jw4ZU3d1Ojcyw1Dp1MIYHGwm4wXD4T5EFIYQQVlpGRoYUlOpsQqLjXFCOjXNY2m/C2JJPwPXDNmjW9Zs+erR9GtGTJEj3SAsELQYfRVYjiROG9995TvXr10k89xgiyC0yp/u6775APsbo+5G1x6Gus/SKNaH34HBMEPyBKcVEKF6rkoUptAqoaQoTTzQY+0v5YnGdoY3DxEBdZozJq79DmYSbArlZSGy8psfPCtr1+Gm2nM03lSoz1uQz5JShHy2jTvlBeqfaF0jCktc8RR7laXzhulivV27GdwtisBH0EWh9/D/I7F4S2i/z62yCFhYX9SJCOJuF4ODUEB1Ij0AMNARoFr+mmdsMNTJ8ZxxVWdCIxxZfXC1EK49HQSLg+D9uGdUKM1ruKS6A8PhP3cCI89NBD1S9/+UtFIlznt2awbyNGjFBDhw5Vv/jFL/QDZVyQQK/54x//mPTVV19dRsn/hLwtA20z1y2pZDmU7kJh30ceeeSmrl27DoP4bteunf4+CwoK1Isvvqiuu+662u+Lv1dgfs92nEMvP4dmPnDl2fmcDpLnymdfpDxXvivOoSsOOG3m22E0+cBMB81nOB0p3xXnkOMsStHx37x5s65LcO4ALsdlXXG/PK+4mebQ9vvFvfI4tP2x5nFo+4PGg+ZxaMf98sy4ncZ32KNHD9WtW7fai5Z8MRMXJH744QfVv3//G8aOHfsKZa0i20LLVZDt0kg999yrTxx22KHnlJWVJOXmZKqM9DRVTfUm6k60JFVVeKcn2iC8+qxKx+FzgYuqixcvUvfcc8cus1mwnXjyfGGHjnr9AG1ReflOLRR3IbTLVCGScbyWXRxh6hdGTNem7KYQhxL7FoqEAoS6COKhJBevh53WhJetJZwIHb0wtWVCkdocxMOf6czjlD5e4YK15S2oTFZ2jj6mOL76PKmoUEsWzVd51F7gu0Eb0aVLF/0ucoTt27dX+fn5+iGL06ZNu+KUU06503WOCILQuvGqNoTEIotEwci0tLTDqCI/lBq6EdQgZOrGPGw2Lh8w/RxHowJDB5KFJDoeaNxh5jLIC/p5tg9pfEbv3r1rPwchx9kAOj0YYYXIO/jgg9WBBx6oO0etETz1F4L1hhtu0PuDK+I2mGq9adMmdd5555XRvv+EXC36hGD6rvBFwDBPkwVrPxKsN4pgrZ/nynfFOXTFAafNfDuMJh+Y6aD5DKcj5bviHOK3DbGKkVS8TxW/axavZjlX2oz75XnFzTSHtt8v7pXHoe2PNY9D2x80HjSPQzvul2fG7TTaBi/Bum7dOoXZMy7BSmENhfUah+YSrNuLt6vjjj9OxxcvXqzrXWxvJi0zeNBglZoWuohSi92s4RDU89XKuToi5VvofPpjlgv56pYNNaXhNP0J+SkdLlAb1vqMPPqH/zpOTvaHc3Qelwml9V8dIhZK8XLmMghDuRo6J2ro+18wZ7bKyMwIXZAiXwX99mfNmKHad+ygL0hDoIpgFYS2R6gFERKOyy+/vPv69esPXr169eEUHrJly5Z+6PR5jaACNEYuTL8ZR8cRhk4l/Fg3RlBhXusycZXxWg5+GBoxe4TVFK0cYruwHRB32G+Io0GDBumHFkHAUkcovOb45+GHH1ZXXnml+u9//6v3C2AfTdBgv/322+rGG2/8lpKjyFq0wabvChsI20WwFhUVDcNFBxas6HA8//zz6vrrr28WwcohMPNcflfcDs18YPtcoSsOvPK8fBwHnDbz7TCafGCmg+YznI6U74oDnBuoUzCjANP9+fdvl+Nl7bQZ98vziptpDm2/X9wrj0PbH2seh7Y/aDxoHod23C/PjNvpKATrq1ReC1aycrKWE6zbt6ujjz5an4+4kJieka42rF2vfv2bX6the+/t276a6I2nP3rrwgkdAPaHoV2ojehatS6rdv9CRn+pAPt0ebjwLxzq/2G/9oTT4VQorv+Hy9AfBNX10lYZ7Q7FzeX1f11eFwg1SDptlA3lapDMy2unJk2coKb+bxIJ1E66DKZgr1i2THUsLNSCFRc4RbAKQtsj1IIICcOkSZNOXbJkyaUrVqwYtW3btnaYPmcaGlp0CLiDgI6Di1BjEoLjKGuKQ4AGGuvSDZNRzlzexOUPWhZpCDYWrOa2sNk+xLEMthPiFfuOBzL17dtXi9eDDjpIP8gIZeOVE044QY+e/vOf/9RTIrE/5r4CarBr/v73vyd9/PHHt1PyCu1sQei7wgGFQbBmU7qIwr4kvmunBKOTEatgdeWzzxW68oGZ5/KbcTufQ1ee6fPKt+PAlRcpn+F0NPl2GE0+MNNB8xlXHhvOa/xeMaqKDivOefN3zctwaPujyfOKm2kObb9f3CuPQ9sfax6Htj9oPGgeh3bcL8+M22m0G35TgiFY+/Xrd+O4ceNepayVZHEiWI9R23dsV4sXLdIjrDvDz0ygnVKVVZVU6YX2syVxbkFwZ7A9iFgo8lrsEql0PLdtK8Yr61RWVugd6vj9L164SHXsTIKVvhsRrILQNpGHLiUQb7/99p4kUl/q2bPnYXvuuWc7jCJSg69HEwcMGKB23313tccee+gptR06dKgdwbCFoQk6FiiHByehcUanEcugEcHIJT8AiDshMFea8fNFU5aFGsM+szzHsX/IwxRhdI7Q4OHpohixxD2hZ555prr99tvVl19+qTtL8QRGl/Be1X322Ucfb3TscMw5hGE/N2zYUEONNRaZqBeMD8wTC3HqQ7rPNb9zUGg78MUljLDhoUo4v/kCjdD2oO9df/FUPyTB4EK6OfCuk2pUCrUnOC9hKFdJAhgX2zp26Kjb1pa29i5r77L2TisIYgX1rf0uVqDbWoS7WPuQFZDlhw1xlE9JwYXY0CwpbcnhWUX0LzlJuqyC0FaRX38C8f333+82b948NX/+fC1ounbtqgXqXnvtpcXqwIEDtXhFfNiwYdow0oURR7NTiBAiFQKVp+Bhei0LJMThgwg0hSN8bCZ+viB+02fm2WkT28fluBOCJxbj+OAKLZ74+Prrr6s//vGP6uyzz1bXXnstRqq1v6XB62wwKo7vDFf3TaHKcXxH9N0nb968GdPmvgwt2bLQsebeHh1yfdB9FSl/L0LbhOsSXKBZvny5Du36RWhbcB1OdcOuFXwz4GhWwqDtC434J1O7iTCb2hNcEM3NzW2zluMwL39OTp3lhg1xHMOszKza337oGIe+CNKwOPSCILRRpDeQQMyePTsFr3iZM2eOnk6Fe2wwhRT3CkKoQrxCpI4dO1ZPMz399NPVSSedpEaNGqWvDpujrRClLIgQwo8OBBoQ7kgwdhrA5yrn57fx85vY5TgNM7fXDGHYJ+wz7ouBcO3evbv2ffbZZ+rqq69W55xzjvr73/+u7w1duxavNm1+JkyYoEeFcdUc09PwXdhG21wzZcoUFMcf9yOEBSEOwe8QF1wwY2PVqlV6KiB+k7iAJrRduK6OVzAKyCOA2Nbs7KxdBJxYbJZB7TFGUvn4cl3A740VBKFtIoI1gSCxmgzBilFW2Ny5c/WrASBgMb0OVy/xtNnRo0fr+zchYDHCisf0434QGMQR7gXBfTxeoNGwGw72efltYi1rhl7i2c/nFYdQhWFUGccD06bxXtPvv/9e3XnnnernP/+5uuKKK9RLL72k3/naHKDj/tFHH6m9995bb5s5sgpDHGU2btxYg/evEvE0HdgXPu5C24U7orhPdcWKFfodkDyjQ2jboL5j6HzQiXDY4lMxcHry6B+mBiNEWwGxxe8bF4vN0EfJzMwgcRqaEhw6znXPbBAEoe0iNUACsXLlyhSIKQhVGE8P5pAfYIIRRTyACQ0CpgkffvjherT12GOP1aOtPIW4Z8+etQ/GYUFngkaEzcTPF8Tv8gHT75XHIG42cJxvGvtRjtMA+4kRZhwf3M8DUQ8Rj9cYPProo+o3v/mNfsfrE088oY9tUzFjxgy1YMECNXjwYN2ZN0dVWbhiG3/88cek9evX4+kgn4aWjC/o2OLgajOPcxCiLc/Euhxoa8s2N9hW1Cl4qBKm/27YsEH/5ljACgIItzkaOmdaQKh6/6ZCQio0CojzGYIVU13t0UKx6C0jwxphxT2sdIxxvOlUCH8DgiC0NUSwJhBUmSdDaOHeS4xYQKRidBXiFcKHhSts0aJFWrQWFRXpJ+ZCnOLBTGwQshiBhSEfo44QuuHP0aEJGm2708w+L79N0LJeaYS2+ETcNMaMm9h+7CuOKYB4x3HCva+4xw6jrf/3f/+nLr30UnXffffp0ViMeDYWb775pr7qjOnK6NyzUGWxihDb++2332KjZ5A1nXqOHfOA0ubu+n2CoL54BedJQ7a3rSyLDiiOFabY48Fn/ATghmyHkJjgPKH6PC4VCgtWGMCFzU4d4+OBS63Z0M/Ib9dO4dnO5jFOpvpB6ghBaNtIDZBAUGV/GlXqL7Kg5BDTXPFgJYwSYqor7mdFhxH5++23ny4DYYSrm/DhvleMxkLQ8jsQOcTrVSCIWUChEXE1JPzZNi5/0LJIY2SmT58+tZ/LDZqdhgHOs33s5zy/kONsnObpi7i3FMcKAhLiEu97xVN9hw8fro9rrOC7wdTss846S4+wcsfe3BbKr/rHP/6RsmLFiptokb+Glmx56LvikwJv0q/3HlZ+rY35HtbnnntO3XDDDfVeawNjOM5+O8/0BclnzDw73wzNfGDnAXwfjOk348CVZ+dz6MqLNp/hdDT5dhhNPuA0n6+oWzCiit8K6iUuy+XYTJ8Zt30c2v5o8rziZppD2+8X98rj0PbHmseh7Q8aD5rHoR33yzPjdhrth99rbXA7C7VV+j2slKVfa0PL4bH0Tf5aG1zQvfde92ttjjnmGF1vYcYNnp5fvK2YxFZ7XeeX03ltEtrjAKAg75G9kN081uZTxMxzfZi9bC1WhmPZWtcunx/KCblrqJzrg+uDEq5NCa8qTJKuEz7+6GNVUV2lcsNt586dZWrm9BmqqHs3vRK0G2hn5bU2gtC2iFzTCK0GqrzPpAb6OTTSJpxGJ4FfvA0BBD/uZdWPsScfX+VkIYGOA0QqxKspWtkg0tCAY5QE6zI77Cb29jAuv19ZGBo0fg8r9gfGnWGOu/xmnunjtF9Z02/6TD+2C4ISHRwcJxxf3I8D8Tpy5Eh9HyqObVAwCo77jc877zz9aiJ08O3PxTS0ZcuWVZPQw4EfS/aJXjgOoO8KdQsM8zwDCdYbb7yx9hjxcWU4zn47z/QFyWfMPDvfDM18YOcBfC+M6TfjwJVn53Poyos2n+F0NPl2GE0+wDHB7wJ1BIQqfhfmOexa1vaZcdvHoe2PJs8rbqY5tP1+ca88Dm1/rHkc2v6g8aB5HNpxvzwzbqf9BCtea4QHB7JgpfJ4AnqzvYfVW7AWk2A9joRqmhasoGu3rqp3z1763LYJbSS2Q0fCjtA2hWJ1f2rLGPkc8SpX+ze8nybYdx3qvyHg4pKh7HCK/aH/Rsj5doj/9I8T+FvPF3LURcPxcJnw/5CjliSdl5ebp4o3rVWlJSW67sDr3GZ8/z0d5276OxXBKghtk1ALIiQEVIGfRQ3DM2gc0CFwgQ4B8tAQIA7xh1EtVPgwCFcWr2gIIIrQmcCoKgtXW7zySCwad54S6/X53IiauHzA9iMNgYNtNkcbEZpxOzTz7fKusrGUM/3YRghYiEwcG3Rk0AmCSNt33331fcJobP2444471D//+U/1l7/8JeypGxmGAXxPmDb81ltvLaPkYLJinREH0HeFEwBmCta+JFhvKioqGoaRfhlhrYvb+Ry68qLNZzgdTb4dRpPPvwnUEZiZgboB3zewy5pp22fGbR+Htj+aPK+4mebQ9vvFvfI4tP2x5nFo+4PGg+ZxaMf98sy4nQ4iWAcOHHjD6NGjW0Sw3nffnbpNM9shzBA47rjjdBk8LyKNzucq2uY99txTdaQ2k9s/htusFLKdWFfYb0bq7YhO1PlwxHbN56Aux9jEMOQwfIgapev+hp3uuLFt4eMYguJ1CS7Kf4y8cLouSgFFQv/D1MUAHrC0ZeMGtWbNSn3vKs6TnWU71ffTpqkuXYv08RTBKghtk1ALIiQE1Nk/hzqJT5oNLEClb4MGF9N60ZhiujAqfFT8XPlDDLEPIgKjhVgPlkHnE0KMBSsMgpV9/L5Q4PpsYG8j4/KzDyG2F/fUsjhAyB1jDiPFvdLR+oOUg7CGeMV9sHyMkEZHDQ9TgnjF/thgOjCWOfXUU3UHzv4cWFZWVvVdd92VvHjx4udokbNCS8YH9F3xFw+Fkk1pLVgffvjhm3mEFeeXCNZQ3M7n0JUXbT7D6Wjy7TBIPo4DznvUFRhVxfmLNJ+/ZllX2vaZcdvHoe2PJs8rbqY5tP1+ca88Dm1/rHkc2v6g8aB5HNpxvzwzbqf9BCumBEOw9uvX78Zx48a9SvXHKlpmMxXBnNtqitdrKJpKsGJ0D/UwbzsLVlzIXbp0ae0FGMwg4GcdmCB/5fIVagPtz15DBuvfALbJJLRmYtdIo+O75gCZUW2ZR+H67vopfFsQqqnURuI44VU2O+l8ICGqOpM4hU8EqyC0Tep6WEKrhyrzZLsxBPC5/AAdBDTCeAciHszED2nCA5pg/GochLjqDbGFBw/hYUx77rmnfpowHtCEBzUhDj+msKIhQaMOXJ+PDgB3Akxc/oaU5ThCl6AwywLb5xX3wyyH/cZIK0I0rPwQK3SEJk6cqN/3+uc//1k988wzuoMGcKzRQGM6MTpv6MxhHTCOg5UrV9bgKavEB9rRCvA6D4MeW5tYlwMNWbaheB0HP1rDvkKYYt9QV+DcxAgVOu0teayF1gudN0l0PumTh8PmwvuUDc1QMg1tnf20Wzy/ABd+cZ/rju3FWlDh4vAu5dhy2NyvfGkMy/azbD/L1vuY6WFZyLcsMzOLPhNP/c2ithcXrEKWVM+S6xny8R5WHFO016nh44tjLghC20YEa2Kh3wuBDqOrQ2z6zXwWcuhc4so27s2BaGLhivspEcc7XiGqcGUZggujYRCreA0OhJgpXGGI4wo6T/10bRc6smwmXj57lIZDU4wy9vIgyPJIm8vaaeBVhn1mHoN9h9jElXh0VHB8MMqKiwBTpkxRt956q7ryyivVNddco/NxBRkXE3D1HkLVNGzvnDlzkileSquOu9fZ0P7zF027rb90NicoEioWHNcxDkosy/L2Nffngpb4TBB0WZTDbxyzK1A/4PYB+Fy/S0EIQkPO28Zh13ofwIXzOpJBaOGC4z6jRqlLL/sV1R/VznKtweiXrJKqslRVZRK1YbhoGrLqylSVVJ1V+1s3De0abofZunmTykzPUJkZESw9U6VTHbJmzZra2wd4Xbi7taXPBkEQWhbpTSQQ1KGu932yCAgqBNDowCCIMH0VIyQQrPaoK9IYdYWQRccUV15xXymEK0ZdIVzZWMjiyb64wozpVsC1Tfz5Juyz/boRc/iB6UfIZRnOZ2PMOLDzTGNfkHW70oBHTHHlG8dn6NChWqjitTmXXHKJFqyYio3PgGhF5wcXCrAMLVtN3wFW9B1Z6OkfrRycE3xshNYDOuboYGKWBl6nhfMaPvkuhViJl3PH3o5QGvV+/RFWL8Po6rr1a6mtXEC/kfD9rI5y8WwQq3kdMtXuh2xThxzTRx13yhHq+FOOVseefKja76gOqu+o7SozO0cfG3M5CNZt1I845dRT1fk/v0Cde955/nb+ueqXv7pMHbD//mrjho16eV4XjrkgCG0bEawJBFXsmD7lFKkuv8sH0PBwQw2RhFfg4J4ec9SV3+uKEVeMvOKdihg5xFRgjK5CvPIoqyle8UodCDIIM3yG3+fzNjAuv5m246aY5DwzzbjiXNbMAy6/ywdMv8tM0OFHRx8dHEy57t69u26w8V46jFIjjQdhwYeyS5YsqV64cCEWfVevoHVQu9P2/gPsl9B6wO8LnUlc3MKoKkKk4ReEhmC2C1RX6IcswZClnc2Eq56CKyWl/miin6WnpesLtfzbaHWmMlS7whpVsMdUVbTnctV7yCayzaonhZ33XED+6SorO53KWcvR/qampoXaLH0Pcei2Fj+rrqmufV4GHy9MFRYEQZCaIIEgwegcYbWBDw2CmedVFuVgaEzwwKBly5ZpoQqRCvGKUVYYTxeGiMIThdHo4F5W3IfJo67mfa5I40mxEGEQaZE+34R9Xn4T02fn2XBZs5zps/26MTV8wFXOhNNczpXP4hXHgx/kgVFsjLjimGE0m4RsMl6VQ8fyG10gjqF9wk7qHbX3V2idYKQI5yguVGFkFecpOpiC0JhQHagJJ5sdV/0MUPfjfG8LlpxarapL89SOpSPU3Fkb1edfTVZTvvpEfTn1C7XkxypVvnIEfVGpVK7+McH9p3iC8tKly1RZSYkq2bHD10p3lKhi6jssWbpU38eKY83rklZDEAQRrAkEtev6oUtsjOmDcaNr+hiXD2AZGMQU7ktZvXq1Fqc8XRiiFUIWcQhX+FEGy2B0EKIVo64sXHnEFQIWwraoqEg/2AHgM7w+34Wdx0LS9LmW5TKusqYYNUOznInt9ypn4rcM4mYaxwSiAMcFYoGOWzIe1nTVVVc9+txzzz37wgsvnPXee+91DRdvcWg7eePNnaRd8j6GMsIa//DvAk8Kx6gq7rHG+ej1nQpCrITbAPyhaAg4mhPzvK6Lh9qHtmJp6Slq28YStXzqbmrFV/3Usq92I+utllO44qvd1fJvC9XO0h16JNVcrrq6Su3Wp4+aPnuueu3tCerd9z/2tXc++Ei9+Opbav3Gbapbt1BTxuuig6+PuyAIbRcRrIlFvSEOtO+uNt7l9/PZfjTcMNxPiXtY+SFNEKk84sqjsBCveF8dXnGBp+RCrGLUFWLVnC4M4YoQrzvBkxXRCfb7bO48mKFu2MKY5bgM4HJ2nuln7HzGjJtweTvf9tlxuzzjtQyOCe5pxTElkdeDjtVPyZ7Ztm3bzJdffvl14uKJEyfu+q6c5oc3GiGbE9d3zXgdnyA0ZNm2RKTjhHz8JvGbx73tuBiFCwwY/RCExsarLmhucN6bvw1sV1pa6FVwmPWSld12LC2jWqVlKpWemVRraRl0PDKSVHYOngxcvzyeEpxL/r69uqkOBbmqQ/sIRmUKO+Wr3j2L9BTq2uNLof4OpCoXhDaNVAEJBAm931LFfnc4uQuo9NHgopOJBgFP9NTTbYwGmQnqA9y5QD7Wi6cCQ3RCoPL7XPmdrpgCDB/KofOL97ZC9Jrvc+U4piBjBAflePQN04cxIovPYmOhidCMe5UxfZHSdjxSebucGXK8MfyufAgKNO4IidLCwsLPp0+f/vqll156b/jY7UXf99bS0tKVSDcldE7gZIFB0eRQGu9h7ffII4/cyO9h5adH47x49tln1T/+8Q99vy7OJ94vwCFgv5kPzHTQfIbTkfLtOHDlmWkObR9gfzT5gOPR5DNmOmg+6gj8/vj9y1yHcL5dPlLajLvSts+M2z4ObX80eV5xM82h7feLe+VxaPtjzePQ9geNB83j0I775ZlxO42Hx3m9hxWvRcLFzv79+98wduzYV6j8asreQlZOxvez1tIU72H9z3/uolSNKinBg9hDo32lpSXqoIMOUZVVVWr1ypUxX7Cp3XiO4NDU2yOwiyOOCH2XtZjbH87iEtod7iPULUbnQDjmAucHFsEpg/Z/MX0f3Xp01+eHvIdVENomMsKaQFDjrL9P3UiHzcT0oUEAkcqafpcPYF28PrwaB50NjLpixBWG0VZz1BWGe2ExSoiHCmF0lV+NYz+kCWlMKUYjhc4BpsWi0YLQ4c+FsXjzg/PN5cy0C7sch+bncRnTbD9j+oL6TWHqB08ZRvnVq1dn/fvf9xx63XXX3pOenvoH6oQ9Qf7pdOxmUvxlsgsyMzN7hxdtLvSJY58/AD58r5H2UWg+8F3gd4ZbADD9F6+8ArF20gXBD1fbgrqMaMFKoX69m5mRqWbPmatWr9+ialIzVVVyeq1VJ2eo6pSwUR7ytaXBspSqtWyVnB62jBwyM06WmaNSYBm5FOZpS82Ctau1tGzT8mvD9Jw6SzPMldY+vaxpdeut+8zQ5/O2YLuwjdpc2x/eN1qJ3t8k7LNOU5gaMhyX2mOlj19G6DgmpalKsvKaFApTqVyW3pbCLkXOdkMQhLaD9A4TiPz8/D9Q43p7OFkPbnRR6aMTSmJFj16awoux00w0fu58oHOLz4LgxJVQvhoK41FYvM+VBSkEL0ZXMZrDI60wjLxidAeGK654yjCWxboZbIcp7sy06UfcTkfKc/nNPJffzPMKOW76o8lDiOOGV+OkpKTqCwMTJrynpvxvsirbWa7S0jDy6n6VEKV3kH1B0XfIPigvL5+tMxoBWi+fFBjuzaY0Rlj7PvTQQzd369ZNj7DiHOAR1meeeUb97W9/06/3YeEKAxwC9pv5wEwHzWc4HSnfjgNXnpnm0PYB9keTDzgeTT5jpv3ycU7he4BIxe+PfWZ5jkebNuOutO0z47aPQ9sfTZ5X3ExzaPv94l55HNr+WPM4tP1B40HzOLTjfnlm3E7bI6yon3DO8fvAMcLar1+/G8eNG/cq5a2iZTbT4hVk1RSvV5k11Qgr6liM+NoX0xBLSq7bL/2P0jpPl6P6GaH+jz/6byhPJ0PL4D+2keOhZevnmz44ECAP+xXKqvPVUhs1fLWED50ZhI8TUhTVS/GxC/nCMfgQ1//r+3g7a6rJT9GQXxfQcZ0XDvHdaH943WY+LPQKoBT6HqntonUlJSXX5skIqyC0TWSENbGoN8Jqwj7bj0bG9nuVdfmAy4/1orGHH/da4mXg5kOaeNQVcbzTFaOuuC8O4LU3GHXFg5r43laMtLIPr31BB4KfUIoODoQPjMHncwNqhiz6OG3mcRxw2svPeMUBp/38Zp5dzsSVBx+exoxpwDNmzFA33niD+vOf/0999NFH+rjjPisWqy5o+Rw6FoeRoYH/Pj09/Quyf9BxHEXZjTWMtusJ44Hr3BKaF5xT+B3hYhZmSeDCEYQq/2YEoSmx6zlK41Vt2slh8xESYTj3uW7iNF61AhFVa1Za/16oLOKhkDY9bNoXUmGh0Iq78tmn10Mhtobjpq8GcWM5gHy2EOE8StfWuLX5oVD77fJh432yfaFDRGnse9in10mmX00Tjut02Bcqs6uhzsErcUKvtAn1UQRBaNugNhASB7QetaCSZ3OB11Lg6jEaD0wnxRRdu6xrefYFKQt040SG9fPTRSFYzenCMH5IE65u4/5ajMDiva2YLmy+GgdThQcPHqzvZcU9rRDD/B5IdBTQ4ebPNC0SKKM7I+GyZqg7IGH81uWVB78rz/Zz3Ks8ji8ac1xlxlMZP//8c3X11Vera665Rk2dOlUfDz3aSo29/VV4rROQP432cT8Kr6H1f5WRkfE92W1k4yg79PjmKKD11H46bTPibJ7gIoTQcuC84gtBeLAS6gfzIpAgNCV23eRVVzU32A7XtjT29pnr47jXZ3htj+nVaauc7bPzbTjfbz275IVDP1zrM0Eaba6rPyEIQttEBGsCQZV7Cip4NhPTZzYOEKx4ENJ+++2n7yeFcDUfcsQEWS/jVRafC8NnQJBidJRHWXnUFYY4hCvCtWvX6k4zpo7xq3Ew0sojrhCuELAQcBDDGBXasGGD/mx+zL752QzHEZoileHytp8x/a6ynDbXbaZ5u4BdjrH92B+IeHw3H3zwgZ5Ce8cdd+hjlZ2dpadJY1owH3cshmVd63X5geEbTPZHso9IBP9A9gjZCZTugMzGhs8X1zbFKw3Z1njaT5xjEKt4fzJ+P5h2j7R5jgpCS0O/mfoNSjPh+h14/X5dfva58uw20g+/dZvA5/KbmGXMsn4+YMaDEml5l8/VHgqC0LaRHkliUe/7ZBFgYvvQMEAA4R6QESNGqFGjRukpt2gsIFwhLm381uvlN8G6uTHCZ+B+JYyqeglXGEZQMfUX97tCrJqvxuE0DPe04CEx6HhDEGOUyBSujLkNAHFuJF15ZggQN9dplnE1tnYaePnYGNxTBaGK/XrllVfUlVf+RT3yyCNq2bKlJFJzVB4JVUyj4uPsWofLB/x87KdwN7Kfk70O8Urb8zwd07Moy3u+8a5gZbUfxOs2cZ0rQXCtKyixLtsSnwkasr2uZXExCPcPrlixQhviMqoqxAtUH+gnAsPYFQ6bDVy88frdefkjYS4XKW5/hsvv5fMyhuOmzwtXGdtntkGxgmXt9loQBEFqhcQi2dXpt31oEMyGBYIVI54w3PeIUcv9999fT8eF2INQREfWxvVZwOVnn+3H58MgjDHCg6mILFYR8nRhTB/Gva7w4TU4eNhS79699YgrjKcLYxQW24+H+mCbIXRhuI8WHXHsDz6PP9slLr1wlec0mwvbb6a94oAfVoUR46eeekqPqL744ot6BAz3rubm5lGp0P1GWNZeHnj5bD/7vPwM7W8RBWfQOfMMhYhHghavXYGO1iXr47o4IjQNOG/REce5hItFmE4vo6pCPIG2gs5HCqxGo5kx6yxX3eVVn7nwKhvNOmxc22bH2RgzzrDPDm2i9TOufC+f1EOCINhIrZBY1D4oB2283c7bPghVNA4IMdKJe0wh7PDAFXReIQAPOOAAPXKJ+yJRBiOWXuv18tu4/NgObrwwTRlTgfGQJghXvtd1wYIFOuRX4/CIEEZVMdpqvhoH4ZAhQ/R9rhCpuC8PHXM88RT7ZgpXL3ibzG0DdtoLvzLmOsxyiOOiAab3Qrw//PDD6qqr/q7effddffwhYLOzc8Kld/0Mc70M+4KUBS4/dyDw/YdH3jdRcqd2OqDv11wB4jrt+jzGda4IjQ/Of/xucH7hN4QLBfAJQjyB+gBtUygaQmc0I/hI1FmxCCi/us4P13LRrIvLIrSXM9NmuYbSGOtgcKwbc32CICQGIlgTCOp46ntYTZBmM+E0GgYWrCxaEUK4YsQTnVmMVuIe17333ls/Qh6iBeXCnYl6eH2Wn98G2wTD5+C+VLyzFUKVnzCMEVdOY7owhCxGiDDq2Ldv39rpwhh1Ne9zRT7eEYvlEQIIV7Mzwp8NM3H5GNPP5Uxjv6sh5jQEAy4K4Im/2K97771XXXfddeqzzz7TeZiyjTxgHzPzcxj2eflN/Mo6hKpOE3jFhKdgDVN/hbum6+E6F4TGAccW3yXOJfymcPEGv2/MOjDPf0GIBzzaBd/6oylp6G+kBTd9FxprW4KsJ9rPQnm5eCYIggvpqSQWuqZHY89m4vKhgYAIMcUqQjZMB0bHFn6MZI4cOVLf51pUFHqRN/wQrva6OW36gMvv8gFsGzoK8OP+TdyT6vdqHPj51Tjdu3evHXWFcIVBuELM4uFSELhYHiNMEGN4ui43lNzI8uebaVcccNrM55DjgNPsw/ohpCEcvvvuO3XbbbfpBykhjpFW3LuakRF61ywfH3sdTCS/SaSy3EHjc8IxJRwjrOWhaONgf/9C44HzC98lLv7gd4TfrHQMhVYCVUlWRdWMmPVhvNZRLXh4GhWzvRUEQTARwZpY6HtYTZC2fWgQ2IcGAp1XCFMIE5excMVUYYy8YrRv+PDhetQV95FiHSjnEq7A5QN+ZW0/thmGz8E9rEuWLKk3XZhHXXm6MB66BJGLEWGIVfPpwohDvOLhUlgfRDDKY98w4hr0oTPYHrOBNUOOAzsNIBYwvRf7OXnyZPWvf/1LPfjgg3o/2rXLUx1ou7Et5rFwrYd9Xn6TSGXNPP7OIVTt7yIMRlh3vbHZH1qV+/sFrhF7E3u7E5nG2lecnzDcB41RVfyGcX63pWMptA486gU6VeudrM1+4mKbzHo+Flz1XWPS1Ot3EeQzo90uqZcEQfBCBGtioZUWGgm7oXD5uHGAUGBxCoNY8TLk4+FM6PjioUAQfrjPFWIQT7NFPkZs/bbBy2/j8mObYdhmbAPuTYXI41FXFq6IY7ow4pj+ixFUfkgTHsyE7TXvc0WHBCIYy2P0FZ16CEYbfDbK2rgaWpcP64RQhRh8//331c0336yeeeYZPepVUJCvXzGEV9NUh/eb99eEfV5+E5cP2H6OY7QZ9xAjdH0nBmvJKkJRT3gFCLX5rdMvz7UPQYl1WfsYRUNLbC8wl+VRVTx0DOcXjq+MqgrxDJ+/CMOmHXTuJsF0ZgvAF36iwa8+88O1XDTr4rIIzeU4beabYVBc5aNdB2Muh69a6idBELwQwZpAUOVf7/tEY2A3JJzmDgEaYXRqWaSwKHUZ5yGEYUQS4g7rwROFIVyHDh2qHxiEfBY9XtsRxAe8/OG+jBZ//Gocc7owC1eMuPKrcbD9mBKMUVe+1xXiFcIVQhbTcDFNGOvBOnF8IMTthhR+/nwOAeJ2GmAdmPqLhz699tpr6pZbblFvvPGGFt0YBcbUX/vVNCb2ehmX389n+3k/+PtE6DrWDnATsOeQKK2TV0Kr0ytkc4JtQLGAny34gO8U5ytmImD2AC4wyaiqEO/Y5yenqU6IixPXS0xFU2d5lW1IvcfLmuuw4/b67TRgnx0GJVL5SPmotwRBELyQGiKx0A9dshsG28figOMQlujcQkxB/LEghZmClcWqncYyuM8V00d79OihX4mzzz77qE6dOmlfEOFq+l0+4OXHPsDwWdgH+9U4MB6FhXhFHK/zgDjdbbfdap8ubN7nive9QrBC6GJ9GDXGiDI6/vz53KFiXGk8KAkPU1qzZo169tln1a233qo++ugjvb6OHTro0VaUwzpdy3v5GlrWFKqYOo3QPq4RWBUOG41IU4KFyJijqph9AGTUQhAajnmRkrHrzKB1qFkuUtxep5cf2Mt7GcNx0+eFq4zt4+MTZH02IlgFQfBDaojEorZnigaDjTHTHKKBYcMoK54gagpXHnVlY5Fqpk3hihFDhBCreEDTvvvuq7p166Y/D+V4G9hM/HxBymIf0OjBj9FCiER+SBPMni4MHzr1EEpdu3bVohWjrPywJoy64uFNGKFCeawL+2YLV8DHEGAbIIZRDqO+TzzxhLrrrrvU1KlTVUZGuj42GIWmBZz7wOth2BfE7/IB9nGnAN8XhCp/JzHQIMFqbx+IcTsEAt8rj6rKvapCIkHnsK4YwmGLVRJcd0ZbTzVWvea3HjMP8UifaZaxlzVDYMYZl8+LIOvCsZW6ShAEP0SwJhAkvHZ5rQ2Az+U3QWPBjQaEKzq+GIWE8INohbEwZZHqlWbhCqGHabB4Hc6BBx5Ye68oyvFommvbvLY3mrLYDxi2h1+NA6HKo64sXiFaWYxilBgPlMJ2YpQV4hWGac7wYVQU5fFEYoh63BeLqb74HGwD9g1CFEJh1qxZ+h2qeJDSzJkz9Uhq586dVVZWti5rjibytpqwz8tv4+WzjYUqvqMGjmjiHtZA0Odi47SFom68vkvBHx5VxT3YmM6OYyijqkJrJ1wf6AqB6o0WrxhQd/HvKrxtOh4UV3mzPjTzOW6HjOl3xQGnXcZ4xRn22SFw+YCddmGWwTHgiwGCIAheSC2RWOjvE40Bmwn70ECYedxocohGGXGIGog9GEQOj7aaApVFKpudxnIQr3jYEEYtDzroIC0CMfqIspjGC/y218tv4lWWG0OIMwhoPHwG722F8DTFK4+6IsTILJbB6CqLVoy6Yrow4rjnlPcLghWv+MErf/DZX3/9tbr//vv1g5QgIFAWeSiHbUAZbBObicsHgpZln+nnNL477D8uRjRQqAI8bCnoCKu5kbQpu263iV+eUB+co/it4gnAOKdlVFVIJMJ1OQVWpd5C4HcVVFj5bXKk3Qm6rFc5+E0z4bSd54qbPhOXHz673nGt04R9WE7qLEEQIiGCNbHwfK2Nyw+4oXA1GGic4WfhilFXc8TVFKm22X4IJTygCWC0EiOueDUOHjaEslgf8NteL1+QsoD3EduDTj5eZQOBCvFqjrryq3EgOLHduJ8Vr8OBYMUU5yOPPFIdc8wx+j5dCFKMtn777bfqvvvu0w9UwlOJ8bRfPNwJQt0WqiZ+voaUxXcHw3GFkMH3hhHiRmILGV5r4wntLzaIN4rj9TfSwN7+aGnI8i2xLJZryLI4r/Dd4hyVe1WFRIfqE0042SLg4/Ebc4lW5PHmmZtp+1x5+D375XuFwPSx2dh5Zhnb71WGQzvf9Lnwy2OCXgQQBKFtIzVFYqF7rNyI2I0Fp80G0uw4c9z2sfhxjbjCWKCaZvs4DQGIqbdYDve24l2uo0aN0tNlMdqKMrxtXvsQ1O/yAd4/fB62BdMoIVbNUVdzujB8EKUYKcV9rZjiDOGKqcJYD8Tqd999p9/rin3BaCzuYYVAdI1m8ufDGJcPuPwuH0Aa3xNCHEcIVXxPjShUmQ1km0LRxgXHy94voQ58vxhFxW+Qp7HLqKqQaFh1tk7QOR71SY71pJLIxMPvcJGH14swhX5LmZn1/ZHA7w9l0Y6hPYSZ8ZDtVGXU3iGOds9lyK9NlxsXeHU85DfbTa+wooLa13C8nOJoV3U8bBW6TKid1nHDQssjDyHHOR2Kc5m6sqH8ytp4hY6jLdU+KmeGptWuIxzCV01tU1VVaNlaqzRMpyv1cRcEoW0jtUACQQ3pLvewBm2IXXD/gEN7qjBGXDHNFI0PGiM0orbBz2amsQ4e+cNoJB7QhNfiQPQBlGWxh31w7YfXvnmVtf3YF943dDowMooH1kCgwnjEFSGmCWOfsa/YXgChunbtWnXIIYeoCy+8UI+84t5XjMbiNT+YUox7eLmT49ou/nwTc7tM/MqyUMX2sVBFQ99EYDpwzCrYdRyEyECY4jvFqCruycbvAz5BSHCoanNUfgFAm7Vl61Zdn69bt7729wL/9pIdasGCeWrNujWBf0f4zeGp7wP6D9Azhfr26aP69UXYV9f3uAjbrVtX1a2oqPZWkc6dw1bYWc+6wUP3OnXsqDp27ERtSUfVoX1H1Z7C9tSutG/fQeUXtCcrUO3y87Xl5bXTlpubpy0nJ1dbVnYOCXEyCjNJkEN8Z5BlZmRqyyBLJ0tLzyBLD4chS0WYBkunfad0KuVTPGScl6HSOQwvl55O64Rh3ZQOfQZ9Lj4nHE8jS8eFAPgpRDw9M5u2MYfS2SqDQsQzs3N1mJ5O+bwcWU5uvsrObkf7laeyc9tp32Zqe5NjOwUEQUgQpAZIINLT058i4fIzFgSuNh4+TGOFsIGo4SmrgJcLEsJ4OTx8CI047ktFRyCooZNgpnGfJ9aF7UKHHCOfEJJczsRr31xEU5b3DZ+H/YHgRCcE04EhRHv16qXTM2bMUFOmTFEnnnii7oBgezHNGA+qgmH6Mwwjs0gjhLiHWAd+n2/j8tng+8SxQtgMPE12TijqhrYZOwjDF5dN6S4U9nv44Ydv6tq16zAcRzzgCt8tzke88ufSSy/Vo9f8XfMxQmgeL05Hk2+HXnEOTT/wyrPL2PnATAfNZxDHxQgcJ5xDq1ev1t8x0lzWXMYVj7e0GXelbZ8Zt30c2v5o8rziZppD2+8X98rj0PbHmseh7Q8aD5rHoR33yzPjdhoXX/AaNNSnfHENbQrqMX6lGInCG8eNG/cq1R+raBnchoAKrpri9SrF55579YnDDjv0nLKykqTcHBJr6dSuUb2Zk5ur7n/scfWH31+uTj/7LPXQnXeptes2qBwSeW+8+6765e9/ow4/fLz67333q00bt2DjdDuEC5f/+c+d9NsLXaRl0DbR9tS+r5un5pfuKCGB2kUlmSOBtIX1a+6QI+QL/w0XoFantjMGH9xIw19b/RvtgI7SIdCesLsuHnYQoUXq0iC8VNidVC/NJUNh+C87w3A6tJz5PAxjWwmz3dJldZMQ9iEZihEcS9KzgTZvXK8Fu/YkJ6mdpWVq1vTvVdfu3fT5gQcYhi4EdNYh2g+0JWiHp02bdsUpp5xyJ31nDX5QgyAI8UVdTSy0ekjsPUed2zPNhgKYDS7iLFgxuomOL8rzMmbo8pkhGg8uh/VAtEJwIg5DRxviA3GEMPbZftOwDn4oEx6ShHdKYuoj8rCMiblvJi5/NGUB7xtE6+67764FK15/g4Zx8uTJesrwaaedpo8nGlF0YtDxglDFaCwLVwgNhCxcEccIMxpnfLbf59uwj5eDAOb7ipuRG8n+Foq6oe3kncIXxoK170MPPXQzdVA9BeuwYcNqv2M+LvYx4nQ0+XboFefQ9AOvPLuMnQ/MdNB8BscC5wlG8nFO8e8HcFlzGVc83tJm3JW2fWbc9nFo+6PJ84qbaQ5tv1/cK49D2x9rHoe2P2g8aB6Hdtwvz4zb6SCCtX///jeNGTPmVcrCjdpbaDlc8YtKsN77yKPqd5f9Rv30/HPVo3f/u1awvv7OO+qS31ymjjjicPXUAw8GEqwlEKyHHqqWk1hdtHChLrt2zRp18UUXqdFjx6qaatqsuuK7Eq6/zY3X8fAfjtfm15YPOdkfLhnKDvu5bXCF4aheDnFeHoHON/N0FuKIJOnjGEqHy4YK6DR2V+dxfsgRTsMR8sODLP6sWj/9oV4EPPqwZeXkqndfe1nN+PZLVdChgy6DKc+Y/dSD2gxMIRbBKghtE7+qVWhlpKWlvUQV9amIm42sCfyY0srTctH5rWuAwo1MGDNtl4GxgMRVZnSkuQw+A34YygQ1szzWx8IVHXY0WBCuGMUE+Ex7H/322SaasuhEYTtw3NAw4tU1mA6MY4gRVjw4CoZ8GAQu1oOr8RCpEBosVE3hCkMZFpte28THFXAZvuDAI7bNzK/I7g9FvaHtxsZimno2hSxYb3EJ1ueee05dcsklIliNfBwHXKjBRRt8z0h7lbV9Zjze0mbclbZ9Ztz2cWj7o8nziptpDm2/X9wrj0PbH2seh7Y/aDxoHod23C/PjNvpSIIVD77r169fgwXrfY8+pn7729+rs8/9mXrYGmG9+He/UUcdPl498Z/gI6yHkmDlh/ahHSorLVMjRgxXlbTtVeH9aDC1H0mR2j2tt8v12CUnssNnbUQUmZziTfZc1MwwCptuHPstW7eppYsWqsysTH3sUfetWrFCde3eXUZYBaENI/ewJhBmIw6RYwodwGlugO0QmHFgprE8hCQaFYymwhA3xSpAXE+Too4HzHU/q8u4HJeFoEaHHWncD4QHNO2///56lBMNF/z255ppxuWPpiz2D58F4YBO1NSpU3WHCkIaD77BPa780CZ+SBMENgQ37snF63xgPEo7cOBAHYf17dtXN7x4KAjAfvE28HbgO8A2wNCxwzGB2MUxaiFWh8NGxz72Nvb5GZRYlwMN+cxYlsUFG4Cn/6JTjN8Si3hBaAs05PfaHHB9nJIKQUsV4urV+h5L/s032Gr/4ViwUTtgW3LIUrTR9rCl2Oa4QOxntF/eFroYzZYWNju9i6XVWTqltVE8w7DUlCRVUVaqkmmbcWEY25mchG5qfJ8PgiA0PSJYEwhq0P5CHf5/k+0Iu5zix8RMc9z0YTmkcSUZU15hEKlomDif1+0CAssUrRChHHeZLWA55Ac04WoqHtCE97lC7AGeXsvwNtnb5eeLVBbHQHdQqAFl8Jn8kCbXq3EgXjEqjO3H1V+IVQhXPEUYopUNaTykCSMNGJ3FsdYNNX0ewGezUMXoLNbXwgR9B6tN7YllnmMm9vfQluDfGUZx8F5VXPQwzwNBaCtYda9OhMO4qCDwuwxZ6NaXvHbt9H2XGOlrSuMHMdVaO9PatRrD8XIZ9iOL+hj4/jt3LtRlRasKggCkJ5RAkJBZVFFR8TuyEVTh309WGs7SoBHgjgCHjCkgkIc0GmSIU4z+IUSa83l5czkTzscy6ISjUeepXrgfD51xpE2ByuLUz/DgIgg3TNHFa2VGjx6tRSC2D8KVp5Yx5rYy7Avid/kwCgqwb/g8jHYuX768dpSVhSunf/jhBx3H1GAcy912201v85577qkFK4+64r202B9MOcOTh/EAIghdCBgsi/2LA3AxZGMoGgw6R3CS6BPF63xp6+D3AcPTqDFqj+8avxtBaKuE610N1Rv1K+sWJXTxkg11WjbV6xgR5JlHYrEZLthmZmbQEcYtEWmqa9duoTZDmg1BaPOIYE1M5pFo/RVV9PuQuHqU2vt6c0dZNKCxBZwGEGF87yiMO820jnqizcRcHiCN5SAiEYfIhKjD/Uq//e1v1VNPPaVOP/10LcQwlYrvxTSFqS1kzXzEsQzuB8U+QOyxwEODx2VMvLbfz2/DPlOwYv/4OGKbWHBAqMJ4xBWjsBhxxcgrpnpidBbTnDEtGK/Cwftbx44dq8aPH6+OPfZYLVzxmgSMaPOFgjgBYjV0I3EwzJODDhd1RazzxSZSfqKB2Qo4XzFaj2nnfE65zkFBaGPgR9DoPwT8vtLRtsX4G8PyqJe5DcCFyDwSrBCtYg0zvCIHT1tGO9uhQ3uVS0KWH+YkCELbRQRrAkOd4NmVlZUXUXQkVf5PktWbS8odYjS4LFQhNO3pvsj3ExFchteB5TF6ive0oiHHg4kgUvEamFtuuUWdfPLJ6uGHH1YffPCBOuOMM/RoEkQcC1cYi1NTpLrSWAYjrhCAvXv3VgcffLDad9999fvucO8fypgdf94nG5effbafpx/booKPE7YNU3fxqhsWq+aoK0QrRl0x7RNiHlOB8bAhjLDiPl0IVYh5NNg4nnEGBOv2UNQbOi71hKphvtjHOpHB+YPfCn4nOC8w7R1pv9+aILQVjLogieKacLpB4HdXQu3TitWrSRhFfzEQP0+sQ4tWsqSkZN3OuUYMxaKzXD3CmqnvzwXojxR27kxtbiM9zEoQhFaLCNY2AAm3GSRczyOhdQAJoGnc7kNgokFgkcodZa9+gdmR5jJotLE8hBUEIqauIsTDke666y79+penn35anXLKKfrqqcmIESPUo48+qj766CN1zjnnaKGHESaINcRNY5HqSiMOgQzhihAPMcLnH3jggfqhRxB+EMUIGWw/m0kkP8cBjoerLPwwfB4EKUaRIU4hXGEsXBGHqIVgwdRiPGEYyy1ZskSLFxieRol1xBG4fzXoExidyss+Xo2JeY42J9F+Ln57uPCBe5xxDuBcgU8QhF3qCEwJ1oTTDSIzI0PNXTBf3fbAfSotKzPsjQ78Vtnw0CN9j6m+B1OsIZaf3y70lH39MKnQQwY7duyosrJC97UKgtB2EcHaBiCxOGj8+PFXHnTQQbf16dOnL64G83Rfsw8QpD+AMmhIIHAhUtHRxtRciEXci/m3v/1Nffjhh2rChAnqF7/4hRaMkRgyZIh68MEH1aRJk9TPf/5z3UhhxJWFKwSpbSxWbUMehB5EHhrAffbZR0+vxbahcwHhyiOkDItOu0F0+TnNx4Hz2M9pho8ptgviE2IUQhXThTF1GFOIcU8vQryI/r333tOvzOHpwxA0ptCOAyBYY+050OGpO14u4A9yHjY2DfnMaJZFWfx2cI7iogUu8CCNc0kQhBDGbwqRJqkQYq3EaOP07xWGNgV11mKq1yupXUHbVVlhGXyNbHh9TmCrclmV0/Ce06it2suqPa3Gw7C9ixYu0MeVyS/IV8N/MkJfCBcEoe3SJA2B0PJcd911/TZv3nw0iclTqHN8IFX2qRCAMIxCwjCdFkIKDZXZ6XaJCeTD0EijwYEgxHJ4gNBhhx2mTjjhBC0MIYIbCgTdAw88oF588UU9+ogrrBDYfEU7WsO9tFge+4yHI0EEQjAgz2t7zeNhgmUg0LHveGKxn8Dy8uP44Thim/CkYzwlGNOZ4fv000/1PmM7IWRRNs64muzaUNQbOi6885hfnk1pfg/rza73sD7//PPq4osv1g+jwtQw7DcfP4RmnEM7zmngymdcea589kXK88q3/Th3AL5XGHd4zbKuuMtnxl0+Mx5vaTPuSts+M277OLT90eR5xc00h7bfL+6Vx6HtjzWPQ9sfNB40j0M77pdnxu00hJffe1hx0a5fv343jhs37lWqP3ChrFHew1pcvEPNmP2jOuOSn1M7tkMdetCBUb2HFc8ZwPaiHUEeZvSkp6VTm1AZfgVL/fYzkDCmQlyuhmO1C+JCaDiqCZcwfPDYzXaoTMhZm0URs33fpQzydQqEEqG0+Zn4LBwTzgn9CZfQCXNb+PPq+UIL1APHcieJUv2AR0Xiv6JcX3RGW7t0yVI9jRsLwSfvYRWEtkddTSy0el544YXuJCSPDIvU0SRSsyEsIc5YpHoZrl6iYTEbZ4A0OtYAAhcjlGgYMN0W03whVjGVtSlAp+H+++/XYgYdGDRMeAgRd/Rtg/jhOMqYaRhGhCESsa8Y0cQ7LjHChX20R5tNTD/ieIAU1oeG02z8gyxvgs4ZtrGgoEA3vBDCGHXF94FGOk65gOy/oag3dFx4p6HScijdmUII1lv8BCuenIyp44kmWHF+4beDCxH4TfL5Zpd1xV0+M+7ymfF4S5txV9r2mXHbx6HtjybPK26mObT9fnGvPA5tf6x5HNr+oPGgeRzacb88M26ngwjW/v373zRmzJhXKWslWdwIVmwnBCu3LXh2Aqaywm+C9gH5yWSuEcLa5iMcqRV9FNTtYChhpmvjhj8Uhhw6Hg7NNgqfwyn4Q1mmT/8NxznUQV1ZDhEgVlvOCo0/cIW8BOLkCKVrvRq8Jqh462a1cO5sncZyZXQ+fD9tmurZu5c+viJYBaFtUlcTC62Wd95555SePXv+dO7cuYdSw1+ADjHEDwSmKUptQwfaTJujrSxS4UMjjWnEuOf0pJNOUkcffXTtO1CbA9zjh4c04cFNuB+UhSt3FiKZLVyRxv6g0cQ0XQhXHs2EkOB9t8FxgUHkolNjCysTlw/YfmwDrwNCOI6FKnMk2fuhqD+0b9jZFAqzKeQRVl/BitFmvqrOxwqhGefQjnMauPIZV54rn32R8rzyYTiXYBg1x/3Z+K6xz7yMWdZMm3GXz4y7fGY83tJm3JW2fWbc9nFo+6PJ84qbaQ5tv1/cK49D2x9rHoe2P2g8aB6Hdtwvz4zbaT/Bino5PMIal4IVPrRL+C2jDsc2Y9ttcC/m9m24YFymOhV2CnuDU/fJYeo5QgkciF3K8dGplxFy0tHXoRNHVn2XfwGfNXtgL1Gjj3k6fQcATwtmwdq5SxEdaxGsgtBWkRunEoAbb7zxhI8++uiU7t27F2A6JUQXxBSu+LKhkrcNlTxGRzHCBwHHwg4NL8QT7kvt06ePuuKKK/QTffFwpF//+tfNKlYBxM11112nnzL817/+VU8Zxf2e2D7XPawun2kQ6jzqjEYOT+bFa3EwvRm47nMF6JjAjxDHCSH7Oc64fMD2o+ODdXmJ5DgDnYDVoWjT4DpmrRX+LeG+ZYzGYN/gEwTBG1MgmpA/DiqH0CbwhSgYftNob9GemoY2tkvnLmrrlq1q2jdfq07U1rI/qOXZlmdaqG3PR/tuWV5+2NqZlk/l81UuLbur5YUsd1fL0eYop+O5+qJATk7Isi3DMvhc219nOfWN1oX1cpuIpzCnpKBtxDmROG2DIAjRI4I1ASAh99fLL7988t///nc9qgqRCRFqCtXaxo0aTLzyBUINwhbCFNNjMQKEkUMYlv3Zz36m7yH93//+p66//no1cuTI8Ke1HHjdy9VXX62F6z/+8Q+9nZhiidFkU6yyMLUFK6dNH4QrDB0OjCDjXagY5cP0YQhXXPlnEYWOFF9FdwlMFqMox3HGjANXvusKfZyxmWx9KBoTtT1Rr05pIoB9w8UfzHTA/dj4bfEUYEEQ/OG6ketE+t3gKcFcWdavSBsZrBx1e0Z66NVuNlxlQ1DZxgLWNFwUHTNurPq/K69UyVQneC3bEMN0Y9tSkl0WEn9uo3wfQ91VXZGqKnbWqJ1l1HaWo/0sV5XlyaqmErOSQhdeTUMdiGnQa6l/UVleoSoiGZUtKylTa1ev0ceO16NHuem4Se0pCG0bEayJwQqy0R9//PEfL7744i2vvvqqFqUQeHzlF1Nnunbtqu/hxBN4v/76azV16lQ97QqiDw0Dpjrhab0QhA899JCe+ovy8UZRUZGCOMd23nDDDfqhTBhxhfi2BakpVE2f6YdhqheELxrZQYMGaeG6995769FcLmuKSjTgZsfK9EEAQ+xiOcR5eqtZluE0j9zGORCsW0LRwNCua6WmLRT1JsgxiLQOL7BcUy/LHVVMXcdTgHHeQKwKghA99JujKqFhFaNePGD9ClFXvKNEzVmwlFL4zYf89amb6u9nLNowvRltLAQZ0q6y8WzY36zcLNV1jwq1x/Auap9R+6p9Ru6nRowcofoNy1Wd+1Wp9PRsfazM5dLS09SG9Rv0cy7O/tnZ6qyzfupvP/2puvDCC/UFYxwzPlb4TgRBEKQmSBzQGt9BAmnU3Xff/dof/vAHPRUR03chWHG/zdtvv62effZZ9e6776oZM2ZokYbXvtx00036lTKvvfaaOu+887TYbQ1glPhPf/qT+uKLL9S//vUvLcohxl3C1ZXmuOnDCDWEKwQkjt2YMWPUvvvuqz8LHQ7k454ZNKZmBwhxLINjinuy8PAgNLx4rQ98yGNQlo3he7jiHEwHLgtF/aF9M7t6iOt0JOFnHpPWBs4JfI945y7OQ+64CYIQPeG6IPQnDOIxkZykaqox+yWc9iA1JVlt27ZDzfxxYbieci+ghVR4BDCSoV5AiAtXdl5rsOSadNW+a7XqO+Zbte9RSh1+Ui91xMl91GEndlf7HF6sdjvoe5WVl05HylouObTPuO2oho5lVXV1REtJTVFdiorwhdceN4wYC4IgSG8q8ZhPdvL06dPP/P3vf7/1rrvuUrfeeqsiEavvQ8XID95JivtSIVzxGhXEd99999DSrRBMDaZ9VV9++aW6/fbb9YM8IBgwvdklVF1i1c7DCCmEK+IQoAcddJAWrrjfFa/v4anCbOjcYPoXPruIyqdQPIXWUUgiGiPdELooY/e5eFlT0MYxEKzRdBrt3l6E7mLrBN8fOle4UIIpwLi3WqYAC0LjQr+nqH9QpVTvHnf4ePXxBxPUn377G/ptbseKwrm7gsoN01vT09O8ayvy88WotmApqbTLlXmqdH1XNWfBDPXZ9CfVZ98/pj6f8bxatGS5qtjcW6UmpZO4rL9cGtWJ5RUVul5MJyGKiwFBbOPG9SRS649EC4IgSE2QYPTq1asvCaTfUXh+fn5+BkZNv/nmGz1qev755+unseK+1FtuuUW/miaRwD26v/nNb/RU4XvuuUffy4sns9rCleO2mcIVob6nhkQnBAhGSXEMMXKKBhh5JhCwuO8V05Mri4vVtpEjVfHQoTrevkMHLWhYlLLIZRBvJYIV70JsMLZob81gBAD9aExJx5NFcR7guxYEIXbsOiIWsQrwe+xM9fYB++6nduvZSwuomFZkgOXNkcREt9T0ZLVtQ7la/eU+avnnQ9XiKf3VIrLFUwaoFV/so1Z9vYd+km9qWv2n8ddUV6sedMy/+HqaemfCh2rCxE987f0PP1Evv/62Wrh0lerWvbs+1ryu0Nff0G9OEITWjAjWBKBHjx4dyM4iofomCZ+ZJLLuWrdu3ZHU6GfiPtRHH31Ui9THH39cnXjiifq+1kQG953+4he/0MIV9+RiRBnCFQ+/MYWpyzjfDDmOh+hAvGLkFZidKtzbilG1ZGpYk6j8optvVqsuu0yl0DK4QowG136oEpZnayWCFfdKNwTa1dAx47A1g+8bFzTmzZunH1yGjpWMBghCw0F9GdaoFIQiYaJSLVgU9S7q8ErUsfVWFRuYopqRmUmWEaNh2dZjeINAenoqHcOdqrKiUlVVVNcaHpZUWVmuMjLSVSaVM/czDRdwOxSo3r16qBQ9ao13oXtbWhod1/Q01a9vb5WTRZ+dET5WFOqvreFfnSAIrRipAlopo0ePTl28ePEYEjpnUPKYioqKrhBU6DTvtddeWpgee+yxavDgwaEF2jAYDX3ppZfUvffeq0eb8SApTCPme2S8DPkQIGYcjfePP/6opxxDsDAQnCiHqdXVJGJ2DBmiUkjcZi9frnaSOIOoMR9gZfbBIN4watsKRNxZZM+Fov7QvvAOYrgxm9J4D2ufSO9hxcUFpHE8+Rgh9IpzaPqBmfbK59CVZ/rsfJwH2G6M3ONhKthWpM3lzGVc8UhpM+7ymXGXz4zHW9qMu9K2z4zbPg5tfzR5XnEzzaHt94t75XFo+2PN49D2B40HzePQjvvlmXE7jdFPr/ewrl+/Xj8QsH///jeNHTv2Fao/MLsj6vewgvIKPJuglD4YU05TydLU9B9mO9/DigcFrd+4Vb3y5ntq8dypKpmWMcGtHfqWEBLAy5ev0KOKsRA6ErHT3C0FtjfWz9Ttmv4uguw1lbPOlZ3Unv7www+qG50rOD/w1gN5D6sgtD1kOKCV0b1792E9e/a8bsGCBd+Xl5dP3Lp160XUce6Kyhod/jfffFOPpv7lL38RsRoGwvKss85SkydPVk8++aR++u/atWt1p4hHVr3MHGFFiBE11/2oECzwYwQ2NTdX5U2bprKXLlWpOTn6s1CWG2GANC+PRthcVxwTeISV9pV3iHZN75znDprHhXH5gtKUy+KiBMB7VTEFGN8dvntBEBoX/i1S9RHzDxrv9nztnffUyP0PVDfcfrvKJ7HTkLo2MzND/Th3vlq8cp0qrUhSxaVVUdvWkgq1eXt5yHZQ3LAtHFIZxLeUVIaN46E8rGMrpevC4LYtbHbc20LbgnBbaaVzn/xse1m12r6zhgxhJKNyVN5cvrQySRW079ha2khBEJoIEaytgK5du/bq0aPHr0msfkYd5O+Ki4v/vmHDhkG4Z/L4449XTzzxhJ7+igcs4am20oF2A7Fx5pln6gdNPfPMM/rdsqZwZXFqilTT4IMoRdzoTNUapi7hycybNmxQVVlZqjw5WS1ZvFiPxGFk1kuYtpLpwBjZ2BCKNh62QGzJTkkksYoLH/j+8WCldevW6d+ZTAEWhPgFv+kdpaVq7ao1asu2bQ3+veLJt9u3bVUlxZtVZcV2VbkzFitWJds3qW1b1qltm9fqsBi2db227Vs3hGwbQqTrfDu2bTRsgyrZtom2ZaNhSJPR+mvjlu1ASPmlKBM2xNnM9fFnoUx56TbHvjStVdCxqq4sVbl5OS3aNgiC0PJIbytO6dixYx4J1FNJqL5Eje7M0tLSezZu3HgwiabkUaNGqTvuuEOPGEJ4nXbaaXqKqxAMdGJOPfVU9fHHH6uXX35ZP3wK732DeMUIqilQbYNgQWiDxpSnDmPkDdOGYbhvFmLVbGwRZwOtRLDiHaxrQ9GmI5JobAl4WjjOD0ztxpRFczq4IAhNB9UJuqIMh1GrFi1SM9J13WzWw7FTo8p3luqpqjt3Rm+471PXcrQtFdSW7KT6hA0PLyorLdFPN4aF0iHbWUZpy4eyu6a5XMh2lmHZ+lZ/mfpWtx2ltJ9lqqqyUj9ACWG5bhvd+9UkhmNMZt4iIghC20QEa3yRTAL1EBKq92ZmZs6qqKh4adOmTadu3bq1Hd4J+uc//1m/mub9999Xv/rVr/BE4PBiQqwcd9xx+njiacpjx47VAhOjZ6ZwNQUsBCtGStF42sITIYQNHvqEECOuEKucZ5ZlkG4lgnU92bZQNGZqexzoRLo6IPbxaWnQycX3jYsQmAYM8N0KgtC0hOtLDYvWxgD1Du6Z3VGyowEiqGHiCZ+LGVJoH/TFL0rzDBwYw+mQKX1frulDGsuxmXm1ZXzynBb+bNRz2DaYzCQRBKGlkVooDiDhuVe3bt2uIqH6LTWknxYXF19GwqkXHiZwwQUXqFdeeUXfl/rPf/5TjRgxIryU0JgceeSR6p133tH3AB9++OH6IUg84mqOsGJ0jRt/E27sOY87Qn5lmVYiWDG6GsuG0qHQB0Obl1CNN7CN6KjRb7F2pBzitTVsuyAkAuE6En8oGgKOhlJeUamKOheqI0aPVZXl9V9P1tygPtRPwyVD/QKwmy6ByT6EtpllzLRprvIuP7aJhapcnBMEIV4QwdpCkEjt2qNHj4vIJlZUVEwnIXTthg0b9kYDAcH0yCOP6PtS8WTbI444Ql+NFZqe8ePHq9dff12L16OOOko/RAliBWIVo6wQsAw3+DZePtuPNHcSWgHLyQJvKO2TqexYsGrBF++iDx02GJ4EjftV8b2j8yYIQvPQlHUi6vLePXupM088WVWV7wx7mx/sI+8nxCqeIg/hyiIRbQMuZpqC0jZehyvPy7g8rxtp1Mn4XPQzYCJUBUGIN0SwNiNdunTJ6dat27Hdu3d/urKychaJn4dJDB1GYeqwYcPULbfcoh8IhFewnH322biPNbyk0Nzg4VWvvvqq+uqrr3Qc717lacE23GkwYZ+XH6CTwJ2IVsDKcBgNtjJtNKXaENHrtyyEKV6DNH/+fLVixQotXKXzJggtD/1uG6X+wFpCU4JLQolmxtUuMCxcYaiLUP+gLLcTtkUStC7jZXA4eTTVS6j6basgCEJzIoK1GSCBuh8J1TupMZpOjcVbW7ZsOZsEUIcePXqoyy+/XE2YMEFNmjRJ/e53v1P9+vULLyW0NHgQEx7MhHtaceUbDTcae+BqyNkXxM9pdBxaCbEIVhvcixaOuoVjI/VJYwKdRTzRec6cOfoCBTpyLbk9gtCWsOtIA/oZJsYP0bV/vN/m/vNoJ4+6sngFZlkWoLZwtX28XqwD9ZwpUpF2rdvE5RMEQWhORLA2EbgvlexPJFanUvILahB+Tw1HP7wkHe8EfeGFF/SU3xtuuEHhqb9C/LB69Wp17bXXqgMOOED94Q9/0A/c4alaaPxNom3gbT8L4FZA4HewOsAOazOPn+v4tAT4XtEfxkOVMLKK0Rd04gRBaBnwewxrVFuotkrh6moPTJ8Z2iIT9RMEJtogU8CijoIhH4LTNPg4H2VNgcrLohzgz0TInwnMOOPyCYIgNAciWJuI9evXv0GNwC3UKIxEJQ9hgifM/uxnP1MPPfSQOuaYY1R2dna4tBAPLF++XF199dX6NTe4kLB582bVuXNn3cij84TvkQUX4nbj7efz8vP6WgHrwmE0mDuNuB5hNTqjLQ46b3iQFkZV16xZU68jJwhCy0L1hIbqSm1hd6vCrvsB+xDa5uenQ6HrJ1uIsoi1jUUri1rA6zNFaiQzcfkEQRCaGumZNRHUCX4AHWDc98gjOHiEPUbu/vSnP+lRHCE+wMjaX//6V3XIIYeom2++WT8ZtrCwsFaooqHHw5bw8KUgjTf7gpRtJSOseJ3NmlA0GOhjhqO0y9ZOW+AYNzf4TtGhw3RvPAV4x44dOi0IQsuAesCsCzhO1UerFKrArvqQ9jIWkAiDmrm8Dfu5nLmMHdrGcNz0MS6fIAhCUyGCtem4nUTplevXr6/Zvn27Fq0wiNY777xTv/8TI3pCy4Gpvrh4AKF6++23a9HiEqoQNbiflR+4ZDfqgH1B/JzmzkIrYAvZ5lC08bA7qMBONwUYccCxX7hwoT4H2CcIQtsA9Qwerqa2bVbFVO8nJTd+vWPX7Zzm+t9lqJdsMWmGHPcq68pz5UcyLu/aXhM7LQiC0FSIYG1abqYK/fjNmzevxfRSANHapUsX/TTgww47TH300UfaLzQfeFXJH//4R3XwwQeru+++W08JhVDFCBuLKPhYqKJjk5ubq/Ly8uo10K4GHHg14rYfaXQMWgGYDrw9FG0YfHzZIhGkjAuv5fAd41VFs2fP1t8tf+eCIMQXqB/pt4nbCGoN7lBuwyjbWab69O6tLvrlZeq4I45QZaU7acWNVw+46noO7TjMS1Cy35XPcNyV74qbxn6vkOPAzmfstCAIQlMggrXpeZvsoO3bt3+ODjIaHnSQO3TooNauXatOPvlkdc8994RKCk0KRMpvf/tb/Zqa++67T0/LdgnV9evX6+m/yIdQbd++vR4Z5wbc1WB7+fzKthKxCjAdOOZeCR1X9AS1YdQ6lAxhxm388qIFn4uLRXhVDe5XxVR9GVUVhPgmLNRirnu8KC0tUwP7D1A3XnO9OvvUM1Rx8Q6qb8KZDcTcXLO+5zgM+8Ui1Axd8VjM/Dwz7mWuz7KX47QZMnZaEAShsRHB2jwsIDuMOsmPYtQOnWV0oCGG8NS/K664Ql100UX63kmh8Zk5c6b65S9/qcaOHasfeIXGGe+4hWCBKILhgVj4bmyhiu8HcAeC4UbcbKhdPuDlN9cX52wki7VHooVqKBoSrDAvGlOkMrgggencGFmXd6sKQusgXF+G/oRBvDFAPYOZM5s2bVbbt+/wrZOiwWsT4XcZtyu2zy/tMhvT51UGmHl2OdPvFzJ2WhAEoTERwdp8lJJdVFVV9Zv169dXYFoiGk10pjt16qSefPJJdfTRR+vRH6Fx+P777/WFgEMPPVQ9/vjj+nizUEUHBWnctwqhivdv4gFI5ogqQCPMIsrsOJj4+fzKYn2tALx/9ZlQNDi0j6ZQBXZaYx8fPtaNAf++cBECo+t4typfpBAEIX6x6oX6lUScYtdlSMOCCE6U8SoXBFc528dpOwSmD2a3dRw302bI2GlBEITGQgRr83Mv2RHUeV4GkQQgnvD6lGnTpun7Wl955RXtF2Ljm2++URdeeKE+ls8884w+vhCq/OArFqqYko17iyFUcX8qpmmzUHWJSfhY7JiNN+PyAa+yrs+IM/5D9hOyiTrViJii0Y67jmG08AjqkiVL9LtV8R3LFGBBaL1Q3RC3V5pc9bsd2uYlUNkYM+6F69DY9SqnTb9r3fZnszEct0PGTguCIDQGIlhbhklkB5WUlHyE0T1MTYKoKigo0PdQnnfeefr1N0J0fPnll+qcc85Rhx9+uHr++ef16BpEKAtVgCc2s1BFwwqhCjGLqb9Ie4lI5LkaYvabeS4fMH0I41iwTiY7iOwysrVwNBL6Pawmdroxpubhe8cFCbyuZvXq1bUj6oIgtC7Cv1uqJqyKIo5w1fN2aBrqfRarpmjlsgz7/XYdeWY+p22fF2ae+dnA3ibeHo67QsZOC4IgNBTpxbUceKfNkSRW74FoxT2UaJwxwodpqdddd5065ZRT9AOABH/+97//qTPOOENPqcboNF6ijmm95ogq7g82hWq7du1qR1SRhtkNPQMfl7HNxM9n+hHnjkqcsZrsl2SjyabA0UB4BxGyOY8x45fnwiyP3w/E6apVq/QUYPymIF4FQWhd4HcNo3qSgqQkqiv5hx5dBdHMcJ2O0GWmQIXZZU34GJiwz2Wo/+y07bPNxE57YW+nuR8mdloQBKEhiGBtWSrJfksV+883btxYtmXLFt1ooNONKcLvvPOOGj9+vB45FHZl0qRJ6tRTT1XHHnuseuutt3YRqmgwIVTXrFmj+NiyUPUbUXU13F4CEz7b7/IB0+/Kb2EeIsP03wfIGnPjzHXRbruPTSyY3xN+M/xgJUwDRh6PqguC0Dqh33GtWOUwnjDrMo4jjNYigfqM6zuOmwZhaufZadMPvPwmvG12CMxtd+UDOy0IghArIljjg8fIxpG4ms+vvkEDhIcxLVq0SAsyPDRICPHhhx/q0efjjz9evffeeyo7O7tWqOK4oZHEQ61MoZqfnx/xHlUTuwHn8lg3m4mfz/aDSJ/fjHxONpbsUjKMsDYKdPxqd5r2H3GdjtQx4o5XULA+88FKuC8caa/PEQQh/sHvN95/w656HT7bUNezmX4u7wUfA9PMEVMz7sqz803zy4MxZpwxt9+FX54gCEKsiGCNH74gO7CsrOxtTAPmV99gRBCNBl7L8vvf/16PIrVV3n//fXXcccepE088Ucdx/ynu++XGGR0CHlHFE2HhY6Fqj6i6GmIbs/HGQ3vshtjVcLt8wPbzdrQg68h+S4Z7VT+Bo7ng4+r6DuBzHT8XPIq+cOFC/WAlvI5IpgALQuvGVS8A8qNiCFY5NDF2HcVphKZxPW/72eeC60Yv4/bOTJt+O22Ws32RzA9zP8z9AnbcTAshevfunXnj7Vf3v+Wua4+++z+3Xfbw4/f88/FnHvzbsy/892dPPPfEQDpmkTspgtCGEMEaX+CG1eOo430TRlohvtC4YKorRNd9992nR1uXLl0aKt1GwHTfI488Uo+qYhowRDyEKI4NRAs6BTyiCqEKH4RspIcpBWmUAcrYHQ8TP19QfzOD4fqRZPeQNeeG6IPtOuZBvgcGZSFM8Z3/8MMP+t5kebCSICQGZh1Jhge1aQtnxx3YTmC2Mbz9AH6Oe4E6zctYYNpCE2nTbJ9djtNBjLeJQ47b2PsVaT/bOrfedevgZ1984jcvvPLUKzff8c+Zu/Xq9V1R505vtcvPvCcnN+vqvNzs63PbZT/ZtUvB15MmT3j/nfffPOrqq6+Whk0QCPkhxCd/pYr/zC1btmzjV99AhHXp0kVNmTJFv67lgw8+0P5E5rXXXtNP/D3zzDP1fkOk2kIVAhVPgoV4gYiBUI10j6qNX4PMuBpmNsblA7bfVaaZ+JrscLILyZbB0QzQodUHVx9gfG+u483Hw/bbYHl8/8uXL9dPAS4rK5NRVUFIUOi3TlVDy1SWXrg2h30IXWbmMVwPcp2HkIWlK/QyMx/xSOVdxsuZy3PcxuUzMffXxE63FW6757aB77z31l8/nfzh1FH77D194MD+/+7Zs9vJHdq375+ZlZlH7Rf64UlV1VXhixvVdICT2rVrlze+qKjw3cOPHvufxx9/PDO0NkFou4hgjV9eIDtkx44dMzBFGNMd0VDgXk2Mvp522mnqzjvvDJVMIFBhv/zyy2rs2LHq7LPP1g+cggjlqdFoSG2hChE7YMAA1a9fP10WYAov8Gp0XXiV444GN+I2nG/i8gH2u/KaEFz1+APZgWSN/k5VF7R/5oFCXJt9/JA2fa7jyz4IU7z2CfeqLlu2rLazJQhC4oE6ki84UlyjEy2MWUdhkyIZl/OC60BeL8e5veEwko/jrrTtt82VZ26L7Xfh2ke//U503nz33UOnTf/u5SMPO3z6sL2H3FDUtWhkVlZWMl6tV7x9hyovr1A11XVvJwiLVR1WVFaozZu3qDJq77p07nzp0OF7vrps2eehB3AIQhtFenvxzXSyQ8rLy1/Eq28wmoSGJScnR48g/vnPf1bnnnuuFm2tHQhyvDt1zJgx+l2q3333nRbnuE8VlTlG1tD4YV9ZqBYVFamDDz5YHXjggapHjx76dUA4NjBMETUby0iNLWOXqWtIIq8LZewGmn2mnzthzcSTZHj6L65uVMDRjNgHKeIXgPPbPob47vF94nvHFGAeTQ/yfQqCIDQmXD+Z9RTX8ZHMhNsR07yEpek3QztuGy/P5so3Q46bftsYM25j7yvjOg6Jxutvvz12wcKF7x+438gPBvTvd0puTk7m1i1bVcmOHbrtT06i48yGY6yPM9o94+Fcus8REq4YsOjUqeNRGzanPTxp0qTU8McIQptDBGv8s5XsDKrErsLIKjrrqOTQYS8sLFQvvPCCOuKII9SMGTNCpVsZeIjUk08+qUaPHq0uuOACNX36dD2lF+ITDSL2FRU4RlTxfk3sf58+ffQIM+5pxcgqnhIMg7jFSCwbngiMdZgNpF8jy6CMWY6Xt5flcrbfq1FmnyuvCZhGdiTZeWRL4IgX7OPlB85zPIAMr6tZvHixPnYQr4IgJC52HUl1hiacbDHs7UI6krngXeHQSxzCb+Zx3Az5NguzXCRzrcfMdxljpk0/MPeX417HING47rbbes6ZN+eJw8aO/bBf376H024nY5QUs7308U0O3c5iGoRqclKKStFxHFdcoMX7xEMXaREmJyfpp98XFnY4u7Co4zl0PKXfLrRJ5MRvPVxPdgIJt/UQrmgEUOFBtM6aNUuLVojX1gKmdj766KPqkEMOUZdccokeOTOFKhphjLpu3rxZP1QHQnXkyJHqD3/4g7rsssvUsGHD9CgzDELVNFO0YrQVosfEbHD9QBkcY55eDHhZe3mXH98RG2Onm4AtZH8m24/sfTjiAN7haq99h988fjjuaLAxs2DmzJm6wUbaPL6CICQmRl1AQb0ffVxUAFyPuepzrzoO8H7BQoLFLRoRZzPTrjz22Xl+5lqPmbZ95mfAeF+CEs0xao1MmDDhrJ+ffdbXA/sPPJdEZnJx8Ta9j/r4kSgNCVMcu9AFBjxIMycHF9lzqc+TrdPoZxQX76A2b4NavmK1WrZspVq5ai31gbaqiooKvZ6C/HY30sd1CH2qILQt4qLyF6JiD7InqPM+CgIPFR1GIDFdGCLw8ssvV9dee62uKOORkpIS9fTTT6uHH35Yjwrz6CjgRhGjrrjPA2XDDdvXlDf4+OOPzzr11FP1/uKJwNhf3m8vQz7WgzhG6rCs2dB6NZzYDpTFslgOjQxwlfdah8uPz0bDhHU3Ac+T/Z1soU61ILTvfJAxHJpN6S4U9nn22WdvKSoqGta9e3d9cQIiFOcxLl7gQsSgQYP0sUcDjadh4/gHgc8djrP5pc24l89Mm3H7s8y4aabfjEdKm3HTgGs/Oc8Vb4q0bXa+X9qMu9K2z4xj300fh2xm2oz75bnisX6OGffK4xAW6Twy02bcTHNo+u3t94sHzePQjnPadV76pXFBsmfPngp1AeIA9SLqakyDxL3q/fv3v2ns2LGvUP2xirK30HJ4r1s1hfUq1+eee/WJww479JyyspKk3JxMlZGehqtjKofqmPsefUz99je/U2efd456+M671FoSBJWVVVQP71oHp6WlqvUbt6pX3nxPLZ47VYsEYNflSLNhm11xmAvefzaXj83O4zRj+8y8INjbyOmgIWOm7W1wbS+IdlsBPgcXovEAys6dO+sQtw7hORZ4K8DMmTOvOPHEE++kdTfXfTdJX3z1xR3Dhg75TWpqWkrJjhLqK4QurO4sL6O+zE5VXlFO211Fvhrdt9mydYtaTf2XJUuXqSVLlmlxun79RrVt23Z9XyvOTe4fYD0Ycc2j83i33XqpIw4/VPXv1++kjz746M1rrrmmWe8tEoSWJvoaQ4gHcsjupcrsfFTWGEVEBQchhNHXo48+Wj344IP6Hs94ASOkLFTREbGFKgwixRKqH5Hh3st3yPAaltuokTrkrLPO0qOtW7Zs0SOwtmiNJGLxOfg8E25w0elCHOvYsWOHPqahqTn174kFdhq4fMD0c+esEcF8cAjVt3QqTqB9xkFOoRBfNARrXwjWrl27DuvWrVutYEUHBK8u+te//qUfnIVjjw4rzgPk83flFQLE7TTjVZ5B3CsPuPJd5dnPae7AAzNulnGFscZBkDxXvpfPjnMa2Pkc2nEzbYdB4hy64oDTZj6HQXzA9tt5HEbKY8y0HQLOh6Fu4LiZx3E75Djw87vy7LgdchyYaVcZMw6iyQNos1h0uAQrngJO9cFNY8aMeZWyVpLFJFj/TW3h5b/6lTr1vPPVU/c/oNasxUMMoxOsgOtwDk1xasZNs+HjYJqXn83Mt+PAK87YPnu7zDTHow398Ns+1/b6gc/zEqydOnXCOfN/xxxzzB203uYQcxnfTfvumSFDBp1UXLw9GedAKonV5OQUfYE7NZXOHdq9bdu2kjhdqr6fMUN9/c13avaP8+j83kCLJ9G+5NJ2dyAroP1op/Lysmlf2qmc7ByVkYEHAyfR72GnWrd2g/px7gI1h2zD+g23rFm2+G+UWTf1SxDaANHVFkK88XuyW/Py8lJRYQNUmpg+iY7/Aw88oA466CDtbykgKp944gn12GOPqTlz5mhxjXtLAXfizRHVMB+S3UH2nk7VgfP1d2T/2G+//dqffvrpupHClGGISz+hynn4DIT2aKstVMMdKPz5d0ZGxoFUbl+vxtnl9yvbiIIVT9u6lew2sjI44gnaVxzciIIV3wGOP9+Lpac/UdoWeUEIWg64yrLP/v5MP+Icmj47Hs/4baO979HAx4axP4fzXP4gPhexbC9vp2tZ08efH6mcie2PJs1xl8/Gbz2tCXO7USejfsaFV1zYbKhgRZ2yfOVKNXvuPNW5sLMaQO1iaUkZ1TGVMY+wIs7GQpVD00z4PEIY1MzyrrgrBGY8EuZ2ctwv9MoDZtzGtZ3JVB4puKglVjUBthuf4SVYkf7yyy+vp+/8n9Q3aGoxl/zFV5+/MmL48OO3bNlMJ0mo/UqBWA23aQsWLFQff/Kp+uiTT9T8+Qv0w5V69+qhBg/aQ+215wDVo0dXlZebpSqrK9X24mK1kfptm7dspb5JBZ2fdG7S4cxIz1C5eXl46JIqov3LyMhSM2fN/rZrYdcDjz766J3hbRGENkHkGkKIdw4l+y+Jqh6YWolKE5V6MVWAiN90003q0ksvDZVsRjZu3Kj++9//qscff1zNmzdP31uK+00BhAgqdIhGbCc6KGHwctnbw6Ef/cluys7OPhVThPEKHIhedHKwLjY/AcuGjgbAtkCoYj1h3iS7luxb2u6vKBwFJ+NqnL0abNOPeCMJ1pfIriKbq1NxCO0r6pd6gvW5557TgpVsF8FqdmbqdWwgXlOSVHUa+eh/TTl1bzy6I+ZyfniVC7q8EAyv30Q84No208fnQqRyJpHK2vlB80xcfq+yLUWs28OC1Rxh5SnB9H1spiKooEnbBBOsWF96ejpZBtXvJWpb8XY9uorNy8oMXTjV9w5u366/710FKy5s6GIa3i9ToHKcQ8Ahg3VHa/ZyZprjjMsH7DSwt821zYibfruMywfMuE3tNpJRba/KUjNUGUYkaZmcygqVVlOhqhzba4L1ewlWxD/++OPHqV25uKkF6wcfTbjvwP33/8WWLVuT09PSVWZWFvU3QrcOFeQXqEmffqbOueAiVVjYSR2w/75qzCEHqqFD9qJtzdcPkFy8ZIn64ce5as6ceWrp0pXUd9mkSml5nEN8sRYPWwI4X3lWWK9e3dXBBx5Q3W/AbkN+dvrPfiSf9wEXhATDv3YQWgu9yR6nynIsRCuEISo+iC9UjhdeeKG64447akc2mxI8JAdCFSOqeKorRAk+Fw0NKmEAcYgRVXRMwuDhQBCq0b4j9EyyG3ffffc+P/3pT/WoMjo6mH4cSayiAcB2QOTytOIwn5HdQKZFMzWOHajscoriPky4avFqnP38+F7QQWoAP5Bh+u/rOhXH0P6ifjEFa7/nn3/+ZtzDyiOsaODREJsdq3pxsuqMZFW8hb6fWTvo3E5T2Xvlq5qCZFW9PfRuYhM7DeCzvxOvckLi4/f7NHGdNyDo8sD02fl+eSCoD3j5WxuoH1E/8z2sVKffCMFK34W+h5UsKsGK44KCGE3FqCo6/5iyuYgEw78feIB85Wq3Prup317yC7WzrHwXwUo1U+15wMeY4yxQOWTjMgDLwsx4tGYuy3EObR8w45Hg7QT2tiOMNm6GNnp78W3UJKt1uXlqRV612pZdoVKqklSn7RmqV3GFaldRiuHz8BK7gnW7BCv73nvvvXfWrl174jXXXNNo05hsnn/1+dPGHHzws7QrqZgxhnN1ztyFap8Rw/WUYDxXZM3adWr5ihVarKalpqj5C+ar/035Qn02eYqaNXuO2kL9MvTTMHLarVtnVVRUqDp2aKey6dzNyQ49SBK3TGWkZ9L5mkp9uUrqq2xWs36Yq6Z8PhUP2jy3eOP6Z2hzmmPqsyDEBcFrNiHewaNw7yL7VUFBgRYDqNzRmEKU4V2luH+0f38MTjY+mJb7yCOPaLG6bNmy2hFVbIMpVDGiaohDTPmFUMW9qrHSiewaagx/dcwxxygYRu3QiGD6rylckYZQxQgntnfhwoX62IQbWLzzFk/gexEJg3QS3BdT+Df6jK4oGy5fD5cP2H6I1RgFK+ZL/4sM0393wBHv0L6jfjEfutTvhRdeuAmC1R5hNTHTNelJauPCbSp3SpnKTk1Tm99appLz0lX7KwYoNThLVZfU9Uvs9TDw29+Dq6zX8kJiEPQ36kU0y9s+v7Rfnnnu2uWAy9eaMQUrnhxP7dUNJFjNKcF4l3SDBCumWX79/ffq2LN+qipLy9SIEXurN599XpXsKHUKVkavyzJsLwxwCJDH9QlC07g9RMhlOG6mGbOcGXIc2Glgp02wfQzHbZ/pd6VdcYDjgM/mtEkK+TZntVNzCqvVqt7bVEUnOmZUheesSFN9VhWoPTaVqbTqcs/pwVinn2B95513PqFzZ3xTCdZb//OfzkeM3v/r3QcO6Llq1Zqkt9/9QD3w0KOqa1GRevbJx0LtGf2DkF29Zq16/a231HsT3ifBupDOrXQ1oH9fNXzvwWrPPQeo7t2KVF67bFVVXUn9om1q48ZNar2+gL5VlZXignql3l/MEGiX145EbRfVu1dPvd+rV615Pqkm9Rz6bTSZMBeEeMO7RhNaKxBX/6YKMxPClRsO3EuKp+jde++96rjjjguVbARWrFihHnroIfXss89qoYqpOahgATe6EI0YUTWEKqbbQlxP0qnGYRzZrSSGRpxxxhnUCRlR+1AmdIB4qi+E6rRp09T8+fO1cCUWkUEEPkpWOx/YJjs7uys1xH+l4/lLMowaOhtk4PKzD59pdmwCgtFUjKpidLVVQPvLdQsEaw6ltWB96aWXbqQGV4+wolH3E6yYErVdUQf2mgUqPzNLZR3SRW16fqHauWyHyuyaozreNURVZJP4DzfZ9nr8cJWNZnmhdRHNb9ULV9kgPr+03/I4H/3KupZt7aBudAjWVyiLnxLcYMGKKZzTZs1Sx555hrqQbK9Be6nxo8cpvA+zvmD9ijpIoTaMjzXX3UgjDtOfYZhZjyDuMlOgmga43bT9rrRfGARsr1fIxmkOOW4eC1c+MOMghZqFZdRHmNVrm9q2B/UH8EpRPIC/uEZ1/yFfDVuXotqX7/CcGoz1eQlWPM9i4sSJMxcsWLD/7bff3iQXdSdNnjSmd8/uE19/893Up55+QW3fsV2dcdop6pKfn6/Q39q5s5zatDT9VN/zLrpEfTX1a3X4+MPU2DGHqGGD96RtLlQVlWVqxcpVau68eWr2j3PVvPmL1MqVa6i/QgKezlHsOs6BlNTQPbEA/Qb0YSqrqkgcd1FDB++1UrWv2uM/1/xnuy4gCG2A4DWb0Jo4gOwJEo79UZnjPaSo6HmE8a9//au68sorQyVjZMmSJXrEFkJ15cqVWqhiKgw+xxSqGFHFyGoYCC889RfTbpsCKOU/kV2533774QZX/coU3JuKqcr/+9//1FdffcUPd1pPBtF8H9lWOIKQlZWFe1mvIztcOwi7UWZcfjQ6XuUdzCPD0wBf1qlWBO0j6hYYWtx6gpU6GXqE1SVY68VTklR5abXa8ccfVfXmcpWcSauqpmNHQramuFJ1vmWYqhpEXzmV0eUDdtS8ykXT0RNaD9H8Pl1Es7ztM9N+eUxDfIkAC1bU1+HX2jSNYJ05S518wXmqO3X+9x48WN101dWqoryynmBdNCd0DyvQ67GMxSqHXI7rEYQuiyRWOe7KA3Y+x80QmHEb3l5gbjuHdjxI2vZx3CSFkivbFahZPYrV5j1KlcKTdJPJuSlJ9ZqTr4auS1L5FSVRC1b0P9DWv/fee6tItI5466231oYXaVRuu+22ns+8/MrM0tKy/NNPOUH9/IJzVc/uvdQ7703Q2zBs6BA9gyqNROvKVatVN2rnMNusbGeJmj5jupo85Qv1+RdfqYWLFlM/pEzl5uaorl07q+7diygsVB3a56ms7HSVnZ1FeRTPzNLTgvGqnKrKarV5S7H68cf56uNJk6un/zBrv40rVnxDm1X/IAtCghKqAYVE43Oyg0kcvYsr1egAoLHDPREQCVdddZXCPZ8YfYyWRYsWqT//+c/qkEMOQeWtxSAaDoyqooHE50Co4nMx3TYsVjGl62Cyk8iaSqwCjJBeT7bvl19+OeHqq69WkydPVtOnT9dPTJ40aRLEKtQqnkA8ggxTgAOLVUDHcirZEdRw/oySC7DPppl4+QOAoWjcR4tX+bQ6seqDbljNDo0fNSROMwvSVdbu+ap6W4VOQ6xWUTytKFul9MzUD2ASBC+8zrMg5x+IZnnb5/cZrrJB1pnI+OwrVaEhwumGQ2uqoHbqgJ/8RO0zfLgq32lNrvE57vxdsTGI8ya6NhU+089p9plileNspljltB13+bwsUln4zM+DRUqzD5j5JiTvVX5Zueq8JVflLKE+wzYSseuSVcflWarzdhJqFTtVdf1FAoPjX11dnUf9DzwzIca1+HPFFVesPPbIw5e9/87LNX/7yxVq9o9z1AmnnanOv/iX+tU16eHBAVzE6N27l5q/YIG6+rrr1RFHn6B+es5F6qlnXtC3Sp1z9unqjluvUQ/df6u66YYr1YXnn65G7jOUxG0u9Z22qOnfz1ETJ05RL7/8nnr6mdfU8y+8oT6Y+JlaRSJ4n5/sTcvdlTxpwttH1dS8KH14oc3QJD9qIa64hexPuCoJ40YWT/EdNGiQfl/rPvvsEyrpwwKqeO+//371wgsvaDHKU3+xLjRuCHnqrzGiiivjEIcQ0C3Bz8kgYPFCWvQsniTD8fiRrMF06NChHYnX/6NG+XJKYhQxlBHGTqMR46nJPuCdsxhVxT21rRbad65b+B7WzhT2ee655/7FTwnGlWe/EVaQnJ6iUoqT1PZ/L1al329SNVU1Kr1Htmp/+QBVvXu6qt5RVVuL2ct64VUu6PJC68D+/QGXzwuvskHW65eOVBb4lU9UsJ+oI3mEFVOC+/Xrd/1hhx32Kv02V1ORRnnoUu0I6/nnqd49e6i9B+2lrrvyb5RfVTvC+vIb79a+1oaPP2+fGXKc87kOQcjG4s9LJHIeYJ+fcTkOXX5gxm2wrWYIeH/MuJ+P/eb+23lmnMFTgYszctWa3DS1LaNKpdDincpSVNGOUpVeXa5fceO17ViX15Tg8Ahr+ZIlS0bdeeedeDd5/Q9uJBYtnv/S4mVLT779jnuTZ8z6QY0+5CD1+1//Su2x+wA6d8v0NF6Mjs6kvFN+erZ+Hc24sWPU2NEHq0F7DVS5eTnU/9qg5sybr2bM+EHNnjNXLVu2Um3YuFlVlIde6Zaejoc3petzFW0kHUW1s2yn2r6jRO0oKVFFtN/9+/WZmJWaesxDDz2EWQeCkPB412hCInEW2QNZWVl5qNxRIaLixxOEMeqKkdJzzjknVNIC706FUH355Zf1iCnu0+ApxrwenvobFmNoJFiofgFHC9OD7JdkeBJxk4zu5ubm7kWN9jUUPRVpu4FGGg0wpgr5CNYFZFeTPatTrRzaZ65bcL9vFu1/IYW9n3zyydtJrA7v3r277mTgXOLOGrNLZyU9WaUlU6O9qFTVVNSo1N7ZqjK3RlVtDz3qH5ihffx3WV8Yl9+rbHNgb3drpaWOodfx8/Pz+cLbzGU5tP0mts8vHSnP63PstImd5zruZhlXPuAyseYDvzJBtxMG8YNJMGvWrNGCtW/fvtceddRRaE/W0nKYDYPOeeD3sOr1Ur5LsB5/9k/V8UccTiJiL3XmSafQRoRea7OOBOurYcGKbcXmm9tnhmwAIe8bQhjqNq+4XQ7YftuAXcYVDwJvN7D3wzSXz2WAjwsw/RwyEK3VSamqMoXqf4qnVaMuh89/H7AeL8GK8IMPPqhZtGjRoXfccccntI76H9pIjDzw4H9u2brt7/vvu0/Kr391iRoyaC/1znvvq48+/lT97S9/UtlZWXoK7/YdO9Sq1WvUT4YP1/uzZNliNfl/U9Rnk/+nviehunnzFj31t1vXLmq33Xqqnj2LVGFhez0lGF8xbrHKTM8i8ZpB8Uw6NzGLLVkVbytRP8yeqya8//G6OTNn7LFs2bLop8oJQiskWM0mJALDyZ5KTU0dhCuRqAzRuGA0FKOil112mX5nKwQEmDlzph59feWVV/TUYYyo2kIVV8KxbFiE4TIr3g2K+0K/hKOtQeL/WGqY8O7W4Ti2JmiwcJzw8AQLHDwcs5vIMIKQMNA5gvoFvasMinegY9DlkUce+VfHjh3H9ejRQ1/8wHmI8wnHhzHjgLpi+tkcSRlUjsKanXRsMbBql7PSIEgZ4OVvTvCb8tsO5AO7DPsZM99eZ5B1uLbB7zPiBd5Xe1sZ2+9VDrjyIi1vpoPmxbqORAT7h/oRFz9Xr16tZsyYgXds/3r//ffHw/lwT+J2+n4b7R7Wk847R+01YIAaNmSw+svvLtf3CGrBumHLLk8JNgUqx21xxr8JhGxct3mlYzX7czhthsCMM7zNwNx+O26a7ef2zfSx+flN6Jeq8C1iG0NCFfsSygNe2+4lWNGe4Laf2bNn/4z6OM9dc8019RvhRuKCSy899ZeXXPDcwAH9UiFS773/ETV/wSJ16kknqCv/dLlKJRGOHcnKylZbt24jYfmBeuvddxVGY3FP9MAB/dV+++6j9h42SN+3it3cvGWzvud1+fKVFK5R69dvVNuLS1TZznJ97mKkPzMrQ3Wkvlu/vrvpacF77LG7ys7IOb57917v0LFqkn0VhHhi1xpBSGQKyB6iyu00VO54rQgaHhim+eLpwb/+9a/Va6+9pp5//nndcUA5PSWFGgpTqCIPD3Ai8I6W58kguvAAgLZOek5Ozm/oOP2ZjnMhN+xofHFxwHqlzQQyTP/9TqcSDDoGuhdCYRrtfx6FHT/88MPj5s6deyvemYuOBt7Ry9OCYYwrbvqAV3ngWibI8qYP5zpjLwvMfGCXsfNNUNaVz36vfD+4fJDt8Ctj5wF7HWYZr+3kMkE+vyFg/VgfQtdnsZ/LsI8JEgeuZYFrGVdZ0+flZ7zKmLDP71iiTGMe61gIup2oK3FRD+/RXr58udq0adNXf/zjH/+SkZGxnJbdQMXw/AFUoI0iWE8852x10L6j1JBBg9Qvzr9QVVfVRBSs3F7q9Rpm7hvipjD1ijfEANYFTJ8d+oHttkPbbD+3Z15pL+MyXri227UPWIeXYMVFdTyzYtasWX8g391NJVhnzJgx9PtZ33/9+H+fTV+8ZKk64vBx6leXXkTn0RC1cRNek5ek3y/eoX0H9X9X/k099+JL6sjDx6vjjjlK/WT4MGrz0tXylSvVtGnfq6+//V7NmTtfrVu3QZ+fmAack5NNfbMslZ2dqUdgMcKaQt813sW6ZWsx9dU2aMNF34ED+9+ybcOGv7300kv1OhaCkIhErtWEROQqsmshWFHJM3iAEhoEXOVGHipdwEIVU7UwohoWqhgqfI4MT/2dBodQR2ZmZk86fv+gKO6jhWjTU6fDDfwSMuQ9hUQiQ/uNOoanBbeneIcXXnjhjA0bNlxInYzOmJLO04LRQTE7LraZmL5IZew8jpt+O+4FvkeAMhwHnLZDGy+/F1wWyzGIm8eLO9D8O8Xvt6qqqiZ8rlGRUDlzGRhjb4+ZByLlNyWuzzK3h+MIveIcunwM57PhwhJ3xgGOHepDhDi+5rIoZxqvA5ihn7nK8Odzvg37g34fXM5rfUGIZR0oG2kbUYZvmdi6dWslxb8644wzbh8wYMBcyt5IyxdTWE6hnqJy2E9/dXRVRXnZpJcfwehrTcyCddTIkGC94OchwZqKKcEsWEOvtdHrILO/X/v7wT7aZv7m7N8fpwHiwFXOLGP7XGkz9IO32wxdBsz9DmLA20/rovXpLdTbGdrnUNx/H7AOP8H66aef4vV6d8+fP/+PTSXi+vfv364mPfPHww8b2+3iC89Vew8dpubMm6duv/Nete+ofdTZPz1D38uK82zNmrWqU2GhfpjSd9O+UxM++FB9+tlktXT5CspPU927dVX9+u2m+vTpqYq6FKqCghyVlp5C5yze104ClsRqejqdzxmZKpMM8ZrqJD0C+9n/vlJvvPXexymVFUd+++23ch+rkPDsWiMIbYXjyR7LyMjoiCnC6Ixxo8QNBRoRpB1CFfdZQqh+D4fgDQn/g+i44sFPo0tLS6kPVXM3xfEE4I3IbwvQPqM3hocvZZHlUzpn7dq1/RYuXDiQ0nnp6ekpOOe402YS7qTpE5KWC/V4CPJDkCXxMlyGgtoywJXPHU1g5iNufgZR7zMoy/4MDnn7dlkHPstc3ojX206GyyCft5PSejvCcawzdceOHbn0u+ywc+fOTtTJLyArpN9ye/od59PxTMaoNcBvFhei8PtFiNkRtIxeH/aDTK+TQ4C4DW+uKw/Y+WY5zmP81s+Y67HzkLbXYZbhuGsb7GUhksj0BSXsPx4kB8PIP57miYspvA04lmTb6bgXk38d5W/Kzs7eRL/x9RQvpuVKqVwSf28Mf3eE3gjkUzmgv+tw+XplaJt0iDIICR1SeX1ewGi7atcRZpfPAZxPobltoQNSH14e+Obzdjjw3U4Y+eptJzIRkr+Gjm9FXl7emn333fdHOsabKGsbLb+NsiFW9b0nR537y3Pz2rV/dPOmjb+Y+OwDj9FHxiRYMSV40B67q2EkWP/829/rKcGpqSmh19q8QYJ13tTao4D9wLp4n/R6w8bgPGHDfpqhHY/WXMvan2n6zNCFve3m/tgG7H2OyaoqVFpGlkrNzFHVyWn6t4d3bdOZomrKS1TFzjL9wCXsK2PvA9bjJ1g/++xTtWDBwjfod3nqNddcs8v9N43F519O/nTfkfse/P3M6UmP/fdp9c67H6jOhZ3UNf/4qzpw//1UeXmFHhnFe1nv/s/96t33JqgNGzeqnj26q31+MkLtO3KEGjiwr+rUsT3tJJ4nskWtXbdOrVy5Wt/3umbten2P644dZfq8xXmYRud0u3Z5qltRF7XXXnuoUSN/gvN5y16799szKSl3TXjTBCFh8a7RhLbAHmRPUid3JE/PRMOEBgONCQtVjCgQ6CxAqGLqb6t+gm1LQGLiAhIKCynalK/1iUuok4F6Br0QDNmnUzqHOiK4rxVThdMoDKmrUH1U14uqw6ynkM9l2G/n25j5IMhncOj3GRz6lWHMPGDnA1cZ12fAB8WJCyCIp9JvNWPlypU5y5Yt60BxiNhu1PfvTb/lnlSkLwnYzhRvBzGG3zim9G/ZskXfnw5DOvw7179/Nq9Or+kPbUIIr/LRYq8nls+wy6FOwz5iXRCieMUXZpIgRN0HH6bt07HDlTl0AFfQcVtM/uXUAV5G4YY+ffqs33333bd37NixlNavDxitDx+E8xtWt6Eh7I1FvlkG+X5lguSbITDXz7jWYRJtPgiyDi7DeWYZzjPDyvBxhWEKMF7xVStWjzzvsusK8gv+mpGZlbxq2fKTJz7/IN7tHZNgPf6sn6oTjjpCDRq0lzrjhJNpLUlasNpTgrEOFmx2yPC5hhDGvx0O/eJswOV3+WDAz+cHb7sZmgawjxza+ZzHcTsfBqqrKb8K77dNUyl5ndTyNevUkkULVUnxNtpGXUQlp6Spbj16qn69e6j06jK1s6xUJSWHZnfZ+4H1+gnWTz6BYJ3/Of2uRzelYH319Zcf+PzLry9+6dU3k3t076ouueh8ddrJJ+r6Zfv2Ur2/ePjSsuUr1R/+/Bd1yEEHqSMOO1TtuedAlZmRoTZs2qDmzpurps+YqWbMnE3bvEiPmu6kqgeDB5mZGVQnwTC6mk7rS9UzAHaUlFK9vY1sKwniNHX4+HFqyB57nrB8+fK3m2oKtCDEC/61mtAWyCG7l+x8VPjovFlCFe+oeZoMI4Mz4RCEaKGOBuoaWDLF0RtJpc4IhCrSfEm9rgdYh11HRSoTyzoa4zOAX5km/Qw6loijw4JpcNzhh6BNe+ONN7KoQ1NUWlraJTMzcwCJrz2pE7w3ide+FPbOy8tLgpiDgMXrRNauXavvaUc9AD9Ax5GnxNqgEwnsziXSnGdil0MZ2xcJ1zoYzkNHGnUY9gFTz1G/oXOLEMIdU/RpH7eSsF9I+zVr69ateBUGXnm1auDAgatPO+204m7dukEo0er1RRXsPM5bTHHnA2FuyK47GzkfNPc6gF2mofmgoduA7w7HGiedPo8pjQszFb17j84cMm7o4wXtO55RXV2VtGN78b3p6eVXvvSf/2zHcrEI1tBrbbqrvQcNDr3WprwyJFhrpwTXH2Fl0+sMG4NzzjQWmRza8UjmKmv6XJ/JxphxG952MwxiXuLUyyBWM7Jz1ZbKVDXl00mqICtVjR0zWu3Wt6/KJDFWSd/JurXr1JQp/1M/zl+kBu/9E9W3W2e1cwcJWtpfYO4H1uknWD/66CNMCV6+Y8eO4ffdd1+TzWLq2qffr/ccOPCu8849M+Wk449VlVTHPP3sS2rC+xPVHf+6SW8b3huObW/fvoNeZvv2YjXliy/UJ599pr748mv9TtVUEqJdi7qEpgXv1kM/hCm/II8EajKts4KON85XTAsmC4d4AnFJyU71ww/z1Jtvv6++nzHzuvXLl+ItBU0yBVoQ4gXvGk1oa/yB7F/UKKagUSJKyXCP5T1ks+AQhIZCHQ7UObYJjQsfU/RGtVHHaZfOzAknnFBQWFjYvU+fPkNItI4kUXcQCdo9qQOYhxECiFY8/GblypU6DoEHAYhOo5d4BX4dZRcoj3WaBFmHWQbLI426C6Ok2DZ0ZNGhheFp1BhJJlG6fvv27d8UFxd/SgL967lz5y5YtGjRClpFvdGJ8HkKkWpuSP2NFJoC8xjr83avw0/t0K9njxc7tO8wrrRkRxKJkSve+e89d9AXXls2asE6a5Y67swz1FmnnKwGDdpTHTv+KJVUk6wF61oSrPq1NvO+1luDdbBQQ8hxG1NQctwOOW6WB3YZ07z8LuN1cRxw3N5mfWzCPo5HMt73SD72Z2RmqjXbq9XkD95Sp5x8otp75Ag1a/b3atWC5aq8uFwlZ6SoDt07qkHD9lZlW8vUow8/rLr06quG7dFPVZRRF8TYJ4D1+gnWDz+cSPXVKlyk+smtt96KZ2vs+kU1Ak8///TYIw8/9AM6p1JffOk19d+nn9OjnuecdYb61aUX6/oRr6DJyc5RM2bOUo89+RSJ1K/0A8V69uyh9h35E/2k4P79+9B256ry8p1q/YYNur5dsmwF7cMatW7deqqvtlO9iycFV+ljgAttBfntVK9ePdRPRgxVQwYPVt99N+PD8tLyoy+99FK5j1VIaOpqNUFQ6kCy+8kmkmHUdTGZIDQq1OmQeqflwLHf5SmrDInYngMGDBjRu3fv0dQRPJw6gYPQEcTo6+LFizF6oWdfII0RWHSm0TmLhNmBjoUgy+MeXRLeao899lAkxHUnD9tJgnsp2VsrVqz4YMaMGXjl1vrQEnXIORl/4BwdOv6kzr179HyrQ6dOI7dv21a+fWvxue8//yBen1bv/I1lhPWUC89XRYWd1HDq9N9y9TVq584K/dCltRs3k2DFCCsJVgLrwLmE0BZnAOemaSww7dDO97NYljG3heNe8Lbb+2KmTWFu7refQAUcT6aPL03JUR+997Y6+aTjVXVapZr13vdqn7QD1B4Fg1ReejtVXrVTLSteor7Y+qnK2DtT7T1spPrvY/9V/QbuoXp3pd9waJZX7b5g3T6CteaDDz5QGzduxL3a51G99HRTTZOdOHFir6++/XrWa2+8k4f32Z9+6knq0osvUPnt8rXQxDbRVuvX0Nxx973qtTffUj897VR12KFj9Wtpqmuq1MJFi9S3301TX387Tf04Z55auxYXBXfq6b94UnBeXk74ScGZ+n56PJegsqJKFRfvUOvWb9D3uebm5KgRw4dt6FlUtCftK56kLQgJi3eNJgiC0MRQB6S2DqJOSah3FMbMA5HyQUPXYeeDeFiHnQ/MMpHyQZDttEj7/e9/f3DPnj0v7dat22kkYvVDe6ZPn67FIcTg0qVLtXDlhzwBWu//s3ceAFpU19u/2zvsLr13pCNFEcXexd4TRU2MPfFv7MmXWBITTTQaY9TYe8eCgKCooGJBQRGQKr0syy7be/3O78x7luHlXeqCqPPA2TvvnVvPvTNznrllQkc7jp2JK/XSzaQOOeQQ17VrV7d48WItl5DU5bm5uXfJ71fy8/MLQ8E3g+kkki62pa9dPQ/2hjTCzwN/mG2dB01RznAMOOncNt1atpnQomXmsKLC4rKqipKzJjz7Pz4FtkW8nR1hPf/M012//v3cCUceK8aQN8LqX8NKZNKg35tomiIGqUeDhJPUnSGe24rDb8vXf+wXg//YYGX3u9sj/rr7jyNKXa2LTUp1X82e51qnp7i0limu/ot6d0Xv65WoVtSWS/uwxVKUS4hJ0NHtt1a87Ga0+Nh16NxNRyMPGL6/i3G1DY1NXUh7a4RViGS93JeiS0pK/r58+fJbXtt9n3uJ6zt46OwzTj+p768u+GUUL8jeHj/J/fNf97tTTxrtbr7h97reNCY6Vvthi8wWGunbOd+6d9//wH30yXS3dOky0WO9a9eujevVs7vr2bOLa9+e+qS5+HiJV1fjKirLhbTXupjYeBcXGyf9GvKapH24orLazZu3yI19Y4KbPWfeYQXr17A/xqaOGSDATwxb3s0CBAgQIEAAH2677bZfiFH42MCBA1N69erlJk+GN3i7EM+dO5eptg3GM4hkKG8NFh6DdEfjQlbPPfdcx27nTzzxhJASHZWZIe7Jb7755gYNFOBHhUPP+03H5gnJ4zNathxcVFBQVFVefubE5x7+QE5FNMh3ag3rry50ndu1c4MH9Hd/+39/1u9ceoQ139sluJERVsQP+quJkcvGXL/Y9RLuF+k40u/GxBD+26A6EbFjc02sfpFIabhfpDBIlEh5fYzcG+a49l1aufjFMe5P3e9x1a7SVddVq+FJzg2ulLNlXGv3xPL73ew2X7niwirXtm071yIt2dWGykMY0t7GCGt9fn5+dGVl5Xvx8fGjd+fGS7Pnznyrd6+eJ7348uvRjz/5nH7C5uSTjtdvsrZq6c3wiJO+xlrWR598yo2fOMmtXrNGzrV0w4cOcQeO3N/177ePa9UqU+pYw8iwW5uV5dauWeey1m9wG/PyXWlJmW7ERFqQW+ofLXpgU6aWkg7x9+nd2y2Yv+i6zPTM+88+++xgHWuAnyw2WRgBAgQIECBABAhhfSkpKWnJsmXLdNotI5kQQwxFPmCPMcm6VxNGXLdX/OF3NC7TkSnPwQcf7D788EM17DBgxbgfL2R1i6m/AfZ+HH3+5QPSE1OnZGS23LdgY97G7Ozsk7ZGVncGkNmygkI3uH8/Mfr7CinQTYg1Bzllhw0EzC96zndsiEQOtwXi+MUQnlb4720hPD0//OcihfGf84cF4eHDfwONI+S6oqLcJSUnuuzVa9ypLc5zCdFJQmRjXHxUoosT2cx1Ca60ptSd1u58V58tuo2pdVEx0S4mNm4znW8PQi+s9isqKmqjHrsJr78xfv6Jp/6i/m93/ks/UzNp/Gvun3f+xWVlrXcFhYUNuimvqHBffjnTjTpwpHv52Wfcxx+86/733/vcMUcd7vLyC9wbb010/3ngMffAf590r746wX399XxXUlLhWrds4wYO6O8OGjnCHXHYwe7Iww9xhx1ykNtf8urapbOrKC934ye86/5xz3/c+9OmD3/wwQe3bIwAAX5CCAhrgAABAgTYKm699dboxMTEOj4Dg+EIWWRdFZuAhJPI7RE/uYV0RgqzI1IlhIONlWytl0hcqOgBfkQ46peXnp6alDg1PSOzT97GjWs2ZOec8Nm4F6bLqe1jK9sByCojsIOHDnGzZn/rZs36xqUkJ0u/JpPQPyVHmxMlXJNICPePROZ2BlsjiXYcyc+PbflFOu/H1sLy2++3SQ2iqyi5V5TGuZ7J/XSkMd7JPaMRia6PdW3iO7i2te1dSVmRS05Ok3tDrKS3/ctQ6+rqonlpxTepo6OjR3DfCp1qcrz0yhvzBg8aUD/+zRfd3/76Z/f90mXulNN/4S7/7e/1M2ExQtohz3zG5qXnnnZ33fFX16tXT/fBhx+62/92l/vTbXe451961a0SQs9GTKNPONr95tfnu0svGePO/+WZ7sQTjnIHHbi/23dQP9e7Vw/Xo1tn171bJ9e7Zzfx6y/kdaQ745QT3GEHj3DRUfUDunbtumldRoAAP0EEhDVAgAABAmwTQi6jIIUYp5BCjpHtIZ2EMdeOw8+Fi4XdHgmVzy9bt8AD7FXoeMABScedf/m/05s1H5vaLL1lTs6Gr7I25Bz6+YQXmJcbmSHuJNjtunOHDu7Vx550E18Z6/4pxKGsjM+9SjbkpLlBTOVviKCGE1U7DvffUwgnieHwn9tauN0D0Yn8TZB7Ap9hqamvdnJ3cAlRSTqaujWJjSJ8jRLVZs0zXG0dM1w37SK+DV1HSX4zJUw19wC5Jx01f/783Vb5Rx+5Z9GN1/22fvGSpe70s8a4K393vW729vgjD7hOHTu4quoqKW+d6CDOzV+4wP35L7e7G//4R/fOu+/KfTPOHXfsEe7ySy8SknqeO3H00W7fwQNcm7Yt9SUgpLuistJVVlSKW+WqOK7CrXaV8pud0HHRT+uWLd3RRxzc7bhTj2srxQruewF+sggIa4AAAQIE2CYYvTTCikGIYYXgZ+fCBX875w9j/n5JSkpqcO3Y/zuS8H1VXNb3EZbfCCPBAX4cOPIXl44c3Hv4R63atL46KjoqKi8n939Ll6w6cubEF5eFgjQ5Nuc9m35AtZSEhn7ZOfXzifkZ/Md7Av5ybAs7ErapUF8nRC0u1qU3z3RFMUVuUekclxHTSqf+xjmmAIdLgmsWnek2VuW4JZWLXJtWHVxGerqrKC+V+00o0RAi1Yd7EveAZs2aT6yurl4lXuyEfli/fv22vYX5TmLpulXLz7/w8rzrb7rFtWvX1j3/9CPuqcf+6zp37OiWLF2qPYc1/lXVlS57w3qXkpzgzj7rFCWpp592ohs4oJ9rlpYq5LROdweGoPJdWlsXrERd/qJL1vHiv/maYUaU65XISj6JsdGxKeF6CRDgp4SAsAYIECBAgK2Cz0MI0ayHbGIYMgLKMcQVNyWFTzB4ZNHE78exSXiY8HCNnfNL+Dk/YQ2dCzYf2cvRedTojOPHXH53WkrSJ5ktW+xXVFCYk7dx47kTn/3vlYs+e7s4FGy3wQgAU4Q9+NwQIfBkE0EKd/cEwvPy/45UHo7D40RCpHQiYVvphZ+HPPKLz9pkNG/mWrfp5J5Yd58rqs5zLWPaKEGNF4JqAllNi04XQpvqHl99tyuOL3L9Bgx3NZVlrlrIWGNZh48cM8sjJSVpbW1tLaOs9XJv6lNYWHiIHO6WUcdLzrkkr1OnDsueeuK/9Q/e/0/XpUsn9/RzL7rf/f5G98GHUyVEnSstL3HZOetdp07t3Gmnnui6duko5WR9b4UQzUrtf1HyLzo6RkeVo6NjpV7R6ocSOV9TWyuEFFJa5WpqqvW3EVcC4YoualJSU5gmECDATxa75UIOECBAgAA7h0ceeSSupKQkraqqqhFTbc9CjCu1P0eOHPlBUlLSvgK3dOlSl52draObfJuVT8lAXkG4IemHnfOHCRlcoV+bY1tpeUabc7/+9a/dpEmT9MP7bARVXFx8V3x8/F1yfq97KSv6pFI1t99+e5Hn8/PDkedcfI70nTvSMzJ7VlZWuJLS0rHFufk3Td/JUdUd2SUY4Rg/A+EgAbFCJtbn5Ls33n7HLV88U9ddKqkNiaYX6nPWN3lZwrHfjeSH6xf8gP/YHy48TqQ0IgkId/3w18Hvhou/vo35RQrTIHIuSoiYS0xxX3z1vmub38b9vddDbmDKQGmTKFcjWVPrOPmzoXqju3vFLe7Nopfckcec6Xr36ufmfvmR1DmmQTdWF9sluG3btrpTMJus8a1ods1dvnz575999tn5PXr0mCgENragoOCllJSUC3bXbsErVi9+KiEx6YK3x70TPf2zL5Q0HzxqpBu670AXFx8v5LJalOuF1fbhnzB5SGk0xFSPPX+APr3pvoy4VnjEtqJcN25iPSx6ZVQV4Ru19GUykDRW9OszaNCoUaN2+4ueAAF+KGx5NwsQIECAAD8Ihg0b1jk9PX1cQkJCazFemNYWMnc8Y+aHgBmlV199dev27dvHDxw4UAnrhg0blLDyzdMlS5bo9GA/zMAMR7g/v0m/sfBga+fAhRde6D744AO3Zs0a3TV4zpw5hbNnzy4UPXrW7m4AZd4RWHipS5QY4bWFhYUPzZgx45+c0hM/Axx97q9GxMYk3JbWPO3YuPjEqKKC/EUV5VV/nvLKo2Pl9E7rYVcIq7UL/ZzRr/U5eUJY+azNTE6qv/dZkS0JK2JE0u9G8sPdHvGHjRQPP8vfzttvE/vdGKwOVh9/vfz19Ivfv7Ew4VJbW+MSk1JcfLMWQlo/cBuXrXVHNjvOjcgY5VrFtnPFdUVuQfFsNyl3nMtLzXfHH3ee69FjH/ft51OFrJU5PgsTXi8jrCZGWFkGUFZWtkzuSQc9/vjj0zIzM3vL7/Kqqqoh99577xKJ6lWwCTB16tTYww47zN17/723LV+5+mYhkzEHjtzPDR7U36WkJLvy8grtM1Zm2gmCyigqpBYiriOpelr+1Hsj/TXV1UJOy6XuQlLLIarlQl6FtLJeVdJDpx5ZpR/Tn2tCM11in+vYvtuvDz/88N32GZ8AAX5oNH5HCxAgQIAAexSHHnroP1q0aHFDdXX1Vu/NGC57Cmac8q1TNhXp0aMHhqF+e5VR1by8PLd+/XqdJmzlwlDj2Ay2SGjsnMUNR2PhMQZHjBjhpk+frmXBgFu4cKFbtGjRFiQ6HHtSj8DyQ1elpaUFFRUV+3z++ec/+W/FDjvxrM4t0tL/kJyYcFlq84yo4sLCstKqivuXVeX/Y9lrrxWGgu00dpWwIvRzI6xvCmFdFkZYLYwffkKppCT0O/zYwkT6HUl2Jg4IP24M1g+t7v5jE7vugR37/cPFdBPux0hgUkqaa9G+s8vOzXbfLfrK5WZnubqqWh1iTU1Pd/36DHODB48Uvwo376tPXVVVpYuX69jqg6AD0oScRiKsEEFGXDt27HjJeeedF9OnT58HJU6M3BOeHjly5G+a6hulUoaoGUtmpHVObdtx4uR3L0lJS/1d/777xCQlJTYQy01ljnExOt3Xm/KLcO1DXkNpST/1Ru8h9+x2Xl5e5spEIK2MtOKHsB7W06f0YcnDCGtSYqLr3LHzwUcddfynkqfXYAEC/ATR+B0tQIAAAQLsMQjpapOenv5dUlJSCwyRPQkMp20BYwnB4GK9qMGMyR1FeJ6ksz3liAQz7CwN3F1Jb2exI/mhx4KCgtuEaP9Ffu7Zgu4htBt2YvLAvm1/Fx8Td0PzjJYtystKXFlF+Su5xXl3zHzz1e8kSJPUu8kIq/TjLCWsTAmeJSchEpEJq/UxP5nk2MR/zh+mMWkszPbENfGXy479fdJ+m5/f3ZpQ70j+yNbOmTBySN6Zrdu6tMxWLio6TtqFe4m3q3eVELR1K5e67Kw1+htiR/hw/QH/lOBwwsr69d69ey9/5513Dv7ggw8+lHO9ysvLa4uLi0c8+OCD31BVTWQXIPWJ+u67zzNqouJ6JcTGjo6Njf9jZVVVTI0QTtG8ltXWpG5OVsWV37HUTcKwg3AdfasOAuqRT0ZTIayQVaYDsxET5N2T6gaS6vXhapeamsJ95Knv26289PbDd8+05wAB9hYEhDVAgAAB9gIceuiht2dmZv55W6Or4cAg3BOwfMxA3RPYkXwwFA1m3O4M9kTdyAPCKkZprhDtQZ988klW6NRPBkecc9FZSfGJt6WlZ/SrE8JXXFz0WUllxV8+efXp9+R0kyq5qQhrdHSUW79BCOt4IayLZom/R1g55ydmIBKh8sjKzhFWv0QK7/ez/COJwY79flb2SO72yPaQU7/4w3MMca0TgqYETsgqLwKqhKRByNRPyCqltbpQ53BdbI2wgqFDh+L8+tRTTy0fPnz4c3LMWtb30tLSRjfVWtZVn32WVJIel15RW99NSvh2QkJ8C+piI6rRIXJKmfyjrJuIbLSnDyGqjKxCPqtr+FxNhc5eYSqwEledDrxplBX9VQthJbxuNhcT/eWQAb2PHTLk8IJQ0QIE+Mli050sQIAAAQL8UEg4+eST56empnavqanZfN5hCBh9exJ7Kr89Xa+mwtbKjWENthZGDPFoMUJLsrOzfzNjxoxXxevHqYgwjDrjgkGpCQl/T0lrdkJcfHxUSXHh8rLKyr9/+NITT8jp3VLHpiGsEI5ol5W9UQjrJB1h1U+KCBGBXBj5MhiBMkKF6z+O5JqE/0ZAJH+T8HMWHvj9wt1IsHpY3f3H2yPowuKYXkxAuJ/99vvbqDUCzLW6INTPxOpjU4K3QVhXjBs3bsiHH374XosWLYZLvlFFRUXnS7iX2PFcA+4CpKwUJuq1116L6jew9+dChodXlFewNl3KauQ02iOvDcIaVu8c/uiCb7Wy+6+OoIpbXlHmEVYhq37CirBjMp+3IX5srNZ1Su+B3c4/aN9jf/JLCgIEAI3f0QIECBAgwB7B1VdffaEYPY+IEZNghluAnzZCRnhBeXn5dffee+9T4vXjbvh+/eKPHjjipsSExD+mpmckFhfkV1bW1dy3OivnnoUfvLUxFGq3YGcJq3epbSJQjLBmZee5txhhZZdg9W98SrARqUjkyn8cHnZHZGvxrBzhv/1uJNg9xu/6JZKfn2zuiPjjoUdgfuFpAn99TId+HTDCamQVyczMbCCspDFs6DDdfVeOLz7hhBO+EQL7ZXx8fGxJScnajRs3DnnqqadyNKMmwpx5X9/SqXOnWzbm5sUwcmrk1JPNyWp0lEiM1EX+MbpaWVmun7fRjZXELS8vFcIqooTV23xJpxpLvRmJLSstK4iJjfk0OTn5zTHnrn0qKmrXyXeAAD8WBIQ1QIAAAX5g/PGPf5wohtcJpaV8KD+4Lf8cgHHNmjsxoieJQX1iU4z8/FA46JTzDktNTb67eXrmsLramqjioqLJ+YWFN3858dU5ctpjIrsRu0pYIU5ItFx7WRsYYfXWsPJZm8ZGWEE4mdpEVDy/8HN27P9t6YQf+2Vr/o0dA/+xwV8H1U/otx3bb+oL/P6I6cEvIJI/4ve340h+iIFyU99wAeEjrEZYY4UQ1koaQ4cMFXKoGzStknR6XnHFFQ+2b9/+YvkdnZeX99C6deuufu2115rsO81Tpkxp3rlrx+lt2rTuX5BfEMV04IYyQ1A3Kz9E2utLfFO1QggrI6mMsHIMUS0uKVKiCsH1/KvWS6tOFU1NyEyNn3bqqb9h+cAmZQUI8DPBlnezAAECBAiwR/H3v//9rfT09FOYDhbg5wM+CyRG9Ds1NTUn/RgJa8eOByT1OaDP35JTk69JSWsWVZCfv76ssuKWj1575nE5vVuM6ncWL04YmJpxdnlJxZJevTrOEFJSv6tTgiEQTAmGKClh5bM2TTQl2I79/tsroLE4oLFj4D8Oh9UjkmvH/vpybG64n8VpLIz/vP+3P4yJgbKb7vyCf6OENVYIq7Tp4H2H6IsHfksel/ft2/fFk046aVFKSko71oEWFBQc/dBDD30gaXkFaAJM/2p6j87tOo5v0SKzT76QVjTPyCqbK1EWoN/01TXR3hpUCGplVYXu+ltSWuzKK0pdaWmJ6ShfmO9riQlJEwf06f5xt25DgjWqAX72aPyOFiBAgAAB9gjuu+++hhHWAD8fMMIqhPU9MaKP/7ER1uEnnzEkMyXjkfSMjOHVlVVRhaUlz2bn5f7pu/fGrQ4FaVJ8v3p1r6TYxAvr66N+HR8X26aopPikHl07ToJ47AphNRIFMYVbrNcR1sk6JZhdXDlvpNVIFoA8GbEyt7Hj8LB+wc+f3vZIpPDmZ/Afh8PqEcmNJOHnjFz6/SKJ6cxcBKBP/c6oCCOJ7AyMWLqU3XToF/whp5DVSISV5f+D991XCuZcQkIc+eko669//evTOnTo8ILkFVtcXLxArrcRTz75ZLFm1kSYPfvT1i1bdXwwrVmz0yXj6NLSMq/O8o9Nx1h/Ws30XyGp+MfGxbuUpBTtp7NmfSnnq6Ue6S4xMcmVFJd+3bZ19gHDh19WHUo+QICfPRq/owUIECBAgD2Cxx577L527dr9X1VVVXBP/hmBb8ZmZWXdd/HFF18nhrVnzf8IMPKUc8ZkNGv+37TmGc0K8/M3lFWW//7jsc+9JKeavA7Llq0ekZCUfL1wlTPE0s+qqa1+uqym8vE+XbsuDwXZhSnBoTAiSlglbNaGXCWsKxbPUgLlH2E1QgUgT0aszPUTq8ZcE37709leCY/j/23wHzcG6mwwHfiP/X5W7/Bz2yPE9f9mdLGoqMiVlJRo/2dDIVwIKzvfEt7qg4507WfIxS98hLVFixabEdaBgwZpO7ILd2iU9XcS76FrrrnmjYyMjJPkVHR+fv4/161b98emnBpsWLZsyTmJSYk3xCfED5V8o0pKir3P1FRWSD1iXHJistQ3ScsH0Mnsb7/WqcFx8fE6tbmuvi53yKD9+7Vv375J19sGCPBjxrbvagECBAgQYLfi8ccfT0tJSfldTU1NF/nZ5EZUgL0SbPW5Mi0t7YFTTz21SUd7dieOOGvM39NSm92ckJAYVVhYMHXDxg2XfvPe+O9Dp5sKUctXrzs+MT7pxri42EMqqyrn11RW31NcvPHFAQMGVIXCNKDpCGu9W7dho3srtEvw1kZYAUTKiKjfDffb2rGlY7/9/uF+Jv5zdhzJbQz+etix3w2XSP7Ar5NIx4gdm1tQUOBat27tjjvuOLf//vvr74kTJ7pvvvlGd8hlmjygDuglEmH1j7BuIqyx+smXAQMGSWQhrBKefiB5rpTk+o8ZMyZDCOA3kn7LioqKGiHMox566KEv5ZxX6CbEWWedFfOPf/xldK2rP7u6qnqkkNWOFZVl8enNWriWLdtov4qDTEtY+taS7xfretW0ZqkuN3cDI8913bv0GD548H6zpc5NXr4AAX6M2PpdLUCAAAECBAjws8ewYZfGZXavfDwtPX1MbV19lBCNhz76dsO17vvJlaEgu4x169a1qqmPOTc6KubquPi4ntVVlVNdnbu3Q4dWE7dmuO8qYYVMbRphDRHWJR5hxT8SYYU8mRjhxI107A8TfhwugPMg0rmtHfvd7YHVx/Rgx+aGH4eLnfPrxo79gh8oLi7W8l155ZXulFNOaagnSyFuvfVWN2PGDBcfH69hOIf4CStuOGFtmBIcJ4S1ulYI60BJsV4Ja/go61VXXXWZhH9A0oqR/vu1yEHPPPNMhRZiN0HyTszJyelUXJGXnhSfekhycuo/slYvikmQeqY1b+nqo+Jc1vosV1iY7xKT4t2G3PXSD6Ndu7adTh03aML424OdgAMEUHh3iwABfnxIEMlMSEjoIXJkcnLycSI3JCUl3Sbuhe3atUv2gv0wSEtLO1DKcQvlSUlJOZcyyvFwOdVSpLkGChAgQIAfAfY58OS0jB5VbzTPzBxTWVkVlb9x4zUfvf7sb5uCrM6fv6bF8uVrf7lqTfaE2vrY76Ojom8TmvNxeUnlsA7tWh3ZsWPrCUI2PDa02xEiWRw1/NkEI2CRxM5HImzh4g/jPwaN0U1/SSxseHz7beL395/3uwhojOhKCM8NhZODhuPwfMLz9J8H5MGI6MiRI5V8sgkSU4JZy33IIYcI4axW8aexNdkclN9f/3pdNxrC9SJpDz300MNFRUVTJW69kNyhzZo1u47RUC/I7oHUuaJ169ZLenTu81VsdNTUeincmhXz3bzZH7sV33/ryorzpP6pLj4h0auTSGJSopProEf/1/pv/9uHAAF+4ggIa4C9ESzuSImPj+8dFxc3lE8+CNn7nRDAP4g8Lw+314UQfiwPmy8SExOnybm3JMxYce8SuVUehI+WlpZOkofEUV5yew6tWrVqm5GR8e/a2tpxUqbbpby3Cll9mjKKO0nK/JmU/bPU1NSJUo/XRO6mblKPMbGxsQdIfQeTjEi8JhggQIAAPyQ6dkxq3y79jfTMzNGlxcU1BXl553381gv/kTPhjGG7kZWVNWDVmpzrVq/d8H5qs7gFMfFx/xYDvdJFRf+qrCS/W6f2rS7u2rX117uLqEbmZkKCQi6kwX4bOVIyEfa7MT8TI2vh4o8DIG+M4jI9trCoyBUWFrqiQs81KeKc+he6AhGIHvEsHSNq9tvv5xfzB+xiW1Ja4uVrQn7mkl9ByJVyIfWiPIinpYUY7Hck0RFsibds2TK3fv169aP8jKiC2bNn60gro6Lhcf0Cwn8DpnPzm5F1yCo78rLLMyPqkm8XOTdGJFr09n9lZWWllF+eyX+QZ/E+Gn0PQLh4blV1TVlGi7auuDDHrVg2z1XVVLtEIavJSbxj1+/H6uhwSnJKf7EnAsIaIEAIwcUQYE+Dp1OGELN2MTExKXJz7iUPrWbyQOku0kEkQ6SrSJJIaxG5d3trV8KlMfAgqqiocEIC+fmKpP8XeUDO15O7D/FCkK+Uct1UVVXVFg95GOqJSOChhAC/ERHyz5PjEjm1QVx23CwSv4UiRfLQXyHueqlTkTx418o51nMFax4DBAjQ9OjXL/7wPkNfz2zZcnRpSUlNUWHBmZ9NHDtezmxiCtuBlStXZtRFJ42MjXYnyf3rMPFqJ3fw1XUualpsXMyE+Oi6z8Q43+l1vDs6JbimhuNNhIt7L348VdZl57q3Jmy+6RLCMeIHzyFIl98N94vkb8cAwrZu3TqXtWatO/nU03S0rUY/saOnBRJe/3p/hNgLgSxw06ZN002K+vXvp2XX05sibXbcGD77ZLrr3qOHG77f/k5rJrrwoyFPKWtVZZVbvmypmzHjSzd46L4uSZ6v6AX9AXRj+vTr1e9SptWrV+so6/333+/69++v55588kl3xx136NrWZs2aqZ/pzqYCQ2Rx/VOCEVvDGhcX6yoqq12fvv2lNDYlWETceG8t6zLJn42QCq+88so/S7xb5TgmPz9/UmZm5sm33367p8TdiOXLlycmJMUvjY2OavftrA+iUptlus7dB6vesVkKi/LcmqwVLi21WX3nTj0fW7V8zVWHH374bi9XgAA/Bmz7jhYgwPaBUVGewB2FjKbLg6CNPGggoakiPEFS5GHTVdyW8jtNjiGmDRspmABzI4GH3rZAfG7+pM3Og/LwKxfv+8UwuHvNmjV5XqimgzxkT5Vy3S75DaJ8bNUPWeXhui1sb13tgY9gJAiqxN0gv6nbUjlfLGktF3eN+OWLAbNQfldVV1ez4QRhttioJECAAAEaQ/dhRzXv0aPDs80zMk8qLS2tKyst+cVHb744Vk5t8yY8derU2N69ew+qqok+Njoq6pjomOi+evty9d/U1tRMqq6Pen+fbu0XhILvMl544bWnjjnmmAt3nbDWC2HdKISVTZe+dvWQVTlnpNXCA7t3c5/n2Fw7Dv8d6RiJlWfUqpUr3dFHHeu69+zhykuKXHz4y07TuGTJNNri4lKXKsTumSefcAMGDdTy62lJb3tAuMqqSrd21Vp3yWVXuvVZq4UopknyEt+fRChfwq9cscL1GzTYjXvjdZcvhDkjI2MznUQSe26Zi5DW999/r6Op++yzj47u8rtbt25KPkPPtwYd8hw34Xd6erquXW3Xrl0YYY1z5UKq9+nTz0XV12l4W8MaJ25MjI5G/1byf/iiiy6Kl3S+TEtLGyD5RRUVFZ3XsmXLl/fEp6XWrFn5j/btO11XXFIcwyZT9fWiQ/kXExXjcvM2uPU5q11O7oYvU+JaHX7yySfv9R/mlrY9UXR6m+h2t06tDrBNsBb7QmmLJSLbvEf/GLF9d7cAATZHOyFkx8oDoaM8QAbJ70S5QPqKGy9+beQ4wR42wFzxb3hggfCHmMmugjSMsCKWruTHaOUdGzZseEzcXb6g5QE3TOp2m6R9Ir+pB2CqFm/Nrd47i1CZG3QESBN/XPPzu4QH9tCX39kirDNbybGEyRJZIvKN6Gi6BgoQIEAAHw4++bzRiYlxf2+ekTGopLiopiC/8MIvJo3d6mdrli7Nax6bUHtodJQ7TYIdKl7pcrNaITemD11d1DslJblf9e3bd3fshhz1+uvjvhg58qD9amurd5Kwev5UL2u9N8K6fMnX3vczQ8K91e6vBnu22D05/HhbfgifMzlg5MHusiuudG+MfcVdduklGmZruPnmm91vr/69e+3lF93nX3yuI62A9Az+43DUC6GrFHJ33Y1/dFlrs1znTm3cwIEDtxrni8+/cF/N+tqdeeaZ7vrrrhV9Vml406Ff0FOk3+byXGYDptzcXCWVbJyEy/pV0jRBDwjniMMxhNU/wirP4QbCWlZe6Xrv01fieiOsxAkbZV0qVRki6RRfeumlR0q8yWLLxJaUlKyS5/a+Dz/8cL5X292L7Oys38bExtwg+ugEYY6KinYVleVCVLNccWmhW7tu1dSygqhjL7ts7/8Oq9ThRXHO0UoE+MEgfZuBif+TdnhS5Cc5627X2UGAnxXatGnDG8mp8iBg86CGBysPl3DwYPK7BowF/Ly3n956FeJ7RkSNHvOg2VkQ309YDfgjkt8XIrcIcZ0SOrVDkAdkO6n3H+XwCnFjeAj70RSEFZ1gJHkP3Fgtt/nzUCdPvz9o7BgQz1wT0fXdaWlpt6xcuXK37pIYIMDejOOOOy5hZXFlz3YtWvTNzt/YLTUxJT02LiZRuEttaXl5aUVZZVGz5mllbVu2KMzKzVlXWFRUEBubWNB/cO+81x56iKn7Pwl0POCApO5tuh0lhv8lScnJJyYkJkUVFxWszM3Nu+zr98e9J0G2IKvz5s3LTGve6kQhBGfW1tUdICYrg5Qzo6LqxtVWu/e6dGm7LBR0tyEvL++Q+fMXfdiuXceY+PhYt8uElSnB4xsnrIQ3cJ/1C/f8SG74sf833yM9/Mij3U03XOeuvPwKl5+Xp/nGyP2dzYjIj3DM3KmSZ0uc1K2goNC9+fZ499hjj7pp06a61NTUhvJsFyTN8opK99e//d1lr1/v/v6X25U0VspzM1nyhPyhOepbWlyiO/AybfncX57vxlwwxgnZc1VCWKMlv0063JykhvuFHxs4Rr/4G6gHgo7sOW5iU4L9I6yQWMpcWlahhJV2NKLqPUM3G2W9QtJ+VKTuqquuei4jI+OXEiG6oKDgtuzs7Dte2w3fZo2E2XNn3tW1S7fr6+uiY1hrm7txg9tYkCPtUuKystZ8XJJff1RAWANsL6Rf8yy6VtohIKwBAgB5SNwjROk6/wPHHjT+B44h3A9DAaKVlJSkDxK5sFQIh/Dg4sEMKSPczoD0IhFWA+eB5PeKlOcvYvBs7/pWXacq8W6WdNv4deDHrhJW0kUX6MifjumJ8+RBHe2Bjr/B6mew335/jkXX+RL/sLVr184JeQcI8LNAZs+ezTq07XxMYlL8CVEu5hAxZnvEJzKNn2tJ7g3yj2uE9YIKrjsMeMgLL9zq6srro6Jy5TosiouLzU2KT1xXVFa2Tq6wgpjY6FVR0bHZq9euyhs+cN/CuKTo7NcefRRjYq8zIo46a0znyuraIWLHHxYTHXNSSmpaj9i4eFdSXFhWXVPzePbKjXfO/+qd9aHgHurro1auyj6yPtpdHB0ddQI6qq2rnRJdH/VSfX3l1M6dOzf5soutQZ4Xzy1YsPi8tLT0qMTE+J0irEZKaXkI65tCWMPXsCKR7vn0ExPuxztyjHAfHzJsuLvx2t+7q4SwvvL6WHf2ub9wORs2uI8+/MDFin4rhVAPH76f69t/gJvw5huuV88e7r0PP3T33f8f9928uboEhbT8CP9tsDrXSH0u/vVvXGZ6czdi5AFugKQ9aMgQN23KFCfPBCfUTtfTHnfyKS43Z4P74IP33XNPP+2G7T/C3SYEt1qeQeRh6YWLPcf8x36/SL8NphuebegLF3uAYwirkVVcP2Etq6h2PXr00DTCCSsu/ULy4ZvBQyWt4t/97nc9JN2vk5OTm5WWlhaWlJQMefzxx1fI+c0Nl92Ab+fNurtzpy6/d/UxHmHNy3F5+TlSh+KAsAbYYUi/DghrgAB+yAPibrnBX28PmnBszQ8jgY2QIGL4sRYHATycIGc8dAAPcYjrzpBW0toaYTXw8JN6MI3iP5LX3cXFxRu9M1uCdaqS7u0iuk41Uj0Nu0JY0Svl5415qHyanmdMOa0POsRFn/ZdO8uL43BE8gulnSWHJ6xbt2625xsgwE8bnQft361Vq/TfxETFnJeUnNKF9YNVlRWusqIqx0XVf1dXW79SCOhKuWjK5bqJluuuuVzrmXKxtBCCmiLhm8fGRLeV+1bL2Ji4FNYaRsu1yG6rXFNiZkNrXU2IHEXxJc+6ujwhTCWSXG5UdFSWnM8rLikryEhrlpeQGLc+Ny8/K6reVUZHxZS4uqiirh3bFWe0Si179IUXyl12dpXkz5zByG/Htg5unjHHXHxxStnGkpY1FZXtEpKTMoQCDKqtr+seExM9KCYmtk9iYkoSo3boobysbGFlVc1LYrq/+M1H4zHsGzBv3vK2zTNSL4yOibqsvq6+k+joM/F+qq667O09TVINottOtbU1cz///Kvm7dp1lHvjLhJWObZNl5YLYYVI4E947sUI4Q12b8W1e7D2A/ltfpGO/b+jJYno1HSX2CzDjRo62JWXFLvjTjheSGKO+/ijj12MkC02PBq233DXp08f98H777vi0jK3PGuDW7N6pcuIjVLy6Qfpbg1MCU5ISnZrCkrdqJEjXJS0/YAB/V3/AQPcxx9/7NauWetipGAQ1mOOO5ZRbPfuu++6Fm3auQ8+/cKlx9a70oJ87femQ9ONX7bmF+mcwXTEcw49YQfY8zx8hNWmBCcmJriqmmjXvn07jauEFaKq8T3C6xtlvUTCYNjXXXnllX/PyMi4UY5jpJ6P5+TkXP7aHhhl/fa7Wfd07tjlmoCwBmgKSJ8OCGuAAH60b9/+H/LQuJGHDfA/ZAzhfnLx6IgpJI4pThgAbJPPpgsWlgcRZBUyi/CQYkMCCC0Pmkj5NAby2x7CaiAvqQ/rW/8WWt/aYBw2tk51a9hZwkra6JVdEolL3dGREVbLGz2x4QXEFb1CWtER9fYj/LcBf0TyWifuCWvXrv02dCrAzxwzZ86Mk2snsaSkRGy72Ljk5OQ0cdkkLVWu2STpM6xT55NT7OIdL/0yQfySJCq/1ZV+yoK6BPqY73qRn0LXxCgUvxiOxa0TtxZXzuNqYPHDAdXixaYjkEdeLOGWibAmu1pIRLn0/1IpX2VqamqFlKukvLy8RO4bxVImftfK+YoTTjiB8C06Dhj6++bNm12VkJCYXldbI9dV1ReFZSWvr1uw6D1XXcosi+3ajfPWW29Nvf1//0s+ZPhBzcsrqlrW1FW3E9O7eWbz9A6iu46VVVWtkpOSMqQ27aT87aKjo1KF2MZERTOjRIitGMx6X5LaUmOmo3LdCzvSEVyJUyEst0qIFfUtSUlK4q2U+Emh6+qr61xUlRi41XK3qJJwoiNXLdQnVohkfHR0bJwQjcTYuNjmFZVVzYWopYqxnhobE9MsNj4hCoKOAU92NdWVooMK0ZWbJelMq62v/ejTca98LlXc7NuqS9eu7RwXFXtdbHTsZXzasra2+onKmrr/9e7afnfvvL5NiN5uEufvU6d+HN25c7ddJKzS/HLsbbq0ibASlvO0EUJ4P+ivjQn38W35MWLfuWtX16ZzV3luJLgWcm8vLCrUe3oKU30lO7lyeJngpG/p5khFhcWuRJ4N1WXFbvmSJTp92Mpi8B+Hg3pQjt79B7gK0UPHDu2lP1Trc5M8IXbUkr5ZXFQsv+NcvDxv1q5b55JEt4vnzRX/ws0IayQxfYUf228rC7/9MN1QRq4Vv4SPsBphZdfikvIa17FTxxBJDY3MIqERVo5Da1kXSTY820uvuOIKvlrwrdxDOsq9o1ruIUMeeeQRNgTbvFBNjICwBmhKSJ8OCGuAAH506NDhH3KTbyCsIPxhA/x+HCO2Xf3GjRuVjPIwsvOA3zYCi8sDCzIGON5eEHZHCCsgDiLlmyHuH6RMGGN/FmGdarS/vtvCzhJWDCNGViGkkFV0RD0gpf76oy/S5kGNrhiJJhzxTJfAH8dgfqG6BoT1JwjpA1G5ubmpX331VaIYcsnSF5tJf8oQo7u1CAS0uVwXbaX9M6RvsfgtTX5DOFPkmBHFdHEhnxBLPkMVL3GiuZbod7jWj4AdR/ILh79/GhoLCyy8P57/2CMansj1Uy9pVUm9mLYB+cQtkDJvzM7J7VhSVt65vKJc1+7V19Uv7Nuz27P9+/RaKFErSktKiitra4tEH8XZ2dllAwYMqOjevXuJpLcrD/4Yl9kzZeDAns369OrWZt7C+RnRUbHNW2a2yKiorGgj7L2DNFVqYnx8q5j42Ay5hpvV1daliH+qEIT4qJjoRCEEsUy5Zaoy5ADigr7ElJdjyUGPGdUViF7QDcfetGUhv3X1kNpy0U+h5LO6srZmRVRdfVZVVc238UkJSzZmr1g8d/r0iBvNLFq6av/khIRLpOEvkjwrhPDdW1le+N/evXvnhIL8oJC6xot8I4d9hbBG7UnCigDru9omoWOuEfvtl3B//2/Sp8zY/Ly/8YeT1EPHesQfvQZZP1olddIRfg23CeG/I4G6UN94eW4wQuu9N1Iv/qqr9RTxaiv5Spmr5HkkfUrLb7rw6yWSNHbe/IG5wOpOHtTVBBIfaYSVKcFJSYluY2G569qlixBTb1TVi7M5aY00ynr55ZfflJGR8TfJj8/c/C8nJ+e3u3uUNSCsAZoS0p8DwhoggB8QVrnp38gD1g//w8Zgfjzw2cUQEgpZ5ePjPDjkompwSQ+SxjHElpFYCBjkD+IWTsa2BtLYUcJqIC75iORK3Jb6UN9B7AxhJR/Cp6WlqS4oP3oyIopQNsKZ8cTDm+39qSMj1sQnDDDXD79fqJ7r5DAgrHs5pJ3i3n333TRpM4hmkqCtECumpTaTfsEnpJpLsDYSro30AYgmfhnSR9LkOFn8GBWNYZ0bfSbU9iSt4BihT/ldE38YO95RbE8cyrUzsHi4fgFcE3ZdYBR65yys+Ms57k9cs6JTLnYd1ZU4xeIWiEDm2JRsg0i2SIGELRBdFss9raC8vHyNpFWSmJhek9gipbR9827l7F0j8TcbpdxBUHjaMcU1b52WnN68WWJcYiIvrlKTk+NS0lKSErjBCB+Oia6Pqo+Jjqqrrq8rLisuy99YXB6XHF9XW11eVZiTV+AKswskHQyZRg1fqWPMsmXrOsQmxnYWHQ0VvewnBRgu9Wor9VhRXVf9ZHZh/osj+vVrdMnEDwHppyeJ81ZdXW30tGmfui5dmoKwbvoO6/YQVoPXn7Yu1g93RCxtc/3+INLvcPj9wssNzG9rbmN+kQQdWZjwe0n4OTtG/LB6oTOeb7jcuziONMIKYU1JTnLrc4ukH3TR9iesklXf6CpE1TfKyqffhomUXXXVVS0kj7ny/G1XWlpaIvfWwQ8//PByKcrmBWtCBIQ1QFNC+nNAWAME8MMIqz2I/Aj/DQiH8JDhwb9+/XoNx8MHAmsjqRiMjBQinGvVqpWSNMAoKw+s7QXp7SxhNZBGpPpsD3aGsGIQMVpKPPQFAc3Pz28YbcYlPYxWdISLPnlQs7sjO01C+NFdJFAfA8eI5BMQ1h8Is2fPTpH2yly3bl0aG35IP82U9mwnbcL3ixkFbS99oo1IuhzzLeN06Y98wzjBXmDQ1rSj9VNzPePbm0IeSX7uQAPhDz70aNcrLr+5d9gxwDV9m4655qTNxPKOqpVTRRK+REKVR8fEVEXHxFbHREeXSzoV8fEJ5bHx8SXRUdEl0bGxxbExccVxcTHCkDgXWxgfm1AWmxBXHh8fUx4fowQZwlsl+TFSXCF5YoDYDYUqMJ1aOJk2KJY/52LFjynX3AQYGU+srKyNLysrSxaS1qK8srqNJNNaKpUkBnKG2JfN6+vrMqV2aVL+GJQi8XPk3Nzo6PivEuJip7dtm77bd/ndWYja3xbnxKqq6qjp0z9vAsKKir3P2rwphNU2Xdpewmruzoq/r1lfBHZs5yy8Hfuxrd/AX/bwegB//fxuuP+OiF9vCMAP2G9zrczU24Rrkfsdrn+EtWFKsDwHU5OT3er1ea5L587SB5I0nS0IK7/F9Y2y/kbCPSVSJ+TwtoyMjD9JfjEbN278V15e3k27c5R1FwjrBSJ0imdFPCX+gJB2bDLCmpOTo/ZNp04skd+87/rP8TL/66+/dt27d3edpb3DwzYVyPOFF15whx56qNt33313Wz5NAenLAWENEMAP1rCKsbwZYTUX+I8B4XjgMHJoJIzfEDAePPjzG1LKTYg1m9yUeCAxKgvww2Ag3PaAm8quEtZdwc4SVttoCbBLI7pjpBkdoStICrpATxBUSCv5oCsjspHq67/J2jH5SJ4BYW0i3HrrrfHHHntsqhg56dJuLUTPrPNk2m176YuZciwEIaqF/O4gLlNuU6UNcCGn0mzeGm6MMkB/4FpC6Acm5mcS4IeBXUe4dsw1Zb9VQuflj7qcp52FyKrRzFpW8ZXzEldsPab9Eta718XUKeGNiSmQflEo8dmSVdxo1rXWRjMfVI1W1gLXMVE4uq5eKJr+Fy6rE4brY4R/1UlPEdIbLfHriiVesfSa0trquo3S7XJjo2NXVVaWZ9fWRq3r1atjFmlrZfZyyLWwjzizpbyJ3Os//XTGLhHWbX3WhvDh12A4aGNzIwnYoo9EPEca9A2BheFQznteXnjQ2LEhkl+ksqMlcrFz3vTgKNVhlHhxnrp757z6NybAwvpd//nw8OYatM4ids34hZe0RlhxebnN8zE1NcWtXJuLjeIyM5qRil5nrGVVsqrHHlHld2iUdYHkw2yCsmuuuaadtPU8eQ5nyvN1neTd//7772eGwm7BThDWk0X+LtJP5G8it4n84NertG2TEVZezmM/3XXXXe7666/XNgNz5sxx++23n74gnDx5sm4+1rt3bzdlyhQ3atQo7Se7A6tXr3a9evVyb731ljvmmGN2Wz5NAenLAWENEMAPRljlpr/Fpkv+B47/mAc9pAoytmHDBiVaPDQgYmwc1Lp1a/3NmyymC0NcmQLMQ4kHEcYCvyFkdvPaFuRi/VESVogp5aWuq1at0k8VQNrRBXriGB0hkH/CkQcPbepsmy8Z8PPDfuMikmdAWCPg1Vdf1XWbon/ppiktRK/p5eXlHEMwWQvaVtzWontIJ6S0lfR5puvyhoX1oKmQT9oGoU25JhAz3HBpc/NHgLkBfrrYsq0jtTnXar0Yq1FFcqlWyHG5dJkcuW5za2vrN0q3goTmRcfFZMfHxOTL/a5A7gf5zZo1yy0oKMj+5z//WTBr1qy9fjrhzkKuHwz3m0Qf0byo+/zzL92urGHdggx5GYoAAN2uSURBVLCGpgTXSTyuUxO7fje13eawe6v/ONyPewLAtXN2ryiTutTWsGdB6JwXKRROf+j/hPgEfemLP2Uy8HtHwGZNPEfKSr0NEK1enstv/RX6HaWEgh2l2QXbwu+IaGqNHPvh1TcyYYWcRpoSDGFdsSZXfrdybVpnanyPqHrrWTeRVs+1UVbBr0SelfB1V1xxxfOS/i+kraPFVjlXnruv3X777ZsU3ITYAcJ6iAj9/UARa+CPRT4S2VrZWov0EdlWp0gUGSHSWLjnRH4twmyPLSD9r0kJ6wUXXOCefPJJt3z5ctexY0dtx3//+99qM1555ZVuwoQJ7uijj264jgzYREj46Cy2JX3E/Cwc/QgJhz+dNWvWNBDWESNGqI0Vnv6OpBdehvC0dgVyHQWENUAAP+QC22JKcKSHDr+5EHkYYryzLhXCygXPw4KbDxc3Dxp+c/GKoaXnMUAguLwpxbD4uRBWdER5KTtv9oyw4m+7AjO6ip5wTSdGWNEh+RrwM9gxrom00TrJ9ydJWKV/Jrz99tvxS5cujevatWuy6C65tLQ0TfoTT5Tm0jZMrW0l+msr/Y31SxBO1oky9VYJqPjFy+8UXD8BRXe4wG/E4prw2+A/DhBge2H9DNeOEa55f3+zY+6VclwpUo5IEuywzAZJedJPS0QK5TrIl/jr5R6VLeErJd0iCVuYlpZWRPisrKwyuedUnX/++UxHZmryXgepK2uz50r5ulBv7re7Tlg9/XGX3LSGdeZmhJUwuIQH5vpBO5kbfhzpN0J78szbsD7b7SdGcctWrb2RTUrj/SeWhNUDjbNhfZab8+23Lj0zU4zxFlou/LcXGlZk1YqVLlmI734HjGzQlR+bUvSmTc+fO9ety8rSnXjpi+hEzxJ3G+IPZ8d+1w/TjfV5b2R0E2E1shpOWBlhTUlt7jq2Z28HNonaRFAbXBXvOgofZRVCdJxcI+PlORorz9NxQljPFMIakajtKrZFWB998IXRH3300VMS9HSRXSaD24mVIuHfoZ0i8g+RiCRI+kCTEtYXX3zRnXvuue7ll192p556qtqE7NXxySef6GiqPNcbRlg5hry+/vrr7rzzzlObaPTo0e4///mP69evn/v973/v7rnnHjd+/HgdIZ00aZI77bTTNBx49tln3S9/+Uu3bt06JabS1u5Pf/qT3gtuvvlmd+mll7q+ffs2kGiuAUZ/r7vuOu2TEydO3O70LN6bb77ZUFYwY8YMHT2mv+8KpB8HhDVAAD8grHKhNmy6tK2HDxclJIrRQyOsgBsTZMzeEkPSIKY8uDFAIGkQVuL/nEZYuQky7WXlypVK9I20oifqYvpAiEN4HtrUGcJKHMBvgx3j+o+lrX4Qwvr00093EKOjldzEGQ6mgWKkHlK9GL57GSt6A/p5FSHnfF6FtXmQxyTxF9XGx0q4RPmdJg9L5n6xsy273RKPTYZS5FyqnEsV/2Q5Jix5QVKjwttGzqmL8UX/xUX8fiYBAuyNsD5Mv+bYhN9+P38fpm9zP0HEH6JbgyvhyuRaLJFjSG6ZuKUSnBs+BLhQhLW6RRKuQq7hakmnStLQdbekIfeq6tTUVNJhl2ZJQh8WKuJXK9d1nVyHtfIsKLzooouWiv8OQfI7TxxGxKIhn9XVVe6zz5gS3H2XCKtuuiTIYpfg8ZPc8iWRR1gRQLxwSJm2cMOPw39zD18l9/sDRox0Rx93vCtg2YyQKwoeCtoAwjNNuUqeMRuys92rr77i+g8aqH52frsgwWql/ksWLHC/v/4mV11TxZQSqZtXJ38yHDNdPVuIateuXdz/HnpY7th8KzxFw5sOIwmI5Af85/0wvZjw3PPL1gjrmqw8FxWT4Lp0aivPQm/qPXE2kdXQ9OBGRlmvvvrqOGnn2fIs3qe0tLRMjgftrs2XtnOElZ3bfyfyfyItiBfCDJH3RKaJbM8IMM/4iLuB7yrkemhSwjpu3Dh9Yc8aVYjn9OnTlWxiO9L2nPcT1q5du7pBgwapP+FmzpypBHefffZRoglpbdGihdqExIEQQ4T53vCxxx7rZs2apfYm5wgLSf3qq6/c+eefr+mfcsop7tprr1X/Dz/80F1xxRVu6dKl2m8jpUf+lNOfnsX77rvv3MCBAzX9AQMGuKeeekrzZwTZbLedhZQnIKwBAvhhhJWHdvgDJ9wFPOR5IDNiysgggh9GFMTBLlIMCDOeOGYqCHH4DTnDjzjbAx5yP0bCSn2JA0ldsmSJ+qEf0xPnTE+QWupGWB7e+LO+FV37gS7MDT+WNtzjhPXJJ5+8Ser5R6lDM/pJpHLZMfU1Pzv29y0L6wfnzajk2MTO+X8D/3GAAD91hF8zdn2Zv/+3XXO4kcC1Y/E49j8T7BoE5odrEkqXb15O2Lhx45gbbrgBUrxdkHQ/EOdwSScKwgRh/VQIa7eu3eV+uCuEtVYNonUbQmtYdUrwlmQVIY6BY9ODwX77/Tk2AabX8vIyN2LEge6qq69xU959x11+2aWN6txw0003u99cerl79ukn3edffK7fIPXntS2gFab1Xn3N9fK8qnYd2ma64dsY5ZkqRvf8BYvcYYcf7m688XpXUV6u5TQdmk625xj4j8NheiJ9nnPmIo0T1lS3fkOhK6uqc506tHHN0pK9eCL+UVYjsTGsbRUiHhpl/U6y3U/Cl1955ZV3CWG9Xto5Rp6pl7Zq1eqJ3TEteAfXsDJt9xIRiGt3EabpXiyyW0Z/dwSipyYnrBBOpuBC5v73v/+5Aw880J1zzjk6My+csGIbHXfccTp9l6VTINLa02nTpimh5Bzh/GEYRYXgWnixiRrOQViNDBspnTdvnuZHvtuTnsUjHdL7y1/+orYaxPfRRx/VpXLUfVcgffgnT1h3uYMF+NlBroXNH7yNuYAbBQSLhzyjhPw2P0glJAtCyjEkDEPCCC5hAH7+NH9qoG48vNVgCtWTKcD4UXcIMDpCV+iJ3wZucjx8TVd++NvDf+x39ySee+65ZtL2N0k/4HMsDUSc9kaoh7+s6IP6UzfqbHW3Y0bjw8Xfj8zIRI8IIG3rgwh5+n/vrFi5m0J2J0wXTS3oeU9IY/n5yxJI4xKuK37bdWbXGtcP1xjXE/cdjKlIwv3If0x4uz5JJ7xtAP3brhe59uKEfJwm97qD5Px2dXxJb4g4B0t8JavqJ2l7183OXztEV+GYf6Hf0dGb7hfk4RcvnnfeDzvnh9/PdOG53j2end67de3oli9b5v59773u3rvvdv/+173uof8+6B584L/q3n/vfe7ef4q/uCuXL3ft2rZxGRKvRnRNWuFtu1UR3RG+a9fOQgBT3fPPP+/+c9+/3b8k/Qfu/4/m5+X9gFcWKdPLL72kdWVXVqbahrctaOzY4NdDuJ7sN65fDI35G/ChfORbVlauLyqsjP6RYPzUP+THywxJr78EP0N+R0vffVeeI0IjtY5HkazIDw1mMDwg0lPkIhG+P7ylgn8iYMT0xBNP1GnBjzzyiP4Ov85+zDjhhBPcWWedpdOOl8k1z8BDgG1jy6s+QICtoEuXLv+UG/kN3PCBPQTsOJLLA5lprVyUtrGSGUmAh4+lwzGjqxAxfmP4YAzx8NhekAbEhTg7Eq+pgMG2oyOs6JOyMi0Y3XDMGzyMQGBpmY5InzC8aYbsMR2YMJwDuP7jcBeRPNdJG+yxEdYXXnjhqIKCgvfmzp0bhZFr5aDclWIk10p/8JfRXOqcGJoSzZvocFhYwLE/LjtrMhKAfv3hgP3mrS0f3wfloanW/jQMlCMlNVXf0MsJDUv/DG9n4mhYSRdCDthMpVrqyLnwtC0sbUo5yR9wnrRpX64V05mdMxCfuKnSd/AlPmucJScJ6IXxhyc9pkCJp44gERb4wxgIy4gGYcmnSPpZuC7tmLIy0sFv9EJ4YLMDbN11eD6EQyiT6Yu6ch0Rj3MWx8LyQitO6owv9wfChqcLCJssuk2QsMBeajQWlpdq3Kcop78dKBcueUVqcysX97lYwoqfEbjwsICw3OOsvoTz19dAnujb/2IqvOz+8H405t8Ytha+KdMCnKc+3bp1oz7/knvQjdsziiW6wGi/SiSKkVJrk1mzvpW0uos+Y7ZrhJVj/PR8SPS6l7BZORvdW2+H1rCGrkeEY8QfB4mE8Day37j+Y0BfP/740e62225xp554spsw+R03cOBgVyr+y5YvddGUTcJ1bN/RtWrTxs37drbbp1cv9828ue4+Ia8T35mo9w8Qnm9jYBdgRpjvufse0UWVG3HACNe6RSvXpn17t2zJYldYUqy6iI+Jdfv0GyAEsNQtXfa9e+zRR9XQPn/MBfIc976n7tdD+HEk1xD+22A6QrgecMnHxD/CiuufErw2u8BV1xA+WqcFxyfIc1LS2DQ12HtJyW8bdeV8aJT1W8lr/4MOOihh3333nS/P4g5iqyyTe2/fRx99dMs3wruIndgleK+EXBNNPsLKutSxY8fqtFxGKFn3yb3SzkeaEvz444+7gw8+WEc/mXbrH+GkHzFrjWm4Fu7LL7/U9P3Te5nCyzTizz77bLMpvOEjpeRBHPJ97LHHGk2vsRFWG7HFFmapXM+ePbf72m0MkmcwJThAAD8grGLEKmHlogS4/uNwl7AAg5QHP7u2YZzhb4YAwFDkYWQjsTxMMHJJI9yQ2xq48H9shJUyQ0owxI2goBumUDPKgY4IY3rBZV0GBBfDGOGGjo4Ih1i64a6JpLlOwo9euXLlbD25myEP/bvffffd67/99lvVj5WjpLjE9ejR3fWWB4zBzlFX9PDFZ5+7IjGQlDCKfixMYy6CcV8qaQ8dNtT1koeH6RAdoV/0hd6mTZ2qa8JqJJ8hQ4fqQ836Gi75U1761PtT3hcDuUTIda0btO9gN3z48Aadkz5i7ffupMkuvyBfSeFAebAdeNBBm4XlmDKQ/jsT33Hrs9ZpezYPja5DoiHxufJAo96nnnaajrz76wFYe/b1rFnu42kfqREGuT/jzDN1mpI/LC71+Hb2bCftoOXkN2HZrZCwgHCAsvFgnjh+vBJ/+hxhebha3pYu5xYvXuzeekMMCzH+2nfooOlznrV2eRvz3OFHHuEOOOAA9bO8tHwSt6iwwL0+9nVXkM+SgRp3wMiRqi90Q3iLQ17lFeXu7bfGudzcXD1Pm40Sg4GRJkBY/AlLO0yeNMllrcsS/zrXp28/CTuqIT1cwlB+jj/84AO3ZvUa17ZdW9W5pbUhe4MrEwIxdPgw118MGH9eBvrSxx995ApZ9iBp9+/f3w0grKRv4XApF6OYn4tRlJeXJ+Wo1/5PH/HX18LiN/Orr3TUqFXrVg26M1ja4fih/MH2xKEePBN69eo1W+5x+21rcxsJzxq+70QnbSCb1h8KiwqlT3/nunfvIX0ueqcJKzsFk17WhtAa1kXed1gR2sDaht8WB+ASz34Dfvvh/23HuBpP0ktr1dbtM2Cga5+e5ubK9XnxZZe5dWvXuTdee1XqFCf3nnJ3tBi8+0pff+mFF+Q5keZSW7V2H3/yiYsqK5IyeWXYXpBnQnKyc8nN3eijj3SfTv1Ar6MDDjzIjXvjDbf0+yV6TTST5/GYiy6Se9N6N/bVV9wxJ4x2H305y+WtXeWK8zfq/TlcF5Fc4D8G4b9BuG4oA2LPPFwjrEZaIaz4paQku4VLVrmUtEy5l9e4Vi3SXZtWLbT9bZMlnRLsI6o2RZi1rHxmSsp0ruT72uWXXz5B0jwWQiEkqfN99923VgvWhAgI65bwE1aInxFMNimi/SMR1vBNl/ybJfkJK/BvksTmTIRlurFNAbZNmrhns4ESRJS8LB3Wpxop5jn4zjvvbDW9SPEWLVrkzjjjDH0GAPJhoyb65K5A+m5AWAME8APCKobsDTy8gT10/G64H+CChpDyJphjvseKgWdhuFi5GREGwdi1qcJGxIA/zcbAg+7HRFgpL6BuCEYcfjbqQl3QmdUd3fBGGV3SDpB66kkcExDJtWPKJnH3GGGVfKJuueWWr957771h1IVyUOaSwiJXLXW88uqr1RinXP4yUmeeg/f/619u9arVrmuvnvKA9AxLCxfJ5buWK+SBBwG8/W93aN8y4xM/yAT9jzeof7jhRjUO0zMz3N33/ktfBPDAIixt0aNHDx0F4SF003XXu+/mfeeSxTi6/8H/6ofLefAQFqOpgxA1wvKi4YbfX+s++/RT7c8PP/aoGzR4cEOfp/3IB4OIuDddf4N7/bXXXKcuXdwQIUWEod+vXL7Cffn5Z+6Ci37l/vXv+3Qknfpx3l7uiIf74P333S/PPkeJ9wknnuiee+lFHaExndBXrD/O/ma2G33ccToyxa6L4ye9I0ad/AsZvf5+m71+vRu5/wglVrxN/ujT6Q1phoP0DhpxgK7lOfn003TTNOo3QcglffTDj6dJGoMb2gHQlw2/vvAiN1Z0wIYorwp5Peroo1SX1BXQFsSjfL+76rfumSefVLL78KOPuNPOOF2Iojf6S79Ct/Qzro9/3nWXTqMknb/ccYe78FcXhYiiGO3SNqyXol24zp547DF3x+1/0TY4QAwPwpRIHT54b4qOLt99371u1CGHqB/tTprWZykf0ypfflHsN/l985/+nxorNrJsZSMso+EvPPece+6pZ1T3F//mN+7UM8/QPKw/oRvC0na80HhBDJvjThytZea8wfQTDvOvrxWSVeu1aRQf1YzmJcGWbUh4jSPCefLYmg3KeV4CsCGPd01uuna3VSYD7SPPlJrBgwcPOffcc1lHGDmiQPLj0xqPSR7R3ksA8ZM/tNtXX8503br1EN1s3xpWI6yAMNQFQS1ZOfnurbffccsWzyJTfflAOS2MpumT7YHpBYQfM8LZY5++rnWX7q5Du7audYtMVyLXEtNuExPl+pYaEK5Crm1eYHHNb5T7y2q5Z1UU5Lkl381tmCEC/Ok3BurBqGKvwcNcbHyi69+3t75Yq67yntP6sknCQaR4DvObT+AsXrbM1Uj//P7bb1xubo4XLqSDxlxDY7rCP1wnfuGa4RozMcK6+Qir3AtFV0uWrXbNMltrn4iNiXWdO7YVfSVIu3rpeGQ1RF5FzE9Ja5zW5UvJ8yAhiv9P8vmz9LMYqf9Zks8bTb2ONSCsTQ+ej/SPbSH8Uzf+9ad+gru9CE9ve0Ce9tmepoD03WANa4AAfsiFrFeXXWSR3HA/wIONhwiGIcdc3IwA2WYJkAgMM51SFwqrDx3fA/GnCL+OuElSV4x0AMlCJ+jHdIQhjoHNb4woCIE9yCPp3u9G8PMO9gDefffdfdavX98f40ezFdG6SvnbiOHRt39fnSrDxgpMOUPOPPNMnUaTk7NBd03u1LWLrtmi3lsD6UMQIFA9evZ0CaJHdEp/wqXfocf0jHT91hvkEv0xyoheIRj0U8La23v6JYQ1JyfXxYph00YMJfouD0jCkhfhaC8MvuzsbJ3qw7TVlq1auUzJj3wsrE2RJ9+NubkalpccLSQ/4mDAAF5YxMTE6Wck0J2JXUfUlbA52RuUZOCHEUc88kEIb9cQbn5+nsZjVIGyoU9GuS2sH+gAow7ynB4a+SU8hAHxg7jkj0G96bqVfKQ+1Jef+Pnr4AfT99BJYkKipO2tcTd9UR+AviB0tBMjy+iMMOVl3iwD0qXtrRwY+c2lnUgXKSnxPptlaVMerjPIJn60U0pyihruRlCSU1J1tJW8Ibq8FCAuhJwXFuiH0c9yid9O/MgHfeVIH6CslJ2pr7zxJ6xX3jJ9uZGYKOWSOmRL+1dKfMLzOYYhQ4ZoHShTaWmZGDYdNP+y0hJ1txfCJ11cmtxHelS75v0qXUKHGhcVlyAkNhTAB9WF6Ky5GPzJaRkuo0UblyS68Npxc0BUk5JSXLqEYUQro4UQA23jHb9Xi35i5do6bDvijhGJIpwFNeKFH7MedhSWDteD/A+5Jpt+o/OtiT9cpDjm5xfzj49PcGuWL3Mrvp3lPpo4zr301BNu/Ksvu3Evv+BeeeYJ9+qzT7lXn3nSvS2/J459xY19/hk3ffJEt27BXLd80QJ9abOjIO/Kyiq3fO5st/q72W7cS8+7t1950b3zxmvuTTl+TfIci0heE19/1Y175QX31ovPucUzZ7jFX3+p9xD6OAivl0l4vU0XkfzDz/vFH9YvfkBO8wt5Fsa49GZp+sKS+1N2zkbtIzQzLzA2W8sacrl/ete6Euf9xW+/hQsXfi3xtXfIPWb/+fPn77FnZYCdx/aQVcA3/sP70K5gZ9LD3mjKMvwcEBDWADsEuZnLNbb5QyOSG8mPBxwGJUYwDwgMRW4wkAdcfvMAMcOZ8BbfEP77x4zwulB36oxuIEJmeENU2ZQD4RijF0MWYkUa/AaWXiS3sXOChoPdicWLFx+xcePGhp0FyB7iUyXEoK8Y6AUFhe6jjz5ykydPdu+9956bMmWKTlv9YsYMt3zpUv2wPYQJgz30GYJGgZFTWVmhIwY9e/XUCvrqq6QSbMzd6NauWaN9rbauVkkFJMhAHPokoD2YgsrUVdrHyC3HgDwhT4B24UUC5IY2bd2mjfZvf1hrM/KulHbOzfFGKyDXEkkVRFzIESOO7dt30N+RQNkhwxjshIGEMqJg8NedY/oOxIiRI77hSFnwx/D1hwWQLQw/yg7ptPNmTIaDsOSNwejBMwrxiw9dz4jGDaVloByERThjdSC8+SOA6X+AcrHbqf8aoF8RTvUtLrq3ckP+rNz4GRG28LyEgDjr6CzxBbyjg4SSrr7ckLwIy/XIywFvmnat9rdWbVrrSBQWMuv1yYuwvPigz3CvIx2kZctW2t7onfa3+vFCir7IixX0WVNbrW1Kvy0q8l5QbQ8YWY1NS3ZtRxa6X/76QHfj7/7PnXfZAa7bUeUuPlPutXLeD0aYcjbkuncnjHfvjn/bfSjXX27OJmLiR1ysEHIp85R3Jrr3Jr7tpr0/Rfr7ps9qbS+oC/d7ub6Ove222zbvED6IXvYV5yBpsyj/yChC26SmiW7kmmNUUlpWz+84Qn2TviJtriPG4lJG/PWcHEcS+h+uP4zFCY/n928Q8c+V+0VBYZHqA2GUVV15XnJsgl+B3I9ypH/RR4mvpQ+ltb2gzGVyL9iYny/3KzbPipCfHHvlKVP95knYIgnLvaqh7FuRxurs1wdi+tuWhKeDAKbzLlm62sUlsC6cNfqpeq60tNxlrc+VfrLpGveTVt18Cn8RrskQbujSpUs+90gg+fbv16/fznaqAD8CcG9mjevIkSO1nwXYOxG0TIAdRcONO9KDw+9GOodRjxFmRj2jDTwYcHk42vQ5v+Fj8Q3+NH+siFR+/HiImjGAPtARBgOGNUSD3+gIPx7yfkM93PVLuN+expo1a44WAzeKugEphauurNKpWB06dtANiRjB9Mv69et15JEpuIz8IGXljNBu+7ZVWe5NCW8lRj8jfIy2JSUnKXlhVHXGl1+6FStXuEULFzbog7ekfB7CRvpZv7Vq1So3d84cJSqLJSx9lTZidJYwkFbC8yKB8vLQI8wyIdm0H2mnpKbo6BNhEcJCZqkj59esXq1kmM16KCfGE/4QUdqdekCiKD9xEUYEuWaKJQ++Ffn999979RCB0BOeMEhamjcaz3UFKBt14MFcEzL+qUNqsldvP1ZK/SkD7UZ+wG9c+pEnBjT9Mpr+K4Y+IB/5o9c8U3YBeaSERI1GwgiKhYyRNuRPR5yFiFhdKZ9dA5QFl/oifKTdXn4hpE97IfQZCC2lIe01a1ZrHAvL/cj6mo4MSxtASHlRUFvj6Yv8EhITNB5TtFn7RlxG/Vm3S50hurRPopQZvXD/Ygo75aQfsW5p9uzZev1qWMmLOhGO9LOkDiyTSJO68v3Bzz//XMtPPhY2WdwiITTbjSjRbY0Y49WxrrJ2oyuqmi362OjS21S6+OaMSm7eflxX5aXFrqy0SK6fMpedtdYtmPetGvhbQOpYUV7iystKvLDr1rj5336jhEASCgXaNtCp9uPi4gMyMzP935ncDNJHzhdHbx7WX7hOAFN8W7VqraN+vNyREOq/Pdi8qKH7o5FVjsW1vu7v95H8OA4PEylOJCEv+oL1B/+xX8L9LC7ih/ltTQDxKaM/ze0RQBr+8tvx1iSSfvx+W9NXeH4mENSs7AJXWlbuMltk6v03LVXu32nei8n8gmIhrTl6DOjPngh5rd9EYOlPEFjB6Msuu6yvXNd5+Mu9q3tWVtb2d+oAP0pAWrnfBth7EVyEAXYIXbt2vVeMvN9zszfDAdd/HO6G+wGOfW80G87xwAL+sCD8tyGSPw8xDEV7GO5pYFhjCPNgjQTKF47G/KifGoGh38Ae2gbz97uR/Mw1Ef2vl4fxaCFlX+vJ3YQ5c+Zk3HPPPYvEbWXtQflLmE5bWu5atGyhU2GlNUW8cgLC8BF9dktu0aKl696nt1snhCMuzhvJjFQ3AOFYv9obOWVEiw2ADARhhIawxUL8IR0YYOiYaZ+MbPG2nqJoWDFgGHFh05Mli5doGpQyQcrQs3cvJTLSSOqP4ePptcYtXLCwgWxKSq73Pr2FuDRz9RBECcOUSoBBvFCIMPUk7JD99lPiY9PUvpk5S6ePUo8+ffuITmIk/1CfF4e6su4RUk3e9BdI94BBg5SsWT7EYNST3T7nzP5WySvh0TFra5ulN1fiq+onXTHaMfzmzZmro8voiOu1X//+rm37dlo+0lSNSzqMLi6cv0DJIyNeRx9/nBIzXq5MmTRZSQkjhn3799MRSLtucSlDXk6ubkjBMfmwsy+7MyYkJWpeFpaRqLISqcO33yoJpg7obaDUgZcBkHwJuFlb8MKDqeeEI+2+/frq1F/KTDEgyNQB/SwRAsrIIQT4kMMP17bghcdXX8zQNdGUnc3BGO1n2jJtRDz0RVq8DIG4x8Sw8Va169S5k04fhzQzGgbZpVyQIjaCWp+VpbplCnLL1q10TRNlROiH2kaSPmR2haRNWsMPGKFrGQ2my3DgjwEeLe2R2L7MpbakvEIQNzRzZeuk7rVCyCV9A+EhfOWlZfpygbwzhABoe4XawA/0Sd+EWBMWnUCoNN+tlCkc6JBRaunjJ91+++0TxWuzQHI+TZx5kkdnrl3CA9qfgPb70+mfud699nEtMptLOWI8AoLIuW2tYQWkw+Y863ML3Jtvs+nSV5wVf+8eTDhzTYC5fpgfetka/Ocjhd3a+a2lvbVzhkjlNoSf8//eWn3B1tIFdn5r9cU14Z7gdyEVzEJgdkNbcdOaZ7jcvDK538W5Lt2605B6TcXHx8r9p1QJK+2WkdFM17TGC8ElHdt8yTZk8o69tazZ2dmf/OEPf+iZlpbWVq7FErlftmjqnYKDNawBmhJyXQWbLgUI4IcQ1vvEIL0GgwrYw8fvRvLzuyD82P8bhP82RPIP9+NhtLcSVsoWju3xs99+/0jHfndrfpRNDL49QljvuOOO0V9++eV4Meaj0AtlgEisW7la2w7DHgPSK5kHa1HaD0LRf9C+roUY9Lk5G9QYAZHqR73Q//cLFuCjaTPteAtIvpA91hASjiQwZOk3WwLSGi0GER/n99oUAwgSRvk1+1CBcSgHhAeDiK5JGMJCkLzAgBPeEdNCWU8aJeU5/OijpQ5ePRih/XTaRxoF/XhlC0UCoSQYUU1OTtF8CUs9IOtbXiuUlbDJ3kiUnKYekFiPxIeCCYhKeozu0WZeWkzXL6PfeIF8IG5CQmJDvz/9nLOVwBTk5bk3XxurBAySTB00LQlv2fETXfnrQH3Ly60OvoKF6sCIo11f9A/KtWV9vXIlJXnr4gFhdAq4lIe8wkF/gHRBUtjgiBcpjLp+/dVMN3PGDG3XLdtyE2z9qoH6GrH2g3Kw9pL1i9SJOvKCwEbBgcaQP6Yfdoul3kcdf5yWyU/kI8H8ddpjTbTkIga/+tS46Fg5F6FMAL3afZOy00cigfCbhRWdbG+Z/MCPeoluH0hPT78mfHMbyf8ccV4UHUbTtwnvn8KJH+27bt1at3zZcjfqoINcVL2QfglDWHLcHsKKy7W0QQjrG0JYly36UvS16aUhoun5wvuPdwSR+p4h/FyksI3F31q6kdBYubfXf0fjbw1Wdr9rQj+zYyOsTMlv166969Sll8tav861bN1W+hCfP5M+KeG5ZrjGSkrKXc5Gb7d2pgp379JBrlPvOaSkNdSH9RoTlzjMmrjlllv0+pW8K4TANn/ttde8OcJNhICwBmhKyDUXENYAAfzo1q3b/WKUXm0PbxDJDfcDxMHIQDjmgQH8DyM//HH9iOTv9yMdHjQ8hMyY2pNojLCG1w9E8gPmj0vdEL/BhD91Iw+MNQvnjxfuhh9LO6yXnycuXbp0lp7YTbjqqqvunzdv3tWM1FFmRsHSUtPcvkOGSzuVq1G4Cf62jdIpWzrdU8jPh++/q2FNr/76mEvazZunu5499/F2yRXyt1mS20SkwKS/yd+ONvcVbDOfxgNgPLP5VEFBntsopBw9McqYmpbuiosKlTArvKpqUl7+pGmewPLw+4FIeYeHMUQuZ4Nv5NMKyGNmS6ZWx+lnYBKFhFZWVbu83Fx9QbAZSKexIjSCrQdv5OwO5kEdmjdLl74jhFOnoEe5Vm3auuz1G4RUVkpbyLUm4bY/WQnJ7rybwWKH+cvPza+HTYCkpTVL0zLxIsb6Pdd9JPxQ/mBH49Df5Z75nRD+YQ888IC3sDgEue+9Js4ZIvrtVaDPEEmL9MyPFwVz585x9XJuv+HDlPwridbwjRNWQDoIpGV9Tr579Y3xbs3SbzY7h2ztudcY7Ly1V2No7Lzn3di5xtPcWnZbK3Lj9UEHocMwNLUOcCMJ7c5LNAjr/iNGuMMPO8LNn7/A5RVXutZtWmvFjHhCXD3SGu/Kyirchg0bXZW0e2pqsuvRraNLS0mmRtr3CK/kVdxEIbM8q/7yl9tdebkuPajMyclpFhDWyJBrIiCsewHkGgsIa4AAfghhfViMisvDH9z+Y7/LQ8ZGVnhbjz9+do4HBAQkXEgf4QFl4Q2Wdjj8ee5thDW8DiBSvYhDme2c6cEv6ARYfQnPyA55+tO0Y1z/MSAfSWeDyEnLly//Uj13A2bOnBl3zz33fL1kyZIB1vYQAnYYPXb0iboDK2++Q8USyIHvWEcb5Tn45YzP3PeLFuooXnhd/C5ppaQ1c4cffYwSXfTlnQ6F8f/1HN8BZ0LHDU5YWKDHDWe8v3Y+dNDwN+SPY+W03mu/OYtxVSxG0ldffKbTPQmDYTbiwFEugSnCoQ1yNsVBl7ibE1k7y8mGY8GmeIKGc6G/myJ5f+23uvLH+28e8tdzzfHnRb8qLyt13307W6e58k3WAYOHCHFlvWrkkbrNYSkJtnGdb4LFaSR86K8vZYX6hEUhDC85uIa/mfmlkMNy7a/tO3Ryffr3l+NN97rtQyNl2szbXzI5ESmKBEG3TP+e9dWM0DXjxWusPD+UP9iZOEI469LT04ffe++9fGZLA8r120Ycvr3awrv3eX1IiaikRXvY/RA/7oELFsx31RXlboC0F9P8q+T5A0FlpsXWCCvgflNcUuGmTP3IffbRRNEx15eXD2EsnP8Y+I93Fptdo41ge8KAbYXbkfJuT9imrj/H9tuOec7xOagB/QfotzeZEvz1N3NcUVm1bmwnhRDS6T0/VeR6URIqLiOqFZVVbl3WBrm2q11SYoLr3bOza948TcvuEVyPtHJu3bosd9ddd1rfWiW2S89gSnBkyHUZENa9ANKPA8IaIIAf3bt3f0yMgt9gPABu9vaw8rs8YAjDtEbII7CHDoYXxwjH4WL+uDwwmCpHWvz2w/Lzw/LemwhreLlBpLowQkA8jk2odyTxn7Nj4rOOz9KwPCK5iOg2V8KdvHTp0s/1xG7ArbfeOmjGjBmzsrKyxCbY9K1YysvOv7Sv1NRXNs9AhKQybVV1KM3MtFlGkhurl7+tCcP6VFwQHp50GO3jp5TG02PDmlILS76ht++hEWzulqTJbrzhaeIiEDTSNP/qGrE3pBh2HqgrorvmioGsvyVdjGI2GrJ+gx99Cf2wbtfWPwL0xmiyjbziT21xMb7oC8TjvH9aJ+ctDVzyor/obykL61i3bBPPZQdW0rXykV9NaAqrhQGcZ/0saz/x1Q2MpKys49RybAoaaiPvczyQdk1UgN4oxyYQyTtJ+nzGwosJUYF8eATG4GXh/fX7+xHuTx0oB+AcbYEfoqN1obpyjjytrMDSIqz1c2BhdTMXz0sR2txFw1If1bf8029+Snv5w/rBtGBeTvlBHv78rK2tTH6Qn9/fr+Pw8JSLdM2fdP1h/McW1qDXlIjfDxAHP3+6gGNeMIl7/eOPP36vnNeTksbF4jwqvxudDowfAmEFtCHfVc7OXueaCcFpkdlCiQ7lYU16bU2dklcjrJTQSkIYdFRT420CJ8mKUBfJgzrZsXdC202PAb/rfaltXvVG4A9kpdjkp0ebpeP7QfDNzvl+hvlHhBXbc7YCXwg53Dy8eUiGmufmZxuwhTceXiEb+ogmEbo/hfoIsxm4L7F2PzU52WVkpks/SXDrs7PdspVrXUpahkvPaK5tw/NCp/eKsP6b+5X+5liE+xzX8eq1G3RZAJ+T6iWktXUrPpXmrV+m7VOSk3STtPvuu0/vd9LXPm7duvWRt99++5ZrIXYBPyHCeoc4N0t77XljK8BmkHsRLw5eFwkIa4AAPXv2fEpu4hfxYLcHNa7/GOMFQ5tpNRjL/DaDBpe4+COExx/h4YAxhuFihA8hDOvGIK789sPyDcfeQFgby5u6Gqz+rCsMPRzV30alESUtEs7q6hn3Xt3MH0GvwHaj9cPyNF0jktdGkVOXLVs2XU/uBlx00UXXLl++/F9szEJ5LW9GiCgv6xxNT9TB+gnH7KiKwQLQB9/TNHIFLC3AixHSIz79JE3qz5Ra0rEwFp71SexKHCP6ZqdiNk7y7w5o4UkL/ROetoFwYQixdsr6paWJUEZ2cY2J8zapoY66BjJEggDhiAsxzMvP02Mts7QxGwGFjPbN0gX5eXlKZtgQpKKiUsrL7r/NNCywsKSFrik3ukIXpMmmTeG6IKzuRC3knhcCeq2Kv34WR85ZOBP6IbsbJ8QnqOFOX2VnZXTjB3FJi8+6WJtXSpnZwdPqZ+CYdiNdXNby8u1UiIa1nx+kxQZE1I9yVFVL+8k9g/az/g/C84iEcH+7Z2kfk3wg/nY9ki+gXrQrO//a9QfM5TxpoBPi0CcYKbd6h+dJWGx3+oi+gBDdhe/UTBzSYoMjvvWKXvybLhkgbJSS/AgfnhdlKy2TviykF6AvdOe/jxg4xqinPKRFWMpIvSycPzz9jPQJQ98njn5POCxNAPHnhQTrDUkXfwS9Sxu8K8+YE2wdq5x/RJxLJL0oRkUBYY2cQjS03SVp9GfThHnhxMj4hg05cj3k67VbXyfxhcTU1QpplTiWt0em6IcSl3+8TJDy81KEfq5rgNX1wjeEC+WlsUNpKMxP/24LhPL61ibXi2m//NDQm52IFGpzbJ5qE4B6hw69tHc2B+4roUPSCB2Lb8OLPE/og+IvgmrpGEnJqbqpm/pJezAy7oXjvubd27iX4UJW9bcIGzHxwmK5kN2CohLdgKl3zy6uY/s2eq0TFsL6xRdfuEceeUR3KJe+/YDcy37/2muvNSkJ+KkQ1gAB9hRCt4gAAbYPvXr1el6MlvP8hgYwlwcGhg5GM2EwhszowagxwwaYPyC+Gh4C/NiEg50jIV6EAzZaa78NlrcfhCNvZE8DwxdDMLycwOoLKDdh+HQHhiD1Jy66M7IP/HoCpnv8iWd58cC1cxi96M8P0rB0QuHZtv+0JUuWfKyeuwEnnnjipA0bNhyH4U7e5Fsh/aOksNidfPqpuuss9URoKwxewmB0fzR1qps8aZKOEh593LHusCOOULJAWMIghKf+C+bPd08+9rieGzp8mDtvzBg9z2/Ll7AIn5C59+57VMedO3d2V//+Gm0DPzmxcqDLf955l1u8aJGGueHmm1zPXr2UiFgbWB+HlDzy8MPunQkTdaT1mmuvdYcefriSY9qFMCaQjrfeeMM9+MADSl7PG3O+u/iSS7S8hLUyI+xUO/PLr9zNN9wo11a5O+TQQ9wdd94p+XovfwgDcDH6s7Oz3eWXXOpWr17NCyb3yGOPKVm0dAFl5hi/315xpZv+ySdK+h554nG37777qr+BcCb/vOsu98RjT0heUe5vd93pzjzrLNUDYiAcZXnt1dfcn/74RzEQq92FF/3K3fz//qjnSdvC41KWb2fPdpdfepmS5wMPOsjd/98HNA304U+fsJDbqy6/wi39/nvXoWNH99+HH9IdiK1NTMjH8vILsLoD86PNH3rgv27C+PHalj1793a9+uyj5LBS7iczPv9CdwC+4KKL3OlnnqH3Of81R5pszPXO+Anu+eeeV4OZbwxfc921ep7y+evOCO7qlavcA/ffr1OPyf+3/3e169yli96//HXnHO7TTzyp/XfYfsOVdKEPdvSd/fXXGufMs89yQ4YO1fuIv+6AsB9+8IH7bPqnVNr1lWvv5NNObeif4WFXrljpJrw9Ts8lJyW70846U+/L1NnCco52Ym3vu+9Mdhuk78UKCTjuhNGuRauWSk4tbVx0xPGn0t/yNua5QUP21bw4hyvlLpDs+7/88svrKIf4DxDnGZEhErfhJkgxbVqwtQFEUokoJDY0EkrZID8QVk+fkqb8IZ6kor/1WMT8ET2GmOpvLy2rh52Xg4bfWib9EzoOuSFfhXd+0318M4h3I2e2DVFL43Et/51OfTNESoUcNvPf1EwN2MJHPULltpOhemgzi3D9cIxoO4rLjtW81DK9W5cgLHGA/pVjjcthiPzyHOG+xUs/mmfx0lVuQ06eVKDe7dOrs+vZrbNcZ569MF7uAWPHjjXCena7du1eD98MbFcRENYAAXYMW1rUAQJsHbH6IPAJ0AeCPFQwlGy0xB4yGAqQTUZJAcYghArjB+GhALni4/qMXkEMCIvBnZWVpQYJxgxvVIlL2n5YGQz+cu1N8JfJHrZWJ44hUHxmhZEpiCg6QR8IZALyjr7QHYQOIxYjmJFIjFWrN3pH3xBfa4NGJFp0udsY/XXXXddajPoRvKQgP0C9iwuL9FM2AwYO1LalHkJs3Zlnnqn1VD+pf1lpma6DhIQNGz5cp3fRl/bff383evRo/QQI9UdXuOgA43vYsOH6PUvyhbAdddRRrreQD8KQF8YNo1VsygSh6Nipk55jFPIgIUt8ToU+Rpkhw5CVkuIS1759e9dvgEewabOhQgwGDRrUQCb41irGMuli4A8bNkyNIdKhHP0kL9qOsKSL8IkWLbPUjzYlX9Zm9ejRQ68LwjLSw0ZSXBNswESZW7VupXriWhFjSvuR6ZdRT4zsfCEEHTt0cN26d9N0rU+RroE606/y8/K1bAMGDFDCQZ1spJ54XH+cb9u2nfTTAldVWeX6C+FBD4Sl7JynrQhL3bp26xr67EmhHtN3AXEot45kCohPfemrkDHINXWgfqTLsZWZevC9PK4J7jMYr+iLeof6dIOQLnlaPRDyJU1g4Qyc55M1fIqH6ydnQ7amC5hCDqmEUFN+Rg9JH73bdUq6GMV9+vbTNuVTOkwH5oUDICx1QTiuq6l13Xp00z7PtU+e6JoyUW7qxeYyCHmhg169eynJrZT00RcvcHS6q7isgWa6OtcOeqKfokOEa4E0uA6qKiu0XbxP/XgmgIWzsFwP2mbJqdr30QnnaFtczls4rjv6Z4dOHbUOfE+XvkpYymHhEPwh6pDy7HVZQra9mReAsNIn0iXMSPmpDSN1nCfOgSK/lLZ4TuRrCZclZSiWxmGb7uqY6Kg6pnempCS79GapLjOjmWuZme5at5RnSmZz1yK9mWvTKtN1aNfadWzf2nXu0MZ16dhWpJ3r2qmd69a5vevWpYPr0bWjkJZOrlf3zm6fHl2ExHR1vXt1c7179hDpLr89t2ePrq6XSM/uXVwPlc6uu5CdHl07ue5dO7tuuPIbt5v+9oRz3SV9FT3XcZN06ei6dg4T/Bqkk4qXpiekYdLwW/L1S49ulK+rlpNya9l7Sp16SX1693B99um5mfRV6eX69tlS+oXcPj7Xjj3p7fr17S2upLGZ+MOEhDzIS49D4UJ5U45+vaU8DSLlFOnbu7vrLbqmvdjpl/bCRTp3ai9t21bauI1r17aVayvt3apFun7iKKNZWn3ztNS6tNSk2tSUpOqEuNiqlOSEyn379ypv2zqzgn0RFi5Z5ZatXFMrfWu29LEXv/nmm8VyP6un78q97HMhq8b8AwQI8AMhIKwBdghiTMWaoecXjCcMJIzIUDgVbvg2tQyDzgwyBGMQI8VcwmDEYphBDjDsMJSWLVumaWDYYBwShjh+kN7ejEjlw2hFJ9SF9VIIxjBEDPKuhrHoi/Mm6AmQnhEDxPRs4BxTWdEfejWY7kMSJeF22z0gOzv7YDFS062tyFNHqyorxRjupm/LMWAhIBAWDHSMX4BBvXTpUj1uK4QMAkr9IBUQSkbU0AXGM+D7mRwTjvDEp96QREgZeuQ8RjufvsCwZg1p5y6dlZDSdxltpX9BFviNDjcIaWHEkqnAHaScojXVNW1nYmVgTe6qlSuV3LRsJe0nRIW60l8pgxE2wvNGfZUQDzSTIoSDqdHlFd4LHcgPbU/+hEVvWVnrlARBlCD7TCGm/qRJ+lY/wvKiAtIA8Wyeka4jUZwjDPXHteuODWmYYks3gHDir9Mn5RxpaZuF4gMIm16nCZuuQcsX4IfugL1EIU+IFCAs9SINxNqwGn3Lb8JChtEx5/iNoA9+a/kkLJ+ewJ/pw/Qh8rXzVgZ0w7VE/6JtuwhJQvhteVt4XPJMFtLD9UQZbVQNYfoqU7ClQvqdVtKnL/LCghFphJcS1Dkl1SPJ6Dkvd6O2BfnRb0eMGOEOOOAAN3LkSA3HKB73Oc6T//r16zU/ynvooYe6ww8/3B1xxBFKNOmzrdu0VZ1SZ1zCkk6G9BnqsWbNaiWG9LfTTz9dXwKdddZZmk5lVaX2M8glpDZnwwadwg41PPbYY90FF1zgLrzwQnf++efr/UfuOK59x/aaD/XKWrdO6801dckll7jLL79c5eCDD9ay8eKEzW0ox1opB9c6ZPyqq65y11xzjbv22mvdr371K+37TJVPSUvVEWt/36FNRW/H3nrrrQ03TNFNpcjLIhdI2P1E+sTGxgwQ2TcuLnao9P/9pf8eKE+UwySNY0VOlminIXJ8rshFIpeLXCNys8htore7xP2XtPF/5PhBkYerqmoelev1CbnPPFtcXPyC9PWXCvI2vpqflzM2b2POG7kbN7xZkJ/7tqurmRgfGz05IT72/YS4uGlJCfHTkxPjP09KTJiRnBT/ZVJSwlcpSYnIrNTkJJHEr1OSE2fL72/lt0jiHCFOc0Xmye/vROaLLJDfC9NSkxeKuyg1NQl3Qejcd2kSVmSupDMnRdNImi3uN8mknZQwS2RmsuQr5fhS3BkpiQlfJAnRSkxI+DQxMeHjxPi4qULUPkiMj30vNtpNpg6lxUVvF+TljivM3/hWUUHem/L79dKSorEVpSWvVpSVvFJdWf5SVUXZizXVlc/V1lY/XV9X84Srr3k0qr7+4eio+gfF/W9Ufe0D4t7vour/HRNdf29JcdG/1q5e9c91a1bfKfK3rLVr/rJ+3Zpb12et/ZPIH3M2rL9xQ3bW9bk52b/fmLvh6oL8jVcV5OddUVRQcGlJUeHFkv9F5aUlY8rLS39ZVVl+Tl1t9Zmx9XWnRUd57elr15NFThQ5QeRYOX+03MKOjI2JOiwuNuYQuT+MSkyIP1DaZIToaH/R236pKcnDk5MShycnJw1NiI8fkpgYv2+/Ab2GVFRWjG2RmVm3bGWWe2/qrKelf41ZsmSpPpvl3rRa+kS25BkQ1gABfmBsaUUHCLAV9OnTZ5wYFCdjKMmDokEAhj2GDcYeRgjGuhmOuAjnAAYaQjgLj7Fi/vhhOBIHAxEDDaMNA4g88IsEykJahLF09jSoN2Unf0B5/EB3jPRAjjDWv//+ex0lZSQFQ9dGIzgHOPa7xDf94wIjrYSBeABrG9LF4OfYyoQr6ReJ35kLFy6cop5NjNGjR/8vNzf3MvRBflEi5ULqCvPy3QW/ukin1lLvXuIOHDRQCdw333yjbZyzIcf99/77lQQeN3q0O/Hkk3QUCp1h8ENeZ8yYobrlO5v3/OMfbsmixa5f/37u9zdcr7ogT0Y5qfvs2bOVwEN0mVb59rhxms9tf/2rENy2Df0LQ51Rbjb1wOj/euZM99fbbtd++Ltr/s+deNJJSvAgGRAfyOGqVavUuEH3V112ucYffdKJ7k+33qLTNTnXtWtXTYNzgHxuuuFG986ECUrWn3z2GV1Lywhthw4d9FrgeqIetN8Lzz3vbvnTn5ScPvLEY+7gUQe7QiGP6IP00SM6gbCvXL7cnX7KqTpayRTm/yfxuF4IR9+gnGVSX9ZosovqySeMdp989JE77Mgj3JuiF/IEhKfP8BsXPf7jzjvd3/56h47wvvv++0rSSA9yBiCejPbRHz/56GN3ppAm4t//wANuzIUXaBtwjvrRLxgpJC7tfPzRx+hmJ7/4xS/c/x5/TMtMWO4fpEH7A8jZ1Vde5V595RXXXXT31vhxkp43yk45gV0Xdm+x35znurI68tsE3cybO9f97oor9aUD61QPOfwwDUc5Pvtkulu4YIE79fTT3E1/+IO+nMOf9IlP+1q6N157nbY1feyef9+neuYuQL0tP3TBfeCVl152r770kvqdd8EYd/Kpp2pdKY+lzf2M9Olvf731NtdfiHLnrp31xUVKSqqbP+87982sWW7Q4EHusiuv1DiMltvLPfL6+uuv9Tf9f9HChXp9XHzpJToy2q1rNyWcBq7DgsICt2DefJ26ThpD5Vo65oTjXbL0iyFDhjTcW5kFM1Py5mXOa1IP2q299OFTzzwDBbsDDzywYYScNnrvvfe0Dd5/9z2XK2EPGHWQpo+gHyG/iyXovmPHjvXe4Pw4QPOagCheOBj22WefhocAEy/WrWunvzMzMxv8RUd6LNd7iBwtcUuWeEfS19SvfVZW/aZvkM2S6yVV/T+S61cQitcAfpsEaASPPPJIXNtOfd9s2bLF8UVFhdUL53/73JxvvrxQrt04ua8+K8/ni0W/3lu4JkQwJThAgB3DnrfmA/yoIYb6+WKo9A79VGD4YDAzmocRw28MN4wSI5gYWxhfdp5jYK4ZvGZgWhh+2ygWow82AoYBSroW32C/LT/S2dOgrEa+w8uHUYbRCBni/HIhF+gOQoM/9aLsFhbgx7G5AJe0cREMQQxc0kQvpAWIwzkMYyuP6UXiVcn5sRs3bvSGMpsQ999/f8K8efPuFkO5heWJJspLSvU804GZwkfZIVbficG9bt067QfU/2MxwFaIbihnz969dKQMvUIsF4ixjd4A5+cIGf3s00/1NxsGDRSjHZDOihUr3PJly3QkkTZZs2aNm/D2eNURZANCC5lATxs2bFCSwRRI+h15QWwpB6N/TAfuIu3EyFFxSYmOiENa2I1SWsF98vHHStJAu/btdC0h9YOYrRejHuOc35R5iViiY195VcsBERx54EglHrQVaTItnGP0xqdMXnj+OV1TSNxBgwbrdE3OM7IFiWGkkZ7BKOykiRPdR9OmaVhmKgwZNlTrR16ELy8rV1KJflj7+NKLL2paCYlJ7sCDRrr4uAQtc6m0FSSYNKtraoWo57lnn3pap+rTmoP3HaztwoZKjGhDghkdJV2+rzv+7be1XZgm27pta5327LVhmRIoRrbRJXl/I+V48/U39DyjyAeMHKl9gTIzqltaWqab6qA/RgYhq+gTv379B7g2bdtoOuTtF+pBGuYidm/yh+M3Ovr222/dp9Ona/vT5p26dPGORXJyNuiIKWUYMGigXmOlUm/qTl8hD9qLck398MOGvFq3bqMvN1h/zKZH6JQ45Ee+s4UcLv1+qU5vZhOh3vvI7VUulpKiYlciekJXpEPakEHW0nKt8ykP4kOuqcM66Y/k2aFjB92lefHixW7JYiE93y/Rfk18ws2fN0/7l/VFpueuWb3GzV8w3y2Ua2uBkHLKSJ2ZYbB0yfd67VDX9h3aq5753uncufPcd999p/2BtmL6Pv1a9Sz64N7PWu05c+YoAUbQL/mC9euy5LpYJ23XziUkJehocwiZUq8JUg5dx7oXgVtYY2KgEiqi8waZNWtWncmECbPqhACpTJ48udZk3LhxSM0LL7xQ68nkhvMWfoIvnVmzsuosfX++PolUThMejFsTbMNI/rtDtlYeKy+wY/vdJJgwYULdOWde8E5FTeXxLVu27rBi2ZJhG3Oy5PLXNdV37rvvvt+J7tFnk+KKqy47pnmz9AOkmjyM5f7Jpmpyv62pkvt00cqqCvcsZQsFDxDgZ48mvfAD/PTRp0+fyWLoH4uxZYaHGkuh6WIYQJzDeMNgwUBWo0r8AUaQkhcR/MzFIAJG2iAT+CP4EY+RLPJkShphILCkHQ7SxIAkLvH2NKg7JIT8w0H5IavoBp1h7DFNEQOUMlMvBAOVsNSP3xyjXzvGBVZ/84OYkj9hKQN+CCOC5Ek4QNnEv0Tiny2G4ST1bEKMGTNm+LJly76U9o8iL9qEvIvzC7SeHKelpYobihAC4SA9JSXFutYNswtSkiqGL8QyFEjqLWSkXEia3MFsHRzCdFbWDEJ6mJ7IjqiQScgCmUF+GAWkT0GWmBrJCxDiMqII0B9GOS7h2UFX9Stkonl6cy0jcagX+seQ5w05RJN+TFrV1VUuNdVbp0lfRgDXA+0BySR/6gghJFxa82ZK7mw0jvwx/tEXL4Mon/UH+hBIFR2yxpXNZnTNpKTJCwB20GWzEchkema6/iYv1taiVMoBiWfjG3ZTZQ2g9dvmGRmqK0bFtD2kfEq0hDQ2lEPyYeOZVq29j/UzM8CuXV7AVFRWCHHLdYnUW9KgHkxlphzoPDWV6dFROrLKOXSHDo2kQnTSM1jnWeeaiV4YnWfzphIh0ZSddcK6s7HUgS5EOcib0T90zaY76BKyR1tgfG4N1JP1prkbchvamHY89IgjtD+hu7mzv3ULhOxxjj7EizQFBZAGU0fOFUhdKK+9WKOstCn6sesPmG7RqemaNiAM7UqCm0JrFtrX0Xu37t11czHKwXT1qooqN/X997005fphajP9M1Q0BeeMTGofC+VHPVnHt3lu8kvyoS0pt71Iov/pvU3iamgSlwNNS9KmT9nIPNcQOqI9+K3h+SO3xVq5TpmpwFTxPv37uS7duqouAHkVFhb+6Y033rhTfu4NBrupMByR/BsLG6BxbN7xNiGSf2NhdxlvTPy4d11NxbvT3h/fpa62NkqeQStiYmL3f+qppyJP59pFBCOsAQLsGIKba4BwYIWxkNBbTBgGIYtTxIA5CkMMIwRDBcMDIxnDB2BgY4CZwW2EBeEYAeaPS1xcjBXSxQW4+GMkYTCxnpW1jqzxIk8Mf84Tx0CaeythhdAw6oVxxugEU1RZs0gc6odQF3ONoPAb1/Ruwnlg/oBRaBvtRjiH0Ui+lMnaQuKWSrrnLFy4cKJGbEKceuqpN2dnZ99JO1gbM30xP3ejjlKyyykjQ5gfclpBOG5JjGzxTT0rpxgNbtnSpbprsLa11IcRpCOPPlr1x12MkSlvB0j6j7cGlum29BH0MvKgA3VKI2nbbqAQJ7sBMiX2qy+/0vzoWyeecrKOeAI2MLL+ycgio7tvvPZaA/E946yzXPce3TUtrGtc1ueSB+SAKZ+M8vL7kEMPdUcfe0wDkdZy8E1RcSGYH0x53707aZISHqYGX/iri3S9n9ZbwkDCyIB252XHE488qqNwlG/MBWPcoMH7hupF6t41Zv3qmaee1pFM0jns8MO03EZstR3EhZST9owZX7gXnn1O0+Blx1W/+52O6OkumhKfRmNErEZIJKN+D9z/H2/UTtrml+ef70YdfLDulExemoiAsHw38+WXXnSffPyJ6nq49IMLLrxIp0Pzm76KC5GBQM759lv37NPPqD+k+NLLLtMRQevX6II8qF9BfoF74rHH9EUQ7ULfG3HAAVLPM1UP1M10TrEomL98pMk1yRRYQP1GHXaIfm6Ic6yT/vqrmdrHRp90km46BRm29Eib9mGk5O23xrl1a9Zo0oyGHz96tMbT6zUUFjA6P2/uPPfRtKmaB2kdfuSRrmevnlon/2601IHR8SnvvqtE/GCmK2s7sFlRgvvwvSn6ogcye+Cog0L6JB/uDZqd+i1asFBHdckPHHDggTojgPyAVx/v3o4Ov/jsc31xQz5M9R08ZIie091zNV0vcb02li11ixYu0t+s4z5CrlHIrXd/8uptaUO+P/rgQ900atCwofoSBNB2cv+aJvrl25d72wgTl3eAPY9QD969+M1vLn0iISH2Imnm6KSk1LdTUhLPaOrvrxoCwhogwI4huPkGCAeENUtkvchCkRkiX4SOVwhh/VDIz+GeAeIZH0yzhIBhUOFCyiBsGLAcY5wAXMQMM1z7TVzAsY1SGVlFPCLifRuQqZuszwIYp/gDc0lzbyOslAljFXLK+kXWrVIXSKSdM0G3pAHQp503nXMM7DcusHPkzegOZN5GOwjDGjVGYPlN2aqrq8tEzl20aNF4TaAJcfTRR78v7X8k+VJ+8istKtYRtUuuuNzbmVfqpvWTcxi1hFMR4sQ/RrXwpz70sX/f8y9tT4z140443p173nlqSEMOW4heqTtr/8iLjWjuueuf7utZs5T43f63O1QXjPow0oxRzOgRcRgFmvzOJF0zS/7X33yTkmFIP0QfomQvXxgxZISPdY5MwcQg/+vf/6ZlopejX0Dbkhbt/fe/3qHTbjlmrSoj6nxPM0nqxUgwI1PoiXJN/2S6u1JIGXldf+MN7v+uvdYbuZV6owfKC1HmN3U489TT3MyZM3Xn5LFvvanpIKY7wmLrNUtr5h7873/dn/7wR03nNSFlow4epfnY9Uba9A2uNa6rIw851K0V9xIpzz33/kvrRZ0i4eJfX6wkvmOnjm7qxx97m/ZIWhaeMvGbfCa984674LzzNT8+SfOLX/5SR2RpNwifbhJFHaVcTHVmbevC+Qvc4Ucc7l55fawSdElMiHmspFuvL0IgduT5Z6nfI//7n760gcD+89573FnnnKPfsTXdaHkkPIQLMxg/yknZ8P/1mAv0pQT5Hyg6gqhTNtr746nTXLNmzd3Djz2io7q0M8amvQShXBDcl55/3j384EOa15lnn+0uv+pKLYORQi2L5A/R5Dr4ww036n0tMSHR/fXOv7tWbVrpiLbpDSGPjMwMN3nCRPf8s8+5o48/Tvs0LwIYzf/s40/0xc5Jp5zizjj7LF3jTPtSPkuDnazR13/uvU9fNNIXrrz6d7oZk45GS1ksLC+UuDY+njrVvTtpstbtgIMOdMfKtcdINy+FaENAeGaJ8Pul519wG3NzVW+nnXlGg94tXRPK8omkzbrgkQcf7I2MSzjaQcpdItfqgDfeeMNb9L13IrCfdh/2CEH147zzztsvMTFhSkxMbHNeKB5z0lmVifFJxxxzxP6fyP2hycsTENYAAXYMWw4BBfi5g+/gQVC7ihwncqsIU0ZZNPi53LhjMO7MwINwQAL4jRGCwYGBj1GPH8DfYH4AIxCDi/AYmH5CheFDWAw8NSQlXQxpjH4MG9tExowc4E97b4KVS4mUEEmMSMgQI8WUn/OI6c9c6suGOxjijFgTFz+Dv76mY/Iwsk7aZiADI1EmEobpuk1+D7jhhhvaSxmGmzELKB8GLvXREWAhlhBGXjycecYZupvpGeKys+npp53uDjvsMCVylBnSxSYxTG+l3PSHrl27KVmFlHcW8ssGJ+zUqlNdpU+uW7tOd0xFQ5BjRvsw0InPDq377befpkM7YKiz2Q8aRMeUEXJB+t26dnUD+vd3raQNKDPEdcWy5UqM+VB9JyFojKIyWgSBZBMi1iNTbsrCS5uVK1cqeaTvQhAgoBB3+nt7EcpEepRjxYrl2maQJUZWC6TMljZ6gxRQDsKyayv1BxAOykYd6V8pEo7rg3zYCRaCnL0+W/OiX0D20D/1p23wR2+kR/9hHSbTOyk34UGB5Eu9AP2TMpMG5a2s8EbS42LiND7hLG1AeYlPn0BfhEUoM/cPNqdiRFP7t8QhbYTP/uAnQV2VEDPKhz6IlyYkrZncL0ibtlI9JcQ3pE3jo2s9J2nR1VXn7dvr5346duioa3DxIz3CQOaYgkz9EKbXEo96sLETZWENLssRSLelkFNGWgdKP0YgeJA12oORc+LSTjr9VerOZkX0PXYLHjpkqPeyQogrbU1+7BRNv7XPKNGvuRYQ+uLGnFxdpw1oW69s8kPqy4ZbuKtXrVJdM1160MCBuk6bPNmlmPoRBzJJfrQTO1tzbdLH+ayTCTqi/xGWb1fyYoi1roXSn0iHNI888kiVUaNGabqA9cQUiWuI9ca8kDJ9+oVvt7Zp117XvtKndcaFgHPS51JF56Pk56ab3N4HqhnI7pE9CrlG4uSe+2BCQmIzlpv0HTDEtW7dNqG8ouyP06ZN2/NvvQMECLAFAsIawI8+IteIQFbDMVvkeDEEGwgrBgrGKQYGvzHIMG4x7jAAzYAJB+cx/CAMxMeoxwCEhGLwde/eXeNausCMHIDhj3FJOkZwDRZ+b4DpCVB2CASECOMVAsIxxj56szqgE/yY6spIHAYlu3CiGwgA6RA3HP68cDHiSZ+0+Y0+ITJ+nYrLZ22aXGFC0A6ROjR87JP8GDGjT7BWzQgQ/pQHEgKxMKE/sEOulpWAoht2vmWtHvVh99Z27dsp0aFe9Bn8GYXFpW+tz1qvI2ySiebJyB3poRMA0UIghhC1tWvXqH+mGO2MkJE2bUFZSZM2A4Rfl7VO68K0ZaZIMiLIG3LahTxoJ9qQstF+tB1gZ11GlUjPjHOOSQsQHgOfNKgDxIR07Bx9REfMxOU3hFhfDMk/yCzltX6Ea30LkCabJgFIM4TWNjEysbC0CyOb6AWyAUkGNlIHSM/icQzp4DhGiA2bB/nPm8gf71hT2ATvlJd/Q1j1Z5o069s9XenIq5QZEJY8EEBYiB9lDXVvyadeRykV4ok+0B/CfceO0b/Gl7TQu95TSFeKwadgiMsmVUlJ3mem0Atklb5A+3KtIRyTBmWjPXhJQpvQd5g6jD/3Let7lAFAhJl2TVzWYDONnbTpR4RH7NonDdYvcy9hzTL9QK8j8W8m1wG6J3651Bt/SO8+++yjO2BDWO1+2V6uH9IjHhuCoXH6BWEh4Ah7BaAzroe0Zt66Xj5Dw/deUTEzFwYPHqyf9mGEnxc9XDfthITq6L4ccx0yDT8SqCvThrkm2MxKCqb+lI/6ixzj/7xNgAC7C3369Hk4NTV1mFxPUXJdTu7es+/kqsqKupjYuCMLCqLZPjvohwEC/MAICGuAU0UeFmEEdYHIfSLhhHWyCB9zL5AbegNhBRh89hsDCEPK/CIBYwQjDsMLIwzDDYMRg48pcXx6gWMMJzP6zYCxPCAd+GEgMo3SSLKhsbz3JMLLQPkgVkY0GDHFj3D4WT2pMwYphiY7ajI6h57QEfXFeMXQRYcG0iCu6YC0CI/OLBxhMCBNp/wWiZI4TX4PEAP9GMmL5D0P8g6NVPUUw5npqvQTRoQWLFzgpkyZ4t7/4AP3wYcfuA+nfuimTp2qO5XSzhjh1HvVqtBOpGoQt1OiSLujU8JOeX+Krm+GKEBoWUtHWHTAZ2PIj0180Mv06dN1Gi3x0TWjWexYCtB7m7ZtNW/Kt3jJEv0kDmXgRUlaszRtE/ov0zkZTWW3Yz61QruwMyvTaemXjJoVFxfpiBs64PuwLVu28EbLxUiH+EKyKSNpkyejcbQj5IGysL6POlFuiDx14jej7sUhwgoxIy90QR0hAGySxHVIXviTX35evqaNHgnPNGHO0U7Uhzz5jQvhIS+QnOxtRsU5I6+UmTqSPkSdunvtXa8b+jBrgnPqJ/+pG+GJBxhNpSyQbb6paoSbUV1Iqve90OYNmw8xml1RVq5TZjNbZGo5jPiRl9Y9nR3EvY28uBJIG/3THzLkPCOEkEd9KSKSK/rMkbbJEz/S89JI13bnPkMq9FtqxS/WBtOHGblk9JC+g451J+rly91S6X+0B+Vu3baNrsslPCSP9bO05TIJR3+dP3++7nYNqU1Pb659Q0myZJYlfbG5lIPNvL7+5hs3S+6Js2bN0jXLEE7SppwFjEqjQ9Ex1zX6Zoo5/twzaAeuq9dff92NHTtWXdqJ+nXs3FlJJTpfu2ZtqD9muedfeME988wzKlyL6IW+0rpNa60D8blPo9MJEya4hx9+WOXBhx7S6eO0BdPC7aVU9vr1WkbqZfd5e9GC7gjfStLeuDFX62D3DE//7pBp06Z5HS5AgN2EMWPG/EOup4vkMFru8xu//37eJfGJcc/U1tfXSf+PjUmK+dWrr74a2MoBAvzA8J4OAX5OsKm+x4ZctocEzC2EmL4bcj8XIexbIr8Q0U2YBg0aNEOMkf0xQjByMd51JEYMDQxcjDje8HOMnxkgdowBh5FkBi6GDb9Jj3SIxzFT4CAJjLRhYCP4Y0ARjx2DMfIZhcRgxEAjbcvL0jfCtidBPTD6rTwGiBM649MRkC7CUF8MNwx56ovbp08fJVWMPPIbQhCuI9MbxwADj/qGDD3NhynH6IEwhOUcoyIY1EAMxCoJ98s5c+a8rh5NACGbibfccst30h7dKY8USg3jksIinQraoxdTZrvpaJj2DDnHv9DhZr/ZREk8xLj/zvFpDesDlH/kQQepscsOt+iE9X1sYMNoHCOrfJqkorxCR2UH7zvEDRg0QEkSuqiuYaqrt7ETzGaWkNeFQiBIn9Ek1q9i/GNAM21Rklb9IXzm44P33teRN9r3oFGj3KDBg7U+mraI9nE+dSMRp3/ysW6qw8hXOyGgJ558spab0cKqShst9coNeZ349nhvKq6kcZSUg42iWGtZVbWp3NSprqbWvfvuu27enDnaRxhFZhMl0qbtIQfUFx1CC1fJNfLmG2809IWTTznZDRw0WPOxPoX+IYtM95z0ziQ3V9ImLNOczz73HN25lxE5Rl+tvwHWTb4x9nXNl/CnnHqqG7TvYD3PyCvpA8pCud4e97ZO8eZ8n7593RlnnqGbaEGIuBYgbpyDiC9evMSNHzdO86OefAOVOPQR2ga9NKQt+YyXtCkP1wwbNzG995TTTpP7Uqa0p01R98gy7erBO0YXTE2d8t57+mKI+N16dHfDRuwv9WAUPEo3CYLw8jLh6GOP1VFXdmiWJLx05C/pLJD+xGZFHENwh0g78o1UXesaIusAFTLl/dNPprs1QkjRHy9CRh1ysL6UoJ9YeQHtz+d1+HwSpHbEgSMbiB6bk3347ns6rbiTEFI+HQXQncWXKqju2EBKP9ck+VGe/gMHKClFR17YTfmxvnjunLk6bZhz9LF+AwZ4a4ilfBqSOFIGLR+fwvl+qYblfn3KGadrGYYOHar3QCsPn7nh3k1fmPHpZ27EQSOlvfg2tfdSTfpTvRDcQ9566y2+WRWqQIAATYa4888//wHpz5dIf4uWe1OFPHNPfP311z98e8qnw6Pr6qcnJMTHV1ZUzly7cv6BTb2eNFjDGiDAjsGzOAL81HGAyCkiENR98QiBjZT8JNUPRlrZgOlX+isEIayzhGgN5Rjjk5EFM4YwRDD0eQNvwJBC7BijEwMLwZjB+IG48Zu37pA2DFymyLHWcN68eWq8EAaDmDiEhRRD2pjqZusESdvy2ZsIK/phhI+yMj2UsjJ9jvKbLtAdZeZ7jdTz888/17ITL5KOOMaPeIS3NgAc488oDGkwqgEZIw75Mt2YMEJSqsTv/Llz574WirrLEAPgwCVLlkyXugj38UZyeRgXFxQqKaI+kaY0bwHtMt7IMWsBE4UYkBakF8JA38NYBropDu3sWc7qRz/Bj9FNXmagD9Yj8skSRuJ0wx0B6TMqlZKc4srKS92G9RvUQCc85YZkGlE2MHLFpkf0c/oe5yxt22wI4FJXRgmZmgohpY0BU6RZW0sf8KfN9cNIICOtG7Kz1Y/+xKgYLzksLAQZkpcmZeGTPZA06/PomRc5iaIDHbUTiLcQffoDmwd5I7v0DfTIOtB2HTpoXIBukpKSXQrlLilVcgOR1LSlLOzSyzklXhKeFxLUnfbOkrR5mcS1SLn5HFH7jpI214IEJu1k0TXkt6K8THeUtRcLpI1OGMVW/UtdSZNNjigrU1chOOiUOtL/WYOqlZOw3pTgFPUnH4gZ4RiFbaibiHcUGYTnRZFdLx06dXQj5D6EP/lOGj9B13VSPq5D6hWeHuWm/tQRcJ7vyJKe9xJmcxCeMjPzgHpwPZO2IlRui2Xlp+3pO4cffZSWC5KXkprmPvlwqo4io3u7d0CSPYRcceweQj2pC+0LAebFSUPwEOhD3EPQIe1A2oA+6QFC7ZULqZbyc52iA9r0+JNO1BdBw4cP17WxpEO7MoNk0qRJ+tmfCW+N09kX3Xr11DiAehUWFv5lwIABt++FuwUH+BHj1FNP7dG8efMH5TlxjPTHKMiqPFvP69Onz1v0tdff/bR1bE31IrnO0qurKsvLitann3322V7HbCIEhDVAgB2DPQcD/LQA0bRRVKb8hj4YqDCCysjpCjwaQVsRdgreDEJYvxFDSEkvhgvTMDF4AIYIBjdTIjFIMMTwQ+w8RgzGEYYPxhTElFFZjG1GUzEWOSb+6NGjdTdd8sE4Ix+MMOJCWkif0UhIHKOWGDiWpxnvhN3ToLwYoNQBUCam8vXt21fJKut1IR+UzcoJcSAe68aYVro0NEqEjiBB4ToiPOeJi+Fp+ZiLrhiJRF+EJyxGN/mic8JIfmIbVo357rvvXtGITYDjjjvuViFxt1EXyoYOGLHbuCHHHXDgSHfEUUeFQnr9AVj/MX3hcg5jGtfCoS+OH3/0Mbd0yRI9P+aiC3UkiTR0HaX8w58RTb7T+e0337hH//c/MejrXL8B/d1lV1yhbQMp8AiE951fXPrmA/++38388kud/nnZlVfo51ksLDojDEJ/nP/dd+6O2/8q/bnc9enbx/2/W25RcspIIXGsDqTNN2Hvvedf7p0JE7Uev736anf6mWdom1B20rYyUB76wO9/d7WuU+zarZu77z//0TWwpEt4dlJmRI31gYmJSe7uu/7hnnv2GdXT76+71l18ySVaZn/a5IswtfRXYy7QvsT0zSeffsZ1EFJJOASQPqNllIVyP/Dvf6v/5Vde6W764x82SxuQPvUlTXYAXinEkn779PPP6QgtYS28tie6kbo++cQT7q6//V3PnXf++e6W22/TtKmnrleFCElY0mf084rLLhO9z1ci/J+HH9KNtrgWaHeKguFHibQuvjz1nH7ehfFmrz95/psE0F5MUb/nzrv0hQfriA86xOsDvDTh27/saqvrMqnHHoQ/N8rDNPQWrVo2tAXE/puZM3V0t3uPHu7iSy/R+qAfwlsd6dtcky+/8KJuuMS5g6SfH3Xs0frihfDeSLA30g2RXr1ylRv35pv6/VQ5o7v/8nKBeznXuumQ/kWefP7nyxkz9KUSI9T7jRihm2JZGRrKIn2APCaOe1v1OWz//bQ8gL4nhPVTIayHBIQ1QFPhF7/4xRVy/75dyGor+p7YD+vk2Xr+q6++Ok1Oa8ccN+79NnKDWiD31ozq6qryssKsgLAGCPADw7MQA/wUwIZJN4swlZcdYl4SYV0GU3n/J3KaCIvRjhfB+twaWQVbkFUgN3hlgNzoEQMGCL8xWMJhxglGJ2KwNIhjBq8JBhhEC2JgfoSxfIAZShAz8zN3b4CVGwPMRknVuA7VAfHrBuONetsGP8DChevIH4/fBvMH+HM+HJaGCBGbVGFlZWVHQcIMlKZa6ozxOWToUK0H+qCeJrQf5IYp3hBzXPyoi4XVY3EBO6uyYQtTngcOGqQGO3rt0bOHO/DAA5WQM22V6hGHaY5Myxw6bLga+YTFqIbs2OeRSIMpjuTHMWUYNnx4Q9qMTPcXwks5tQ3lH3WyKcmDJa12Uh7byZiNwxCO0UdCgrdhD+klJyW5EQeM0HqRFn2DkXXqTFqUoXmzZtp2EIJ9+vRxXbp10WPiUL/WrVrT2BqetZIZGemaD31o+P77q56tnqwPpe9Z2oywUwbS45uz6I1yadlCsx5oONLjN+t0mZoKiWGqLy9BOEf5WJvKNUpcCCbp0Ya0ETrsJmSbMhOeMmjaAkbR0F+/vv1UR8SHZLH+lnLhl948XcNzjrowCtypcxc9ZoQRnTGdVvOWNmbUWvuLiH3Tk/ojrJONj4tXARqHcD4xvwEDB+joKH3OdEZdS0tK3UGHHuJuveNv7uZbb3U3//mWXZA/u5tvETdc8LfzYXFu8smf/vIX96tLL9P2pnzoixFmXhjSduiAc9SJ9mcpAOu+uWboN4ymMrWa8/zG1TSkrZjuzM7bjNLT12grviXL7r+mI+0PEpY2pY0R+jv5c7533z7evVv0lp21XuPR3rQF5TJBx/i169BeCa29rASkI2GGffvtt93UI0CAnUf0GWeccfaYMWM+T0tLY2S1Ff23qKhoSlZW1qF+sgoSEpK7xMTEpjLzQ7roHLkOghcmAQL8wAgI648XrD0N3zDpThGm//JZmj+IDBFhh7srRBhR1XWouwIxMGIwKDBu/GLAAGkMnLPzZsQyXY9dcJlaibGCkWJhGJU04xWDByOcc+Zi6FAWjCY//OX5oRBeBr+x5tcZ5UcXwEiAGfXoAoPZryP04deRxbXfwNIOL4Pl6xOm7TbZPeDCCy/sKuUbYmUCvDlmyickCSNZyZ6UFaG9IY0XXHABb71Vzj33XHfOOee4s846q4HAkR7CNFw2cUEAIzwUnzD0Acgqo3noD11KBd33S5aovhhtbdeura7DowyQHdbT2Zo69FGQl+/Wrlmj8ZhmjMFN2pxjdJzPoDDNmrRZo7pyxUqd+kh/hNCyhpJzhMHoZzQbQPSo65pVq3XUknox5ZZykDfhIHkY+/Rz6pQldWTmAGVhA6JqIeicow9BQEjDyD+Egv5BOdED5aafEB5CiaAT6zd88qRY0mYqL0SaNbOEBRBU0qAM+FGfvPw8Tdt2e6WenKMvkxcElrQhjUw1hayySRKvQhixIyz5WtrUQdOuqdYXCwadpir5kRZp20ZNxIWAMSooxWhoc6aS2iiqX7QsIrQB7UufQHr16qXT8o1Ehwv5UK64GK9e/DYSTMaU6YP33nXPPvWEe+m5Z91Lz2+SF599RuTpLeSFZ5+KKM8/LfLUk1uK+D8n6T8nx567SZ598vEGefrxxzRf+hX9gPZBd2miL8i57bZNvdjB9+STT3annnKKfjaKlzRFRYU6Yk+ddAr62nU6bZ371CkSjmsQueiii7Rv00cgu7X1nm7XrFqlMxrou1y/hEM4BrxE4YUFyMvb6O1oHCqniYEytpF06GuQVupj/tJfEsU9RH5ufjMLEGA7cNJJJ7WR58qV559//udy33xZbIoDpH9FlZaW5uTn5/+ue/fux7333nvfS9DNDJeKmqoDUlJTo7lHyu3m+cMOOywgrAEC/MAICOuPD5eLvCnCMBwuv5ny+7II602xktnR9y4RPkXTpBBjUe7hmwwOjDqAEWkGHzB/A+HxQwiL0YNRzfpCDCtGFTG+lGgIMLD9hAHDirjEs3TMsCFPf5n2NlAuyq3GsBjrlB0/6oqLPkx/1JdRDYDBho7YAMZ0hFFv8RDCAI7DwTnTjcHyDgmEtcmUlpube6jk2bCrJ3lAYiAaTGvFGCZ/A7+XCKF888033bhx41TefvttN378ePfGG2+o0Y2+DIRfu3ZtiCRG64gc6ygB+mMqOusnmfJKWEjOmjVr9TzGM7v/ojvCotfc3BxdI43OCU9+jOqDLl27btZWrD1GyL/ByBeSyAguJKyDEGDbLAkiSjqE5Zh+WlFRqbvSYhe1EvLO1GH6BGlzDfBSgnXZ/GbKJjv6Wt+HFNj0TNoTIkufoA7SilrewkJvumVySrKOTDICRniuKbvOtC5SvhohGpBOfkN+mZrLMf3Fwtt1SBqQTgmghIP1uxwDwlBG+iTxAeF1Oqn8Q3+6MU8obSWzog+EcJiIfN9TIceMZhgIQ1nQC3FJHd0mJSZp/nof8IIqyN/EQH+wHXxZuoAw1Z5p+cDC+l3SZZSXl2X8pn4QMwxXAMGnr1C3zURIImuht5C4RiRS2B0Ue7FgoG+kpKboyxl0zU7GhGHXbXYJRl599VX95jAvTrjPcJ+lLSCV1jbPP/+8e+6551SeffZZvfdwm2jXvoO+qOHFBVO/+eYt+vzf//7nHnvsMffoo4+6V155RXWYEJ+go6aAHafZKZn7OXmFC+FbS1nQOZ+38bcH147ECz5vE2C7ccopp3QSknqeyHPp6elzmzVr9qDI/nLfjpJ7Z4HcO/8t9+f9pa8+2OhU86j6c+Sajy4tK6tsluRekH4aENYAAX5gBIT1x4f/E2FklSm9TO2FnGaIsJPv0yIRp/I2FeTGrZ+1ARhqGG8YFmZ4YMwjwMLhWhhc4gEMLIxSNvTAwMI4xDgFrE2FoJGmGqwSD5e08TODGiOINDgPLM+9AZQFweiijhiXHFMPI06ctzpyDhLEyBA6ok7oCAIRriP04DdW/SAegrFK2qYTXEbD7Djk32QKE1J0rOQnyYaSFJdRH7Lg0xUYuJTJhGmX1AdiAbmj7hwjECzKasLoHCRsPptwiZ4gdS1attA0lUQJPv74Y/f5Z5+pHhnlhLgyYoquMMzT0pppWmwQtCFng/tixpdutZzXEU9Jn918jUzhx7RT4nEOYv3dd9+p7km7vKzcLV60UNOmrdi0ic+/8LkP2mzJ90t0rbL3WZp0t2L5Mpebk6tlY00gpAIDnQ2G6OdrpP4QO9JOkGuKdZLSiNo47GaMrhiBpb9DICCslC0jM0OPV65c5eK5rvQyqNcpxTY6CekjIdJmg6WVK1e4MulPrIGlvtSBsKSnJLS6SvXNyC660N1kJQxTTosKi7QMhIc0EZ4w1Bs/iDrloSwlJaX6ciFd/Ck7uoMo0/aERa/UhTLyAoKpo6RJvoShz9P3m4mOGJ2nvxeXFGtZKDff+IScqx59gs7ZEEhfWkieJlwLvGCgvhaOvoNL3a2PUB/KpG4d16BXx70d1I8+q9cKfXDxYtGntw6ckUv6GZ+8QReEgdza/QBdLxdCjw64JmkXXqAg6B2iznVDX0f/bE7GpmOMgpMuBHa9CPHoH7QjfRPwkmTRgkWuuEj6ocDuTyb0K/o+bc6GVrz4MX1TJwlz8OzZsxu+6xwggA8xF110UadzzjnnRJG/nnfeee/JtT1H+vHzGRkZ58txK/qQ3JOWyzPlbpHhL7744rXjxo3DfvKMhjCMffvDc+SesH9sXGxUTXXtM1lZo4pCpwIECPADYu9/CgcIB1N+IaXbWoO6WzBkyJClYqR0x9DAqGAEAyMVIxAjkqmNGKyMAhkhCxeMHgxdjNFIYOdPporOmTNHjU6AMYOhhTHEAwgywDTTQYMG6cgXO05yzsqFAYYLQdjTwODDECRvykC5+X3IIYc0bKiEoYfRjB4oMwYmLqSUtWPgMyFf+IWDdDE41QD3DLrNxADxpS3wM3LL1EgzUqWc9SIXiTH4rHrsAm699dbUyZMnLygvL+9InQF5lgrxZF0nxLJ16zaqD89O2HTr8YL7fm/+R/9i9LLjL6SW/oO++B4n0ztjYzffxZdPzjAqxsY/fGOVUT5GKDuJXhlRpE/RXwH6o72Ysvj9EmaGUTpvV2dGcOl3HFudjNAxhdJGciHljN7yKRF+E8dAH6+srBCDfaESR4x9KazrtU9vHfUlbGyc9PFQ2/HyhZExNnSizvQd+kq//v01LO1u11W1lIPp1suFDK9YsVKJLuWjnt27i15ET+yaS43kypOyMGJZ4ubOnSvkocjTgeQ5QK4hKwvXEOHrhKhRFq6zuXJtQW7ZiRYiOHDwIB3p5PuzOs1T/tEeXPOLFy9yq4Q8UxY+OdO9R3fXjbJIfAiS1/JsMlYhRKdAP51jL3PQ8MDBg5VY28sNItBGZVKWHCFEphdG7iFQbLjF9UD7buoBHmjHqJDnZufQdejQA7oXRwrAyGN29nrJK0f7DfocOeog3S3artVIaMyfenk68voO9SajSOHpO9qfRJfUORzbypu+wosDPhHDJ3KYQt9a+iV69MKIeP9Fh1G6iRUj+fQD4jJ62rpta3UJ76W6CcxAKJe2ol9RRtJlTbgHX9oitAajpYSj/lwjXLfk5ZWFUF4O9GWmhjP9mrYcNGSIy5Brm9+cQxfSF4988803pzZECvCzgfSXqD59+qTuv//+GfJ87CJ9qL3IAOmzveX66i/SUfpWc64drjf6F/d0sUdy5fhjSeKV5cuXT5LnqffGZCt46aV3eqRlNv84Pb15+/z8vOyS/Pr9fvGLQ9fIqSbvd8GmSwEC7Bh4agQIsN0YNmzYMjGau/FQ4OHAm3WbJslDAoMao4O375zH4PALwB/DGCMJgx6jBvDAgayyvpDPbkDeIAuEM9JAGIgx+bIZDISVkS/7lIbhhyaspgcD+jrqqKN09JDROupAPTHyKTcu4dEH9WXzGvRCWEYb1aCU836j1vTGuXAX/bJBECMkhMcPHUJYrV0woCU/CKu3vewu4MwzzzxCjIL3JU1J2mtr8izRKbZRut6UXVZFEfxv6AueE7oNiQOZ8Y5DR6E/URIJsgeRAdQBHS6cv0BJOdMUsSgwcrtLHVl3ZwayQtKBQFVIn1qwYIH2LQrCSFD/AQP05QF60hnSlL22Tkd6IMnsugrQFy9J+vbrp2v0+F4mYLoobU578HkZpqBCFgjfu08f3bCGKZIY+mr3yH8+nUNbz/76Gx1VgoRRp2H7DXetWrbS9rOyQM4g4UyrnPnVTDXgyYv2HS7hGSVM5GWNpI7WPOO/2i1Z/L0QvHkN1yabN1FX2gGSL7RJ+yVkkGm/7OrK+mD0jP+IAw7QPgox0fYSqRGSXClhIdWffvqpTvcmLET2wFGjdDQZsipeCr2+heguW7rMffP111oW1tzyMmBfISZ6nYS+h8voJ2uMqdvsb77RqbuEpx0pS8uWLXRk2voILw4g1VrxELxD+Rvy24x2qfemcyD8N22ZJ+3Bt0EBbTh8xP46pR0dUtdIiOSPzngxwLVNm/Eyr4f0TUD48Dgrlq9QssxLFUZ97Xo2bCtvPuXDCPHC7+briwB010L6CFPKGcX0gskfXFEh/Wq13DdpI+4tlJG12+RveVuOND99hBkLnNPrW9JkXSsvRcjbkgeELy+v0FFzyDFxGL1t276dxtUy8x+XwILcDTn6nWNe5vTo1Uv1DWj/goKCf8q9/g/BbsE/fhxwwAFJ6enpqdK+8a1atWom/bOlPKfS5Zme0lwg95s0ue54E9JB+kem3Jfbyj2hjdwf06VPp3n3aW+2Ev0H4TqV9Mqlny2W32w8+b48Fz595513tnvG2UtvvNOjWWrzN+SaGShktbq0uPS4M045cpr011CvbloEhDVAgB2D96QIEGA7MXz48OViZHblIYHhATHk0zMAP4xNDDNGZjCAjByFC/48eDzD3Ns4CdIAeJOPsYIxaw8mjC/iccx5jhld4zMwH374oRqu+Fm5MBIt/J4GZWdUzJ835IoRVgBhgrhCztEX4ThP2dEZ8XkA26gXdTOjF3/CYgDyG5hxiWtpQKz4DTFDz+SDH3niT57kI2ld9PXXX+8yYR01atSd0hduJm/0DgGrrhCSlZPjDjvySJHDhexwDvt0875AHHaYZaMebkgYuPyDOEF+7Hd4PIjaB1OmuJdfeEH0napkhx1yf3P5ZZ4epM7iSB/y1oVCRlg7+tzTz7rxb72lfYuwRx97rBIv1acUQNfpiX4Q6nHr//uTTkVm9Oqvd/5dyRbtwBpZysboIWlBplYsW+au/b9rdMSWHXXvuvtuJcWEtb5JvSgL02RfeP55969//FOnRF70q1+5a66/TgkEBgyw/k88ptBed801btLEd7Rf/Pfhh9whhx2m026JL0F0hJA4GPlM1TznjDP1ZQ7XystjX9Nrk511VTESgXJQh7TUNDf+7bfd5ZdcqqNhp55xhnvokf81EFL+SUgtB/FSpCy3/OlP7qH/PojK3J3//Id+Soe+av0RK4/wlIddnc8560w3Swg3/XrsW2/qJkjU1cIrJDzkft7cOe68c3+hL1wuuexSd/tf/6rXgJVF/3NsQlxxIVEQMfNTIhVa50xbAouj4SVvi6t+Uhl2Ev7rbbe5yZMm67Wz79Ahruc++zToIhIi+dPO06d95DbIvRCSf+0N17uDDz1Er0krgwn3t7Vr1rq//eV2jXuoXDP2Us8QKQ/g96df5GRvcNM/+kj6Y5L77TVX60yL8gr2B/BmcSC0O9OHGT1/5cWXtJ24/3I98GLL7kEN4WO89cOfffqp+3DK+/qCqL3cS8469xzte7yEoF9Zv6XPoruPp05zc2bP1jB8HmjfoUMdm3Lx20tbwlN8yZ/rd/KEiVqWoSP2b0gL3Ujbz8zJyRn50UcfeW/pAuy1ePXVV2OeeOKJTnKv6SzPhF7yHO8g99Y+0qfaSN9KkXZnrnhLkUS5NyRIXwHa7ibcMxCO6ScAl+dYSIrk2lgv97n58gxbKMezJI05r7zyylIJuuX0hG3gjYnTjk+Ii3u0bdt2HTbkZOeUFBZdNO/bz97dnS9IAsIaIMCOIVjDuvvADr25Iifqr58I/A8VHiCQSoRjHjAYWBAqW7PmB2GIB3AxijDecCG+NloLccDYIbylYX78ZsSRaYOMBBiZs4ebP/29BZSF8kHiMdbRlxEKjEMlSgLqZjriPMY6+mDKNTqirkpmJAwgnB37XfSEsYtOSQeQP+sGiWOCH4bCrgIDRcp3VHh7Y8RSjl69e+maz/LyMq0DQrtb26GDrl26um5du+qoOce4rVq21DrwORF1wwQDlxEc0YTmxwhdn359lagyGkkfHDXqIDdw4EAd6WJKLlOEc3I2aHjWhTLipVMjpS349MewocN05JKXIpSN0U92VKVuTAtlBIq0IaTsQMtnWdA58fHLD7UVRhXEFtLCKC2/IY06qi7haFPKg3j2epTr0aunri0lfYx0Rq948cG6QNIlnr7YEAIGuWjbrp3LzREjR8qaJESF9ZyQDA0v5UG/lI28bddjZj5QX3TOp23IP29jnoanDAA9tm3HJ3oqdLq9vvRg2rKAvPKkPozKQnhIn35Evy6StOiz9Gf6He1P3RE+/0NdaBvKQR8lbfLlmPKQD3UnDcg51wlp8Z3ZEtELYdFbQb6tx5RjE/mNn62T1L6t4r3s4je7ChOO9ZwqogfuJejDjkmb9uMTMLxkkApqudCMXWPbA70ORQcZGZmhNdfeKLe9cPIL/vTn1m1aS74dJT+5RiRPyryjgDSmNkvTFzRMGWfKb2lZqc4YyJB7ZqbcMxHaBx1QT3tRWCbXJzqk33BfYFMmE/RIX2HaO+0H+Udf6I2y0n581onRXGY3AO5Vnbp01rD0rZwNOfpyBX/6lieV+ps0eOHTQUgw7eGvP31AyjNY7ve95Ofec2MPoDjttNPanX322ceefvrpfzrrrLPGvvHGG7PlWfOdtPlHcl94XK7j2+X3L+R+doT0tRFyH+idmpqaKZKcmJgoTevt68B1INdavYjcXspzpG99L/eyr6VPvi3X+ENiH9wi1895cg86UPrEYJGBzz333Gny/PnDWIGQ1cVSnB0iq2Pfntpn/ORPnmqRmTmhRYuWHdevz5qWm1t6+JmnHTM5GM0PEGDvws+VsLKTLm/isEBMflLEcnfBiA7CMQ8biJCRFYwZjBgMGI4x3MwQbgwY1BhyIcOkIQ5p8hvYb4xcDF9GEjDomTps583dVn57AlYOE4xyRlUxFDEQGenCOMRYA36dmmFscc3Q9RvMpm+DhSUMRB6yBUiTsLQHeuO85YM0BV5++eXuUsZB/vLxxhjjtGXr1qHPsmx6UWzhKBdlOP74493o0aPVRY477jh37LHHuoMOOqihTltA/DH22UAIQkKYpKRENZrRF2mzcRejyrzcoI9Rb4jBOnYOlvi0AaSW8LQLn67Bj75FfNKFPEHoAP3NpvoqYZTfpG19lvDrs7J0JI7RYnYDRg/kTZuQF+EB4ZGsdVnqMqpoeuI3pJkplJA21ZPEob4QVEZE7RrgmqFe9iKEfkZ8/CAU1Je4pGV9wQgi8c0PffC5G81LjpliTNr85jpGSF/LLelB5uhjElTTgJTYKDLhCE8emrYAHTDKSjjC8Jt0yMvqQht44b0XVZxDWHvLb807ghgoL3nzsoN14Ii+ABHhG6HWDwzhaZhLOoze64is5E+5OUdZtheEJQ6balkevJCj7cJh5+lHmdL/yE9JMvnvIHghwCeT0AP9ZX3WOh1xZonBGWecwdR9/WSUkAxtN/odeVJn1kNvkDIyhZvP/5x33nluzJgx+qka4qA7+hH3e8rLywFeMECShw8f7n7zm9+4Sy+91F1++eWaD8SXzbKIgz5Yg8z9rjE90n9ah771WphfoC971F/aXvpHnJT3MPUI8IPimGOOyTzllFOOlf70D5GP5LqdK/eUyXJ9/VXucWfIvXEAZJT+THsXFxeXik2wcP369Z8I2Zwg97inhYDeJc/ym+UZ+Fs5f470p6OlDx4gz/MB0m8HDhK0atVqwGuvvTZMCOkpQkavGjdu3F+FoL44YcKEz+X3CjnnzRnfUdTXR705ftrBb02a9rQU87v2HTpcVFpasjJ73borTzj6wKPGnHPUfOmjm24sAQIE2CvwcyWsw0S6i5wkwtMTmSASYBvgIYTBgWDwYLhgjBs5xQ/DnVEPjGiAP2KGSrjLOWBpmr8ZrRhTGLSkiZEMCcFowvBm0ycMXRCe7g8NymFloV4YcJBWRtkwKCE9EG7KTzjqiwB+GxEirunCzpn4gZ7QC4CooDPTPW1h+SCmZ/LYVYjRcZik5Q3BCUgXI5mNj9hwx0iUtbOBcIDP2TzzzDP6CQ0+pcFnNRA+bUOdIhn5fIoFg5lRG+oF0WvVqrWSRAxe+iCj00xX/+abbzQvpuYyesMoIWyJ0R8j8YCwrD9l7SRpUm4IIqPDUlr91A2jZegOksumS4TnBQ1+pL9BylNbWyfxY7WdKQs6pt9CWNhwCz/T/8ZcIaCSOkY9/Zpz6i9EACEOYRFGLKkz5WVtImWnX/DbRisZBSO+hddRVkmfHVsZ5QOUvZDRRLmeOCY8ZeRzN9b/lFiLP+dIQ0ebJby1I+l7BFX6tsRVPWpM3S1aw1tZCK/ToCWOxdVrVo5pX8pNHCMzlAHds9GT5idp6hrl0HE48AfUgTyZcr9w4UJ1kfnz5+s6dz4rZC83tgamq/LCgLIgrDc2vewISIeXKJSddAoK8ht0EAmUnxFKpsfzTVSJssOgnNSRewvHjKhzr6Hf8fkok8mTJ6vu4xLiXPsO7TUs5cpen61tyYZ3L730UoMQHvASgnWohIccb8jeoHl99NFH7sknn3RPPfWUyvvvv691JS12CCdt2oYRbrvn4OcX+j6bOCWnpCoRtinBgLREjg4+b/PD4IQTTuhy2mmn/UZkrJDS76RdJ8uz5ka5Txwi964W9G9p30q5jhfLvWi83Ctuk/viedIX95Pjvm3atNn3rbfeOmTs2LEnyX3+V+L+Qe77/5C++ODrr7/+qtz333/55ZdnTJ8+fb7c95fdeOON6x944IFNH2neRbw6ZUrzNydNPeztydP/PnHKZwtat2n9UWZGiwulD89Zu27t5csWrhl0ykmHPyz12PELPUCAAHsEP1fCatgn5BqYxrtIhG+aYlUg74t4381wjrV+5o8wKmtTf82PY/z8sDC2VjBSOsDyR/C/TmSvgxlyCMCIgRBhAGF4QF4hEIwSYPj5wXm/CzBGSAs/M5yAGTYYtxjATKll2iYGGdMx+a4iRi7hrCzh7g8Ff/52TD0woCEDEBRG6KgvO99SZ+oFqA+6BPgT33QB/LqztAlPmpBUnSIqbQJIHz9GDi0t07fF3VVIOx9DPn5AfmBi+jmS2E2bRRkRNKGvQJr4XElxiOQgTAGlnNSDUSD9FIwIGx15bryb8+23SswJR90ISzjOmZH+5ZdfqT5SU9M079mzZ3ujV1J3PtUB2WJqK+cgOeygiy6ZLgxxYKMgaJKuVZV6MMJK2tSXHZ8hrOTJiBxTLOex2Y0QQ9KlTJSFdoH0EZayEB8/1pay0Q7x0RXXjH6WRPKGwPFyg82W2F2Xtbd8P5MRX9JkuifhCcuUWUgzBJd+AkkgHUgao2yUmWnVNTVeH6GuRirpG6RBWdlcSvtHVLQQ4NwGIk3dCcumVUzVxQ+9L1+2XPssutCN14Rg8h1YiAfh0RtlITzTgnOEPFF2HeWWurHumPRoD8pD2YlPfQlbVlaq4VetWKn6Q8dMfWbTKNqasuNuOuZckvYHLbzUhTLY1cKoMboiDOE3F+9TQxx7n+Tx1sAjTFtlSu2Ogn5E/SgPU6pp/425G7X96cObieTrjah6hL5c6m5rb3cYUnfWWzONd6XozvoMG2qtW+t9Qsr8CMN1QD2pN58wKiwo1HYlHH10pQjEl35KGzGCS3+hny+Xa4xp7MTnRY9965bNk6gXLyrYlEk0qf2CEVzqR5+h/yL443IvRzetWrdSwkrfJV2ALiXeQXKvtG2JA+xmnHzyye1POeWU35x++ukTpF3mpaWlPSbPLkZQ29IPIKhCRr+Ue9qDcvxLaUNm2UBMTxbSebsQ0heFiM587733Vjcl+dwWnnvunWZTP53T540JH54ybtLHd06cMn1aYnX8+lYZraampib/ISqqvj4vP+9f+Xm5I084+sChJx978CO//e3Z3pSkAAEC7LXwngY/PzAleLoIo6zgepF/iUAYp4jMFuFbp5eJ3CPCSCwYL8Ixo7GQzg4i54sAFtNZugjfSCWtm0X+ILJchDSZ1hQpHc6xRoc4hSKjRLJE9iocdNBBDZsuYXTgAkgHBjwuBgmGhhnECAY14TGEOOcX88MlLoJRTdoYPRgzGLiMPkC8IK1MceOtP2kSFxAe4Tekh2M/0dtTQAeMOlAfg9UVI2zIkCFah6+++krrht4w7CH3GObUH3/qhmCsmYsAflM/84cUYIAyWoUBT96cxxhkaqRtwmRtg0s5pTwXffHFF/YiZYdx6aWXNp8xY8ZCyattyEvTLxP9M8LKMVMOyQ9j3H/L4UjJoPxj111IHkGIQ52qhKyFh1dX0mK6sY1OU19A/fi8TJqQO6Y36uZCIbDJDLrlcx+aTwjdundvWG8tQQTeJ1dqa+pcYVGhGPhrvb4o5IFvWjJqqlMVRbebigbJi1KjHoMcw57Rp2Rpk06dOykB1H5poSUsmmCHVkguJLy6xttkq0PHDpq0pyvg9RtGM5d+v1Q3z4mL9UaUGRljbSpl3wQhPJIfRHfxosUNbc6Id7ce3rTYzcN7L4wgjN9LP2TtI2UFrD2GbBCe76RCMLmeKA+Ekp1/lThLXel7vXr3VtfiG4jLWkpGgTlP2dEpG4DZFGEDbcBPPtXDelKuI0Yo+VQP1wejbvQNSK/WgwiKUBo+h3JyXbFhkKdUb3o9/WBzbIpEHDYnWrNmdcM1xM67hxx+qObFb/RF+UHoGtqsDoBiUTf+TX3/fb0OKTflSc9I17y8GN4BLwXYhRcdAa6Zgw87tCF97TNheQDai7KwUZa1KyR5nfTzGZ99rn2V64M+rtTdklC1eSSStqRs1Iu24V5C/ugsPEf6YZGuE/bus4SHZCKUzx+eLHhJUljoffaMurBb+OFHHal1Yrox90HKTVzu58yGgDR/KWVnd+bMVq20buQF5L4+WojQJDncUhkBmgIJp5566hHSHudKm50gfaelPcdoP5Esaa/p0m+mSBt+/O6777JudI+0hZQpeuHC3JSv5n+d1Dw2MSU+OaZtVU111+io2DbSPfapqanrHBMT1V7Kt4/ct5KY8VJSXES8pdLDPouNdh9HRSd8dvyRIxZIf/rB+0+w6VKAADsGe9r/XMHIJuQRQFo/FIEwXiQCmTQCe6cIgLz6sUwEYskT/C2RI0UA37U0wipP/oZwEFBGTRtLB6Pfn/9eh1GjRjUQVsSMDYwd3tozRZdjMzAgrRi5GGo88DBwCG+GL2Htgeh3McJwIbpMRWQ00tb1sV5KSFLDmlArC8AlXQxwy2dPg3piIFrepgtcK+eRRx6p9YKsohNGJggPIafeGHQYk4DzxOU38TEuTe+EhdRzDiMewxGdcJ5wEBTW7xHfL+QVMkAu+vTTT3easB522GHHCkmeJPlJspvIFd9fpapsosILC8+mCd1uCOcdqaHOmj2+mWpknbpQD77hqZ+CaTAtSN/7Ea0jQwnazhAnApE3dUJ3kHQ2JQJmRjOaxGdxyJ18IaGMKkI0rT8Sn6m/SjSlLBAsDS/n2IyI9akG8eKvHgPawktfICcx1jW8eJBG6IQ5mjYjb5SP9CH4fKpFzxNODqC5Fh49kodWR06yaQ26Im4DOJTzlJ3w1gfpK4xg6W7MXoqbgXCMXJIW/+g/kGO+x8o5PmPz5YwvpE95L4hIHzI5YuRIl968ueqN9K1/GwhHG309a1ZDPPozLwrYhMr6cThoW14QzJs7T/sG4agrLv2bz/k0a2Zr531EKXRAPsVirM6aOUunRtNfamqqXUshQIMGD9Lf7CiskDheNO8vcZkKvmTxEj0mv0OPPELLBLin8R1evkvLC4N99tlHY24aEd2U2tIl37svQt9TpqxM2ecTOejCq7fFkd/ylxcqudIfIZ0dpQ9CHLl+NSThRTi2+CuXr9DR646dO2v7mX4qysp1B236C7/ZLMl7GSF11mRIhYSYXu8tFeAE/Y2XLaxj1XDeHw8ShBdBWXLf1Z+hMpBHm3as77bp1sSRcxKeZNnwbCMj9qJL+vzxJ52oeh0pfYfPbBGHtObNm6f3dV5GvTvxHddF9NSL3ZnlmgDEFd3/u1+/ftcFG+I0LZjyK23wS9HxGLlv9BFXfnr3Q7mu10m/eleuv7flHv3JBx98sDEUbZuQto2aNm1aSl5FdFp9TWVqfH1cTFRUbEJUfF3z+Nj4VLkpp1ZVVieXl1ckSn9JjI1yKTFxcUlyN06sjXLNo+vr29TV17eWLpIUHR2VKWXKkPtwsvTpKPo1n+fiuq4sryytc3W5MdHRC6ura5clJCXMrSqv+i4mMW7pSUcdSIe1XrzXICCsAQLsGHhK/dxho6KMgPJNgTdFGiOsjJQeLfKN/vJgpBfC+6JI+Ajr/SL/JzJR5EIRCGukdIDlt1cTViGfXTnGOMLYMJcHHKNeTN3FyMUowQ8iAonAgMbo8McjDEJ4DB8zsAnPKClgJAbCS1zIKnmwxgoDknQQYC7YGwirkgsBOjAXwfDm/MEHH6zrJqmP6Y46U1fE4pEeuiKe1df0iz9TKgFknjich6yibwxCXNM1503fEAxpm10aYZX2+JcQkGtJn7QhgnzOJn9jnjvk8MPcwYceqsSq4byG8crBOlSmFTKKN2nCBDftw6laVu5KF118sRrqFZKW9DSRUNyQYKwgHN9/731u1cqV2h8wdvsN6O8uv+oqPYfO5ECP9RMuISEuU2H5Duq9d9+tfYs+17NXL3fz//ujjvhCQCw8In/0hqm/pZ6eP3XR0oV+ewL8v9Uv7LeKL5z82ex3g1+Yv/qFfusxDv84MP+Qa8cE4miz33ro+fNHj0Lnvb/89Pz4jM0fb7rZPffss7obcX5Bvrvm2t+762+6SXffpX23gMRD53xT9J5//MP9W9qJ0T52IH7+5Zd191kIPWs9pdN6FmXIJX/ak2mmF50/Rtfc0l94yfPr3/zG3fTHP2i+9HO7JoiHC8iX9n3yscfd/ffdp+QasnX3ff9yo+S64+UOpAxCrnEsDREbQf9/N/3BzZo1U6+rQw4/XKcqc27JwkXuyy++0DL++fbb3H4jRui0WItvwvXPCP3f/3qH5kdZr7/5Jr5lrfdE6q2f3fEKriP/G9Znu3/e+XcdxeS6vvK3Vwk53093ZQb+9LmOmTp77z/v1s3N+IYv3w6mYAlxCW7K5Mm6Zvv4E090xxx/nO68649v+uIFk95jQv7Ui+tSDkW88tl6Uuo/c8aXOmrMTAKut/2FeDIazP2EWRENnxUSYZQLvDdpslstbQkOP/ooHWlldoG1H/0Hfdn3hD94d4rOOmCUlfOAa1buj3Ol3sN3esOdAJth9OjRw+RZcLno9ky5NtN5LtAm0j+L5N75nvSLsYsWLZq8bNkyZn1tgSkzZzYvXp/XPj42ua20eLe6+rouMdGx7V19bc/q2rpWQiCbSe9pJveR5vQX7jHax+T6pFW9+1HoczXVvKCtr5J0Klx9FG/uKqVvFkuZCuXa3yh9O1su11yJUiL9MVuI7bqykor1ac0SCuNdcvbRRw+PWMa9FQFhDRBgx/BzXcOKgW7rRm0DprUito4BkgmRvUaEEVJbV8rxESJ+sA6WIR7IKiOk3q43mwAphfBeIEKe/7+984CzqyrX/jplem+ZSa8QSKUFkJYikQAJCSWCyBVUFOx6/SyAfngt93ptnz9/96qocLFcFMjVCwkYSoAAUqQLhBRSCUkmyWTKOTNz+vne5917ndlzciaZCSlTnn/yzip7rbX73us5q+yeyhkwWOFjzYYBvvlnx0tag/hCywJaViAkUVnDC8rmR2UFL0lU0NClFRPNIB1EHUSLFbonnXSSdpnDJCq2tcOWYf3Wtf5jhd0G7zZZUPFCy/GLL76oY3HRLQ77D2GO44fjhFY/jEnEcUAYy215OKZW0KMijOODllScByzD8cTxQSsjliEOy6zZcmCooBwqUm5Atu39KD9D2mkpRMXzuOOO14o8WkvxqYuMSeUahnOKz8xAeGB/sW24LtCajs9t4BgVF2N8dI1eU+gyaw3bjn23E/ZgnCZA/sknnKjLcT1BbJSLWCkTF34YtgfXIMZI7tvXpHmwbrTEoVsrjh3G8aElDcfYGj4rgziNF0HhWJvjyjJshzVvvkycaxARGZMw9hOWHcasvfr5FZiNc8NwrR/bCj+OhY23lolz3W7hZsfVOPdTMWhJtXEwjLmFKGqXY4mxn3qu5VLG8cV5wjZjH3E9ZhvOK/Jjn+1kYLg2S0tK9XyhFRPnEKIVggnHH9c6XMTjXse4VIzfhagCWD+uCZSN42HvDZSLNKj4oYXQHm+0snt/qIBh/5EX41KxTM29N3A/oGxJqF2uUTYMXZ+xHOtAKy2uIW39F9CVF/uLffAarr9hcowwJhPXGMqBwMO+4ZhhPfrJJnFxTeFcVlRWSPp6TQsBh3ISuv74fuVDIGLyrXHyjMQ+IR3AfkEo4lpHrwAcC4hVbE83k+3AurFtGDJg70ucK2wX8ujnqODKdquJH5OVYcwtzgV+sMF222U1cq/iOYZnGlycD4hetPAiPcL4Li2ehng24TjaH+hw32F78XysH15vwrLd2E77jMIxkWfGCbK9J0rw2D7gBzgXXHDB+YsWLfqLHM/n5XxfL+ehEteYXEdvNu3e/X8eeuihiffdd9/Sv/71r3dDrD7++BulDzz8zPSVj/5tyV8eePy7Kx5++s/3P/jEpmhTx46y0qo1+YUFjwWCgdtFe35TzvfFiWSqSu61d+RqfFjuul90RmP/R66PT0r46nQysSgWi89ua+04JRTaNz0cbpkSb49PSAX8IxOdsRHpaHDUogXnjrpkwXljLl0478RLLpx95oXzz7548UVzPnbpxXO+uuSiOd+W+NsuueDc5VddPv+Fi+eft36giVVCSN8ZqoL1H2JoFUVNG+4qsc+IWTAeFd1IIDLRvRetnTD40Z0X+WAQvuhGjNoY0qN1NFd3mdvEsA4I4ZfEcpUzYEClz1bwbCUQfoDKBYQSWk8Qj0oKKhqIh6iCacVE4lDJ0YqbVJxQqUIlDOnQ9RdlwEVFFBWoadOmqZB97bXXNI1dL+jJf6zI3oZc24ZjAJEG0YrKHT69gX1FBQ77DuGK1ihUJq1IsoaKBcpBqxHEG9JpZVAMoAx0t9Rxa1qpdNZrzXve3gsLFixA5XGKG1TwvU20qNbI+UcXRZzDG264QcerXXPNNfqpjKuvvtp86EMf0hZm7DOuAUwGg4oqxquNHOXMrovjgrSXXXaZfoYDtmTJErN48WIdB4wunY2Nu1RgaauYgIo6hAauKbTG4zM5+EQO7AMf+ICZP3++utVV1ZmuyKhEA7T8Dh8xPDP21R5Piz3GPcV7yU6bHQYHCqvr8WebJTsu22/dA5k3jddvwwBCDdde13hcXD+OH9cqxEku07xyfKNyb1sQxjVsnxXZhnsBY4VRNp4TWKcF1yy+U4r8uL7x+ZXjjjtODX4YPmeEH0YwjhcTZeHaQFm4NtFSi5ZE3CMzZ87Ub/TOmDFDDWEYeiWgfP20jawP24BrGn45Ktr6iHsI1w8+eWRvI6zDmg1DDGPiMVyrKAfjRXGd2eXZeVAuZnTGMULcrl2N2Gldlg2WY5vw/VaIT/xQZJ/D6AGAiZcABCLup1xgP/Fj0JVXXqn3JO63j370o/r8xjIvWB/K0R8gRVjDj2OBcdsQq9g/fJ7KftoGhnsNP0rV1tXqD1TYd8zs7d0eu+/WhWjFbN9w8XkbO+Ycx0Sem/KYyJurEaTPyPlYcskllzwh987D8l5dIvdBoLW1Nb5r1867X3/9lXNFpE7/68MP//ihh/7esHzl05+478HVv13+0FOvhSL7dhUU5v+joLD4L3nBvFvSqfRJ8tRc5/cH/iMcbr+hvSN0fkdL+PhEZ6Rh4QXnjFly8ZyTllw0+8JLLpxz/aILz7vpg4vP//GSi+f++gNzz/zjgvlnr1h4wdlPLl0y55XLF13wxmULP/DW4sWzNy/5wDk7LrtsftOSJeeE5DqOyrWdo9sGIWSoMlQFKyZYQi3A2vli3lni0CJql6EbrwV+bz6E0YKKqXARhosWV288hC7KxjomimEca65ygDdPv8QrdmAI2zi4qHTARWUVLTCopNh4VDjQaoBf/lFJQqUIaWAQJ6j4wo/lSIsKrf2GIrrLYhZX5LeCFXhd6+8veLcp17bh2KAFCiIclW+MhYMIRWUO4g1iz7ZU2A/yw3DsrPC3xxXgOEPc45jZY4j1Ih5m/dnuobJ37955ci7ybEUT5aWSCW0hQysMxuFhXPNdd91l7r77bnPPPfeoLVu2TMOPPPKICgdU4kOtrXpeUTkdO26sbhcE/f/+7/+a5cuXq61YscI88MAD5v7779exbiXFJTqW0FasUWHGccHnbbBNmCUXn9eArVq1Su3xxx/XyV1279mt68J3UCFocKwg/LWF2yOuUI41i/Xniu8pzuvvKc4b7sl/yGbLyFEW9r0r7PWLyTJnuYgbHBd7GYtbVOx8ZxVjyXF/5jIsd5JLBhQi4Nzi2OO8ocuvzkQrLgxj4OHik0EQlvi0De55bAvA6lXESn60Km7YsEG71cOFYUw4ZlPGj1tIjWsE+QEEEIQnWnchvnHf4RrB2EnMDg3DUAOMJ5dLWYWjIuvGeGSA1kuMO8bMuhDA+KEN+2O3z2KPH7aztrZO8wFMPgURm50e2Djc45pXysX4VOA9R14Qj2cDxCrGHOMedO7DpDtTsF9byvHjIOKzy8BzBrOU4x7FvYn7Ep+xwbHF/ZgN8uJHIWwj1o1x4dqLQO5fjN9GGfi8ze233672zDPPaDnlFc43iLENaJHFD0q5ygdoIcfnbTCzN1r3bes6cPfh/fy8Td+YP3/+BxYtWvSovB/+LM/c2XIv+5qa9mxvamr6dUPDyKu+9PXv3vGLXy87Z8VDTz9y319Xt8dN7PWS0uJfSdbL5UC3+v2+37WH268Ph6LndcRbhosonbjkojkXXjT/7K9dunDOry69aN6qK674wIbLL79gt5yj3L+OkG74fP79HwIucgx7XEbIUGWoClbyHkBFChUH63r93jhUajCbL0QUxJmtoKCiA1FmK05ICz8qoliGrmIQDmjpgChDBRSVX1SuvOXDbH7rZi87Vni3IZdr9wPHBd3eUGlGxQ/HC62jOGZYbo+JzQcQB8MxQxyOC4QfKq7Ib1tcsQ7v8co+dgi/F2Kx2AWuNwNandAipi3Ech4hFvB5DCtIrDhBHNaPc70Bs9nK9mKbEcZENnAhJCE8duzcYXbu2iW2U81+kgNgYhxM9gJwTaFSDKGBViAcI1T47TdN8eMA3I7ODk3XLH607EKA4BgXFxWbmppaFdq2myKEvzWMYbRx6pZ1LVND12MxuDbOCXf5vabpy8u7xyNs4zx+/KABP1xr2eEDm5QhoiETlusrp7/c9UscrkG4+M5yIBjQ4565ZuRcoUcEykT3UAgzzMarJmlguHfRuqif/GltkUzOdYfrHcIYvQP0POJ6lPR6XbrlI2+1rNfOeIxlAMshYvAZGmwnwLnD9QNBqn6cSzmH2P60ZLPPGcTjO6M4F8iLeOwDWn/VRVdmtMrK/YSZgXUyIvmH7Cr4ZN3Ig8mggph5WLYJ1zEEHM6FvWawvzCsB9uB+xFbj3sBsw9jW3FOMcZWP+Nj82m4RNeNlWLMLsQkWi+xvXY5yrSGXgzlcoxxPNG9F8cdxwo/BmD/sS8Q1bukHGyjbk+x+2kfMVsOzu122RfsD36AwLYiHufWfu4H64KL+xqTQelxlR3Dfbdt6zZNj2Oon7ZxP2+DrteIxwzTFVXODNXoyoz7DuPEcZ4xthHXgboierHNuGeqqiu19wTKRIsxwD0t+3iWvBPqNIIckLlz55568cUX3y/Xwko5D+/v6Gj3ybURHz9x8osf/NAnnvjnm7496bIrP/L78tLShzo6w/8mT+Gxkm1ZJNL5yY729tOi4VTDwgvOPU/s04svmn37ogvPfOqDCxfukmuMguo9IvWhrl9iskjpT4uEEC/OW4CQXjJnzpzNUnnKOelSLj8qT6hkoEUDFVVUpBBvwXIILhgqL6jcWMGFPBBxSI+KmC03lwHroky0EGC9Pf2KfyTBPkIQ2ZYdbE+2i/3x+u1+YN9R0cTxQCVax4aJwQ/zHjuAdSAPKrOoTFpsuXBz+WGoOMo5ue6pp57qc5f0JUuW1GzYsGGtlJP50C7K7giFtVsvWoFHjh6lce7Sbg8b3RbZBoyZ3CKVWwgegP0bMWqkim+cTs3jZrRlaV75h8r81s2btYILcPz8UrE9fvIJKrJQiVfc9F3lyPGW9axbu1ZbcXGsAa6XiZMmqejPzCCLnHYj8B+XmC3KLReiSMMIOQucsNfv4i3L/eMGbV7geLolySz0LAPiyawBjm6fJ427CHTbEo/XBrpFAY1wxjmj6/SLL7ygghTlQKRAtJx19ll633bNkOtsgkNaW+AwQdMzTz+tE2ihLNwf06ZP1667OM7ObduVy9kH+S/naf26tTpTsD1H9h6fdcbp2hsD14uNQz71SRjXFs7nKy+/lOlujpY6iKJZp5+u9xhmTHaTuzgFQBzh26uY2RiCC5MITT7xBDP9pJkqnlDW00+s1jG2aK2dPnOmdmFFiysKQ3koEtcixoCiJReiE/ccjtvxkydrzwnddned9hrC8jVvvqnjku2xwozVY8eN17Ihdh0cF/u+6e2N5t3t282J06bKdp6ozwnsA479I39dqWXi+YDx2bhXnOPlbKeW4/x3/Phr16HxNh2Ax+lFsVUEqhXINj3GqUKo67hVjQFOHoxTxgzI2BaAc4tPOEEE49px0jvrwrWOlnCIbLjT5Ljj+CKv3vtiIsIvvU/QTGQ/Zs2a1VBXV/e1/Pz8T8v9mY/x97j2Z8w8zZx2xjmmvLIK46mTsXh0g1x8j6XSyVW+YODFS+af+45k5zE9jFxxxRV1SX9yYiqROk6u3uPkfhkZCoVHXXvdNdMuXLBgeF6w0Id7xk66FGpvMW+tfSv8wH2PrQkE/c3ptG+7nJHtxpdaL3fIhkA68PYDDzzQ7BZPyJBhvzoKIQdi7ty5m6Wy1+07rL3xo5KBCiQqU6h4IA6gwoOKGVykQTwqaTCbBsB/MLPpUM6xFqwQTFawAmwTwH56XcR74+x+IC8qxnb7cRyxP3BhyIdlaJlAWls+XFvmgfzICyHc3t5+SIL19NNPXyz5MaO2rhjlYkKZvbvQ1Rbj+5xz6CzOXf9BLPJB8GCbZOexA1q5tRXbXGhp8gfjE5EXeWxeHD9sB1rbnCPSBfJltkb+oDVHW/jcY478yIsxrHK0nEQ9kHOJLecA7JciE3HgvAcvWehlWT3RYy7ZL1xjdkwnjjG6teJexmRMB0TSQjyitVGvZRwjyYsxl8iv585lv/MlaXF+0KqIfNg+rB/XP7qUOl1FJVd2Rg/4EUcFNbZD8uIeQl4Nu2kc3BAcXZExxUVFKvAgUjF79Hnz5qqAwnF4VITgpo0bdfswplbFqmdfLIhBi73ddxSNH4pUfGHp/ll0m3G87TZDPOu9lDu5ChGUjU9IYRuRFj8ElJeVm/v+58/6LEQ+HUcs6TLk2F7L/ks8MeLFfmOfnOOIayLl/KCmYYvHJ160RON+xzYgnX3Ge0rOgP3G8w/3IoYInDJrlvs8cdYdCoV+MXXq1M/y8zb7M3/+/HmFBQV3lpaVjk7gW9h+n5l8wgwzdeap6fqGEZvjyeTTsUjkkVjSPHvZRec43wQjh43F1y6uLIrmnZ1Ipd6f9vnOlOv7eLmea3C/4LrGNY9ZwC+7bLFZePFCU5BfrD/yWMHaFt5n1r61zjzy8FP6LnXuI8knafTeTqV2SyFvStmrff70ww+teOg5ScBzSAY9ud4VhPTIvHnzMoIVhsqj9XvD3vjsNOBg6YD198UAXgoYt9VfBCu2J5cBr5jMXpYd503bU74DpfGGcVzc1tvrnnjiiT4LVqks/kLKuxHHHOWhsjph/HgzdcoUKdOZoKbX4LQdJHnX21jW1xXYD7tI9lL8TmX4AMkPP+6+2GuxOz3tpKQ97BuKvXfQtR6g7F6tNuf+vFdky3o6JH3kMBWzH9hrVBTRTb2peZ8+oyC8xo0ZazasWysrlnsKCXG95zpGueIlCtdnT2SX0nPKLvCsQ/frfS3Nuo0IYwz8aBGxa954M/MsyqCF5i65T/fuIdBj6dkL5EBgXyDIG/fszmwXhGxHR8c6WXbysmXLnO/9DGWqq0dOGn/clPKKyllyDdR37Nt7RTLSOULUjimrqjTjx04wp5x6xnPFxaU/3br2pXsp8o8MV1xxxXh/nv9z8oK6Ii8YHOXz+30Yu46eHHBxLQO8G8Lhdkl/qblk0SU5Betba9aalX9dLe9sCFzNpvkAnh34EQK9FPDDcCptXpE74w9Bv/+/2PJKBjNH9s1EBh3nn39+n7oE5/LnCh9OgzDDeMVjKVgxPu9ggvVwmRWiPQnUXPFWsKKFta+C9bbbbsv76U9/+rrs32Qcb5SJVijM1HrNP10jZbutQ5pa/maeMrJ+x3HB9rheG5lxMguUrnTwewM2bVdcdplZwUwC7zr2y9PXcJdX6baNQMJdMW6eTETuMBybq2tRxuf1it8TUNx8XRmdmJxhJzJ7/d3K1z+eCMG7Tu/euYnV20W2DOsFObI4UX0rq+ta7M4BS7ELJSP2E92Sn3/+OW3dw48zp59xBn600WUov+fCci9Alp7oeVHPS3BPY8KpJx5/XAUdtgnPv7nz5pmJEya463PyH2DVOTcsV3ocz0x8jgTyJHZ9WWj0/st6SK0t+WvXrTOPPvKIHnuNk32VZ2wqHA6fuWLFihclqqfsg5niMy5Y9MExY0ZdNX7M+NPHjBldhZm10eq/bdMG84mPfcw8++xz5n/uX25qGoab7e9uaw+3t++ORaOvRCOJ/177/JPoHTMUj9sRYcGiBZ+rKC27tbCosCYeT4hITThd3d0jjPtRnxOuPxQKm6uvvtIsWrjIBPz53QRruKPFrFu73qxYvkqu9e6CVcvQ/07ZuA8xnAbPIbkntqXTye+cfebZd/BHCTIYyfUeJ6RHIFgrKyt73SXYGz5QmsNpeHijhRXd7o6lYEXFEWB7joR5hWguUXogvxWsoVDoo6tXr75TN7SXzJo16zSpLD4vgtVvjzcM+43ullgHQJx1vX5LrvhsFxVWgG6l6qqCgAd5nZhMmvfg9iYN2G97DpDe+oE3fDC3ax3Ic/D19MVF2erX//jT++3qyfWWiT/w22UWXCe5cOJ7WOYZF2vR1Acsa3/6Gg+yl+HHJ3TVxXML+4Z7B4LQ0vM6ctcbUzn2zXKo+4HxtOh+bMNwMW8AttnLoZafTU/x4HCWhecJ5jawaXD8cT7k2XXLtGnTvj/UKucTTzvjkimTT/zeKSefOvX0WbN8Y0aO1tmgy8rLzL/+63fM5IljzeduvMFs3rrNfOaLXzYXLFps9jXtNU379mkLfFPTPtMSan2+MxS+9c1nn3pYiuz54JMDcuuttwZX/+2p20tLS68pLyvW96Fzb9v6iJPO8TsBuBhGcO65Z5sPX321GTl8DGLN3qbdZk/TLrNj1zvmuWdfEHtF3tMYJqTZusrQ/27ZiHMWZoRrNBq9LRVPfFbe65ytmQwqutcqCDkIEKxVVVXawooKGx6QqFBki1Kvi3T2YWv92ekOp2Gb0MJ6KIIVeWHAltdXINww6RAqVba8w2lWdMK1fhvG/mbHWQM4/jYdKrMiMD/62GOP9UmwnnDCCV8TMf59e2ywnoO52XEgV3xv3N6k6avbmzR9da0feMN9cXuTpq9ub9L01bV+kB0GPd1HB7q/+prncMWDobjuwxUPjnRZ+DFQBOvjIljPH0KC1T/97Nk/nDJ12hdnnXqa//iJx5lhdXXOOEc5RJh876Zv3GyuvnyxufLyS017KGQ++JGPmgWXXIqDqO9EjGduaW0xrbKsaV+TCYdCP3h1zjk3GbbI9Rm5Ln2LLlv0l2QivSgRT/jz8/NMcRFmt4dw7OqBhsvXcZ3r2MZhRvKa6hozfdp0nWQwEukwW7ZuMZs2bzHN+1qk/uCMEXezuX4Uhv9uPOKchc74cVkxxt13hNu/UV9X9/17772361c1QgY4R7/5iQxojj/++C/Ki7ESfogefDIB307E50LQqokJRdA91BVDmclzIJSs3yug8IC14VzmrfxavzcuF1iGFhC8MFBGb7BlYjsl78vyYrhd/OdZAdgXsF60CPRGsHr31a7LG/Ya4rx58PLC9toXo06CI8cchnMAF5+rwEy4OD+Iw+yotgzkFbtv06ZNr7qb3ivq6uq+I/nHu0Et72BudhzIFd8btzdp+ur2Jk1fXesH3nBf3N6k6avbmzR9da0fZIcJORLIs2uYiNbf/+Mf/2h1owYz+dPPmfunGTNnfmzqCSf6RwwfoZ8bionowezbePbHE3GzcdNmM3b0CDN21Ejz7s6d5rm/v2iOmzxFC8B7AqjEkfcFWmUDweDZVes3HD+iuur+nTt3UrT2kpPOOafu5RdW/yQWTXwo0hn14/2MJ17CHasqh9d9DnbVYbo/E30qbNvbw/rZvldefdm88cabZsfOXTouFcNqtEBVoz1jhasKWYv4/T4zp72jbdO1H7nu9dWrVx+kFEIGBqxVkD4xf/78V6uqqmbqA1oewPhuHz6+DyCA8OBEPFwYhBHS2gcq/Ph13KbBcoQRb4HQs+Xb8pDOhgH8AGEr2KxhGQQaWjq95WaDdDDkxwsfIlfc9VLG12Txg2L3ybbMLywsDKA7oC0L6zgQWK+Ium5dggH2AQZsGXYZtsFWKBCHYwmBjziEkR7lIs7mgR9m9xlpkQ9412O3G5OwnHTSSerH8tbW1pTs74ceffTRezSyF8yePXtUY2PjGjkuZW5UZnsO5GbHgVzxvXF7k6avbm/S9NW1fuAN98XtTZq+ur1J01fX+kF2GPR0z/QUD/qa53DFg6G47sMVD45GWXiGyfPrI3ffffcfJNhzAYOAmefNvXPScZP/aeLYcX60xmEGaLTo+f0B/XwRhg9gNuwNG942uxu3mxlTp5ht72w3b6/bYN5/0cX6PoxEMGdBhwmHQyYEC4W1pbUzGjGtzc2/mlRX9Wm2yB2cc+fM+UwwL3jTiSeOG/HOtkZfJBIz+C40vtuMb4fbJ59zQXbVSzA8wHG74hXEqeO4GsYy+Y9WU5vHcd1lbvqe8PtQJ4CATj8diye/8fQTTzwl0fxBggxoutcqCDkI8+bNu66ysvK/MAEGKqV4aEJIwSD6rICCcEKLHuKtGMMyhLHMiiuktcsQRiUE5cIPg98KLqQDiEM6GJZhvCjKsYblaFnE9kD8ZoN8SId1okVYLCLrWiGLUPFZKRZFOpdpYh+SMj8o+zwJ3a6w77YMWDbYx2HDhnUTrNjOkFQO0OoJ7L4DLIfZ42T3y8bZ/DC73zYNDOuxrbkIo+KCOJsO2wuzPwQArH/fvn1viPcCEaw7NLIXTJky5cOyHhwnXV9v3ew4kCu+N25v0vTV7U2avrrWD7zhvri9SdNXtzdp+upaP8gOg1z3CegpHvQ1z+GKB0Nx3YcrHhyNsvCMC4fDv586dep1g7lb8Alnnnv9mLFjfzlu9OjAsLphpqy0TJ7xIo5EqGLcIkQrJufBPVchQvbpp540699eb9rbWs35c+eZkROOM23ix/s40hkx7R3tpr2zXb9zrt86F4vJO6utufWfXnv6sbtklRQ2OXjf+943rKCk+M6C/PwL5P3pP27SSBNPpMyWLbtMcXGRdsmWZTqLOMaT492LKzcp9QwcX1sfQks4vu2MdzDe7/b6ltoE/jj+A9wPB0eevamI8cl1EcwrxvrSiVj81mG1tf/KHyTIQKZ7rYKQXjB//vw7pLJwXWFhoc+KKCus4LcPYoTh2oey17Vm02Y/vK0AtoILD3u8XBEuLy/X9I2NjboMrZloHQXIj/VCsCKPFayIs9uDcpFelqNp+I9ifxLbiHQHoEjsQrFrpcwLZd/zemp1xbbX19d3E6zwI37Xrl06vhX7gG7TMLzo8GF/bBvSoEwrigFcxNljnW0o37pIY7fF7jvKxTLrxzpk39eJYL9GxCpm2ew1Ujn8vZRxjXd/bdkHcrPjQK743ri9SdNX92BpcHy92HB2OgvC3jwIZ6ftybUg3NN63ovbmzTWVV92PK41Txhk+3XiKE+cM4GSmEZ54j3XUTY9LTvS8cC7rGtr5f6R+K7dsh7vD1fe1O993V4GSjw40mXhGsOzTp7l78hz7KRly5btcxcNKiaddFJd9bDh/xg3ZlxDbXW1vDcqtCuwfR9gUh7tduqmx3tm0rjxJibvFbS6NoVDZveevTiIKpJi8ZiJyHuxo9N596BLalsopN/oDYfbt3eEm2euee65QXksD5UpU6aUjhk//vJ4Ivb1/Lz8yfL+9KH+UVtbaU6YPFaOb4t599098s4uNOVlpaZIxGthQaG+w+37OC7HvTOCHww65fhj2FRM6yF4F+OdDEO6A90HB8e5CtKpqPxJGF8AVRbnHYKWXznX32uoHXYrRSsZqHR/uxLSS0S0TpOH6/vEKtva2oaHQqEvoWUP4EGNFycelDAIJ2/l3T7E8ZC2eB/Y3mXZfuvC0EJql9s4GCoze/bsUcGKbbFp3dbUsLxs0Jr6ezHMkHgoM+lNFrta1oNW1xOyW13xImpoaOgmWLUSL8ttRcv67XLr2uPkTe/12/1D2O43wvDjJWqFP1zsL5a74WdFRP9F8uFltUa2+ckVK1Z06Mp6yamnnlohx3HtsGHDGux6rQvgWj/oKd7ije+rC3qTBhxoOfzZ4d64lr6kO1ha61rstQAOlra38d7lB1oGuoXFb0O50mf7u+UVcJ1Y1Jf5g3sW/v3pKU9XdPeM3vReEL9/FseTq6wcUYJdb66yxJtjNmA3uUtXYvi6bavHi8BB9wN/cHjdZF3pu/LBZ+MzSfFHApn03khxe1itxOducOshuUMPhfW8b/pX/dnsn8cnz/O4xuNZKs/5uXffffdqd2HuQgYoJ82Z9+Xauvof1FRX+4vyC4xf9hlPBbSo2tbVYF6+itiComK574z2sClCl1ARUM1tbRLnl3dBh4m0d5hopFPFUyIWN5FY1HTKO7ITP2CK4Z7tCLd/5sVzzvglJ2EyZsGCBQXhjo4bystLP19WVjphX0sbXniZZxvesWPG1JvJx483HZ0xs/2d3Sbc3mmK5TzgB+mSkmKpFzjDn/Cpm6gIVXyjvNOph6ihroC6SXYdpm8425PGp3SSIlbl3PshVn34Md0py/7ImEzE/1/E+H/0zKOP7swsJGSA4FzphLx3zhEbJVYvli8VCYxxHCOiraqwsBBNfdXy4K4Xf5EsC8oDulxerPkQdXigo+IB0WdfBl5Rhwc4XOu3hjAe9PZhD2w8JhpCK6oVblKpeU0W/7fY3WLbkPYwgA8DXiD2Ednei7FvaHUFuQQrzO6TxYoS7IMF+4DttvuEFxpebADxEOKSHhONSH0jmpRlTbL+3fF4XHY10in5tos1ShqI8Rax7WIvi+0R6zO33nqrf82aNcWbN28eNnz48O987GMfmy3brb8yY1/sdnr3Kxuv+OoLByozm76kPRgHKuu9rqe3+ZGup2PrRDvLcmHzAfhsbsRnlnjS5OKg6+j2J7MG13XQq7rrTya53QrdTht23cxmqSft5BQvGmltS62TJqnxwNkv/ENAI1y/62KZeJyyxO8WijiNddN582RvmzxlMss0i4Y1tive62JxJs4JIDXidWd0kQY86bpcZ/1yDSCkcbrUOQ6azwnAZ8txkrpxGvC4No+47u7Lf/U5xwPLc1yaNtsxw67f3TbMirtrx7smHGrzyTP2bXnO3drR0YHhDW0rV67Eg/JYb/FhQc6X79TzL3yqvLzsrNK8PF+NiKB8EaP+oAgRfO4KJ0YM3/BMQfSI349xlIVFZu+O7aa2vgFlyGWRMkERuHinpiUfrgc8u/FOicq7sbOz3bS0tJqYLBPxunJCZenCod4Kd+7cufPygsEfBYPBk0aNrPXt2dOsohQz93rf4TiO9fU1ZsqJE0xNTbVpbgmZHTv2mPb2iAkG8kyBjm11vkuO9zje3Wjhhni1k2UlkxCs3X94PzhYv5suLfmTaKlNaDfggIpVvG+7l4NtDgb9Jh6LNyaS6W8Mq6n5L7a2koFEjtcTIUcMCDyoOLi1YlViELPlYmPk5VAhrrxXA/UiXsfKiyFPHt6FUikZIcuqZRkeukUSrtCXL17Q8vKwohdhuOhmA8EqlZhmeQncL9nQmroK+Y8gmDX3Sln/h2V7ptluv3abAF5YeMEBxMt2RiWuVZanJD4q4Xckvk0Wp8S/R2yr+DskTVxciM7dYvBjICz8YTEU6PSHPkIsXbo0X47lKDnWp8nxnCrbM6OiomKEnAOcSx/2hZD3gt4hmbfRkX8tZX4+6fY7it+Vbx4kAkkQ7/frX8QecbodgZ4DR4VDWeOReCLY7RAX+joViURaw+Hwenl+vi3Ppr9LeM2qVauaJcl+p3EgcsnHPjbi3U1bXx3b0FBXVVVtQiJuOkTsYOcDARGgIoSCgaC+//JESOk8tamk8eNHFHHz8wtMMF9etfKuTKTlvQjBJGWghRXvSLT6JSCW5J3kh0mePfv27WzqCJ3w9t//jvfQkOTcubO/kp+X/2+oiOA4Txg/wmzctFPf3egtJpGZXmO4JuOJpCkszDOjRw8348ePkuMeNG1tYdPaEtYW12gkbmJxZxJFGI679xyk9Hw5QtWZmMnZjgyyEs+1LyCBXARp/Kgthh8sZInPj15eqE4hVa47UOLTzpAjXyDfRDs67ywsKLhx5cqV3jk7COm32PuAkIECRNJw18XTeYKYfhdWQKvuWWIQvr8TwwQSx+JhPEvs82JocUbL5gYx3GshMYybtZWBJjG0gPZrrrjiiiKpGB4nL7oFsVhswcSJE88cNWpUEVquCSHkaIEf/2AQDOD111/f1Nra+qQ8m1aIAHi2qqqqcbC0Gl1wwQWn1A4f+Vw6ryBv8/btjmASsaFCSQyfpfH7xAJd8xngcygqYN3ePWi9S4igwm+mcuRUECVF4CSTmOjQmSwRlhTBVFRYaIr8JjH7nPed8bUvfekVyTTkfomcO//93xOx+jURjwGIy5KSQnPcpFHmnXf2mKZ9baaoqFCvvXw5vla84rhDbCbk/BQU5JuKilJTWloo58CZzyMawWf+Ok1HZ8QkRLjih4N4RsBiCI8VquKKvwvx63lDnGNOGtsSixj8gOa2uGsVw5s/G1mexjsb10+BycvPMx3t7f8jJ/+q1atXH8rQKEKOKrjCCSGkRzCWR17OaEF+v1RuFpaXl582Y8aMWnzTVV/U8uLFixl+Qgg5VKwghVkRZsPoMglxhW6V4sb37t0b2rx58zrJ9qwsf1ieQS+vXLkSPwIOihbWD11/4wVNbW0PiCAPQKhCHGEWWjkYshTPWueY4LlrXQv89rg5wO/Ee9PbdBaUUFhQMH/Vn+9Bj6Qh9UC/+iNX/qylOfyZeDzhx3EB6AJ8/HGjxM0z69Zvk3cdvrHuzFmB8akibh3hCpNrFTgiVI6vtoKmTCqNuSXiIlZjcrxxaeK4y3J0A3bdrnOCIU6Id+I0jTXZJBiKkLMm5VgDBztVOPkJyRtVsWp8+KqAM0lXe0f7N+pr6r4/WH7oIYMXe7UTQkhOli5dGgiFQtXyYp4hL9E5Ulc8U17Yxw0fPrymoaGhqLq6OgDxipc4wIsXAtaKWPvyJ4QMTax4glkR6hWjAM8J/PilYytFlHZ2dqYjkUiio6MjLhZpb28Xp6NN4ptl+V5J21hQUIBhE2+JvVFUVLR92bJlaEIaFA+c6efO+0xFRfnP5MDIofKbqsoKU1Jc4szALWAn7fMVz1yIH/vchWhyXKcbKlr/kAbY421dgPK1HCm0I9z+T6+sfmRIfd7mq1/99Ge379z308bGJtGd3X8kwRjVcWPrTTSWNBs3vmvw3dXS0hIIe53gKr9AxKsIV4g/CFxUqyE8YzHnSwc6IzC6AEs4noiJcMUPvGIpz/sRwlX9XefUOb+OHTrutZKKy9mEWJXt8zvzbADsayqVTCWine9fvfpvT0rUkDnnZODR9cQihJAeQCurCNIaqQQdLy/yGeJOlZfxeHmxDpeKYqVQKsK1UNy8qqoqv5gPn+rBCx0vcrz88RJGJUorV64hDsD1VqAIIf0Le69671P4YbaSn+0iD+5z3PdoHUUFHkMJYCI+0yI+U2JJMQjThLgxiFMRpB2Stl3EVpuU0QKT8vYFg8EmcfdK+XsDgcBeiW+SNE1lZWUtU6dOjQ6m77GePv+iOwqLCq9NJZN+fNKmtqbGFBc7MwE7khzHFudFnqnuccZ41IS4EKzo8guxGtMxk86xh0G84txY8ENjQX6Bpo2LkGptbfnPSbVVXxgqLW6f//zH65Pp1Jpt7+yt7uyIdutijeMEGzNmmBneUIcLXidV2t24T8Rf0JSJcMVXAvCeQ3fgPBGuyAf0eIpQhWDF2OEYJltyz4GeB1ne9T7ECe0SrIqcovf2RpTc2mIbExkaV7HqC0Csdi8V7+dopO3v72zddd7bb7/N8ayk3/Le7gdCyFDB98lPfjK4ZcuWssLCwjqpUI6WCuNYeZmPkRfuSHn51ovVSLpKeWGXYsZkEawFUpHMKy8vD4iQhfkxEVVpaalWvOzngLzjgGDOC7zLbLwFfm+FixDSN3LdQ7Zy7q2se12LvS+9IhSGVlEIURGdpr29PR0Oh9PipsSSIkIhSpOyPC7p4pI3Jnkjsh1oEe0Qt13WExILy/OgTawFJsswiRImz2uVbWiVynVIygrLc6NTnh/Ii1mBk4NRXJ1+/oVrRbAeX1pS4hsxfLipqa4yJSpYnR8C5E+XUE2JQJXzgW+tOucFLauY7AeCVc4PTIVTXM8RhBPKgeFZjE+x4FM5HXLu4rHYuz/67rfmzTzxxA2yvOvBO0j57Beuv66woOA3a97aEkCrKN5HXkM1Gd+7HTmi1jQMr9XW1Q4Rtjt37jFNTZis3y/npUiPI4SrbWXFecH9oaJVW1uj7jlAa6uYR7DifHrt0HHvaRWqcZNKynkWIewLYJIoEas9zB5s0iLU8/ynPfzA45hzY9CfczIwYa2PENJr3E/cBJubmyFIy+Vli5mea+UlWyf+enn5DUNY/NXyMq4QQ5pSsWJZVhgMBqWumZ8nL/ag5A+KePWLqIWQ9UPIit8HFwZBa3+91nFCrrDVF6xgX+5Sdsa1Zl/61iVkMIN7IpdlC0+bFnjvH1ScnRYhZ4yopxVUTcQmxKcKUYm3LaOYqRfhpOST7Al8Yish5SWk3Ji4MVkXWmwicu92yjZ0iNshcRCnYQljErqQpA2JvxWuWFjyhd007bJdnXLvR6TsWEtLS3zGjBmJ4cOHJ//lX/4FN/agvblv+tZ3Pv7E8y/8srioMDhSxGpDfb0ZVlOdEaw6xtE+70ScQPw4ghXn0G1RdX9MsGIJn1NxPqkSU2GK84zWtbLSMv1mKMbHIs++5hbzrc99fses9516vRz7lbK+Qf0Q/cznPv6tioqyb2zavCPQ2LjPFBbiR9SgvnN07LC4mNxKDrypri41DQ21pra2Ut9NbW3tZndjk37OJh5L6n2G8a54V+E2ww8JmEU4ocLVOScQsBDGuN/0/LnvK6/1DdzP7u2gXYsxVhUmflkWCOTrrMBd6bwgLmnyAvIMSCQvOeusJx/4l39ht2DSP3HeXIQQ0jd8Il59zz//fB4UqLygi+QFXCIvX3yiqFwqOZXiVkoYghaGMOLLpBJaKi9lpC0Wf5G4BWJ4o+bLC1/qCFJFCAYDUmywuLjYLxUDf2FhoQ8ufsUWoYvuxtrl2A2ri2/gWnPGEzmVDlQiUMmDZVcKZL3qz3a9aYDXT8h7AdehxV6X2ea9Zr3mxV6jEJtWcMKyWzytoeXTNYhMdSUNxGdaKtMqRMVSkjcl8fi0lhSbTMo9oSbrxye1EnBl++LiRsWFKI2I2wlXDC4+s9UhpqJT8qpAdd122WYs65B7FJ/sisgqkB6f+IpJXFzu2YTc64ndu3en5syZkxrs4jQbOU6f+fFPf/6zux643z9+9BgzZtRIM6K+wdTV1phSedbJMdTnFMSQc949594VRWhRdbqhxrqEKn6AiERNp3s9hNvb9TlZUV6hrYZOK6vf7GjcZSYPH23+7Ss3J/2VeZ/wBXy/lXUOWhHzqc9+9CPlZaV3xGKJwNp127SVGuNScWzU8GOpK17l4OsMwdU15aaurkpEa54Iw7Qc35hpb+807eFO09GB775DmMp5kfODbtqYlVnPFWZtRhjjWOX84Tza+xj/9L/nXaM+G3Rvf/sUQMupsxCGcpLiFVe2B0IVEyv5/Xni7t+q2oWkS0flb0r2L/+UlStXvSqRPSUm5JjS/Q1ICCGHhm/27NkBqWgG5MWszajy4i2QF36huMXyYoZALRUxWiLLyyQO/jKJK5PKUKnkL5a4EnFLxC2SOAjZQrECSV8gcXnix3d5YfimBSwg6aBu/TApD8LWX1BQ4IPAFSELsasCV1zEQczC3631FoZlcGWztZICV8rLCF74UVG0WL9sS5/Mm8f6Sf/Bnlevm+3vybLTgOzzK9ewVlytC4PQQOuLNQjNXKITfghM+GVZRnS6y1VsYjnEpxiEZ1rKT0v5EJwAG4MWUIhPWEKubQhQNfFDhEKMQoTGxNXWUbGohG33XYjSTFdeSYPuvJ3WJNwp64SA1XxuXnXlnorLNqkK3rNnT6Kurg5uasKECal77rknJemG/M0g5+bG+Dut/3nJFz8lJyNpJo4dZ0aPHGFGNAw39XV1OmYSQOzodQOh6l432nqHLr8QqyJMI7ZVFX78UCHXCT6t0hGV66ajUwUrnm+VFZXo2aJiGJMHxRNxs2bDOvON+Vea2UsXG1MW/ydfIP8uOT+DUrTe+OUbhwUTiTcrK8trQ6FOs2HDO3Ie0iLgnR8+vYbjhW/fyg0u4aC8W/DewLsBP3Y6IhSTKqEVG5Mz4dg7raluK7j+uCD3PUx/dPC8G+DqFjl/9QniPEawOteLZTAdvJzJq/90EVqCIawhUg8kVIFI3lRUBLkPz5Vn62pb59x77xp0sSekX+LeDoQQctjxLV26FBMw+eWFGNiyZUuwsrIyKC/+vHA4XCAiEC2zEKVqUsktkrosxGqx5FUTf5G8kIvEryJW/IXWlfRomS2QZSpoxYWozRfLk3JU2Io/AFcsAL/k9buGgUYqdF2x6xPXJ5VqHwSvbKL6IXQRdgWuughD0FrX9WdELio2EMAIww8XFR0ss67XZD8yLWpAtlVdGwbW740DNi3cbL837OVgYYA4rCvXMi/e5dnblotcaXoTZ8NwD+b3YrfPu53Wb9MjDJPrIyMirXnjIAqsuPQKSizT1i0J22VwIR496SAoVVy68Rp200NUqsBEWMpLuZaW9QPZvDTEAjzqiqnolOsGQg+uFZ1eFy2ianKdxSQv/KiQqoD0+mUZhKiGXb+abIMVqzG5dqOyfTG3LLhxuFiXbDvWkZD0SRE/2M6k3OMpK0jvvfdeHHRrJAdybOcH2gMP/vG2O4L/9uBd5sSJk8zYsWPN2JEjDboFj2ioNxXlZXpN6jVlrzP3GtM4CFTXIFDVRKSiZR3dgGHtEK7tHUbOj8mTZ1NVZaUpL3PmFsAsxHK+zfbGnca/O2T+8+rPm/zTx0eTFQVz5JH4vCwblOfv05/9+A3V1ZX/GcwLBCKdcbNx03bT3h4x+ISNPtshWO3zHH4xPLvlVeI+e/AcwXMCY1PFMF41HjVxPB/kfOGyx2MH5w4iNZVEV27nmaO/I8GP5xDSoiwIWdwqiHPzql/TuGnFUmk8o9HWimcZBKp9Bh7oNCGNrFe2NeDXbUglE4nZq1c//zdZcKCMhBxT7NVNCCFHC+1OvGbNGt+mTZv8dXV1GL+qIlIqXUGp8walIqaiUyoL6CKcJ/EFsjwfJvkhUDHdIUSvtsC6frsMYSxHKy8Ebh7yyXsZ+SFktfuxGOIham3LLcStClyJs34VujYsrmRxRK+EM354LLIdEMFwfVKZVxdhiGBrNozKEISvG58RrzCkgVnha/3iqtk0Un4mzvqz45BWNk3N+ntyvZYLb7xNJ8fFjXGQY+P6urBxSAu/NW8Yfhv2unKOVRR6XWueeEnufBoFhso8DPHZri0XZuPdCj/8EJDqoly4YimJQ3qISG25tCZIFGqd2NwuP3bVxskxSsnxxcRAKjBhCFu/nCN8uD/T6il+Na9fylFX0kAoojUUYRWhCEtaFZJuWM2NU2Ep68C40m5+WY4WT4hNLQ9+iVcBDBfbVVxcrAJZ8qFFND1s2LAUuuuKm54yZUp6qHXZPRLIsa4xzdGXEq/tHHvFT282LYG4mTx+ghmrXYJHmbGjRppRIlrLy8q0BbSzs8Pp5huFYHUEqopVV6RG0JIagThFF1VrHaYdY5IRL4I1FG7XH9aqKqtECJdnRCu6wyL/C2++Zj5de4q56MoPmtTEkjf8lUVnyXWBcceDki9++cYf11RXfTEQDEL5mZ079+qMwPKI0LHDhYVuDxwxK1oxwRJEKy5/dPt1WlDdFm8rWuMxk5Q4dOGW8ywPBH0s6LPNmvxx/bpE0nUtc/xIAr8m1ZsNQtUBLmIOhpMen7hJpaLaxRllRWLRj58/98I7B9MM22RwkrtGQgghxw59LllRK5ViuP5QKAQBh2/C6rhWefmj67EKXfjlhR6EXyoSEL1obVUxKpVu29qaJxUuCGGMlVW/xGmLrJRrRStaalGO5oErYY0Xf6YrssfN+CWNDWfEruuHuM3Eyfo07Lradwt+cX1uWPff40c8XBXGnjDEoiL74vocv13kiVd17cmjQtNjdhmcTBxcF/XbsOsHGpbtgYFM2HUzNSl4EXZdGwe8YY1rbGzMq6urg9jKxHncXKAyiJY9LUa2Cx418Ts1xKx4IMcHfu2OinQwiYOwRBgCMiXXj4pKSY5lKMsKTfXbsPVLOhuH5RCV8OtkROJCECYgECVdJux1YXKNQjTaMaMQkgm5RtVFGOuAa/1ueRpnt8GalJsUYaKtniJqdLIktIJKHGbyhT+9adOmNFpCXQEqRWRqwNYlR5Bke/SHvqbAPy//5a/9tzy3zBw/epwZj9bVMWNEtI4y48Stqaw0hSImMWMtuvhi3KTT5VdEKrr5ZrWmtotIbRdhq5NluYI17IrWsIhVpCktKXVaWEWwYiwrugZjPgCwdutGU7itxXx/1mWmcMkZJl3nu8VXUPB9ucYGrbD52k2f/3pxSfF3y8tKMZOCiUbiOhswJmOCIC0sKjTFRUXut1chWNHS6jym5T6TNE63XwhWx9Bt2+mqDeHqdAt2fmCDcJV7Uk3+OH4pR8PiU8fFexNmnsi9BjmkvFRCW1XFI6I7D9vXnEqmb5w797llnGiJDAT6fu0TQkj/wT7D0GprIHB3797tk4q4Tyrg8KMF19fa2qoiNxaLoVXTL5U6vxW7EofJnAJSmZd6v9Y+EKd+qTyoCIYhHq5UOPBxeV2GOPilAoKxtBi/m0kn0dpSi7CNs3ly+FGMuhKnNSAhI2itH4YFNoxlbpzm8ca5+ay4VVfMUZ4O6trl8Mv22sXqIowAwtZ10+dE8ti6VTdX9k2yqVf/ZKdzw+rfunXriLfffvu0OXPmLIdIc5erqBQgvDICE343n4pNNw7sF4bZOJteyOSV5d0EH1wYTq8bp2lsPPxyjXSLRxiuFizx3uVSQUzm5eVp+YLGyTWYKUuuq5SE0ZKLCY9Scp3qBEhy3SI+HQqF0hCaLS0taVmWrqmpSYmwR1y6qqoqvW7dOrR+6jH0tHxavH7Sj5BLZXRqV+h1/4s7Kj7x+x+b1zt2mRPHTxKRKoLVFatoXS3EWHsRSkWF+SYqYgiTKNlxqZ0RZ0ItFartzszOYRGrYfEjDNGKMathiFhZFgqHtHW2srLCVFVUmoqKioxgRStrYUGhaWreZ5554Tlzy7CzzGnzzjPpmXU7/fXlM+Qe2etu+qDkpm9+aW5pScmPKsrLTs7Lz/dhrGpnZ8w07tpjdu9pNhERsZg1GN9dzZdzgkmZ5Jio0JRzqWJUJ1dSsQpXxKoKVWdIgY5hlTRIizyaz3XxYIX73tGS5D/WAXEsjx1ZH74xi+JTycSKzs70V59//vm1TkJC+j89VjwIIWQIoCLuW9/6lj4LreCFH6L31FNPNdu2bYP4Q4XQJ6LWV1tbq25lZaW6EMFSEdGZiyGERfxqWMSJH65UTtAyDLGsE0KJGNEJomDwS8VFuxHDlXRIr37ZLrSQdouXdBoPvyetxgtQhZoHLvJZP7YfrqRT14alDHSFRVmI6rYsV/pcLkA6Wb92oYWLuGxXticTtnEJqcDJcdIw/HAfeuihn4l/ogiyX59++ul/wSFAvJSdlvXo2E6EEY8y4dplkk9dd3kmD+IRJ/sJEYiu0hCFmTDSIL1si44fhdvW1qbLZZmOMYULESnnGPFqEJbYD7Rc1tfXq6iEmISoRDz8e/fu1TgRnhpnWzRFGGjYdq2VaxDbiCiLLieDG7kAv2T2+H70+l33+a9/6HZTU1OtrasQqhi/OkbcuupqU5Cfp6IVkwGhJc9pUbUtqWhBRUuq24qKMaoqUtGiis8ROeGQGMRsWyis60Z34EoRq5h4CaIVglVFa0mp3puPv/iMOXGP33zl7MXGf+F0uViLPmoC5ndynQ7qFrnPfe5zBaPH1lxfkJ//hbKK8kkiWuVZH9PJrEKhDtPaGpZj6swGDLGJqnTm1pWwTqikwtUdsgChav1ZYtVrTvb3etvLqcHveCpURaTKdskLQtcfjyWek8gfPfXU839xEhIycOj2diSEEPKe6OmZqi3A6G65dOnSTBorjgEEMlyI5ObmZvWjGzRciOVx48aZLVu2GLQYIw5EIhH1QzzDhYCGwQ8hDdeLVJg0rqqqCuvQGZR1gSAiC60r++URoeUT8aZ+qWxllqNim41sr7oQd3DR1RACTyM9QOxhfbLdGsb3PbFNy5cvv1j26Q8ShfU0ipA7SSrs+AwKxo9pOVYQikA0jY2NGkY8urjCBbJf6sfx8gpFuAAtki+99BL2Nz1nzhyNe+KJJ1Q83nvvvQhm0gL33HWLExDGdmbHE9Jrks3tj/jeib//57f/3PeLN1aZyaPHmbFoXRWxOhoTLo0YYarl3ijMCNYC4xMV4nwX120xVVHqWDjsiNRQRrS68WKI03SSJy8vT7sDQ6xawYr7Ffc1xrPKfWVeX/umeevZl8xPT7nc1C0806RHFi7zlRZeJYIVPQMGPT/84Q9LSiv8l8ttfl08HpsjxwQ/OOp4d8z+G43E5PmGbtlRcRHntKpiUiUIU2cmYPgdAWvDEJKOLrVi1fpdFw7I8WSxwlgdt2MKpl3SxChLdChEqtPpRt8DmMn7oUQ8ccfTT7/woERRqJIBiXvpE0IIIcecl8ROcbzKP4v9VCxH1Y2QgY2Il+r03vbX0m81jbr+l98za1p2mIkiVseMGq3dgEc0NJjhYmh1LcrPV8FaVFggYjOo3XpDobC2mlphquI0LMIULa3tYR2rilZW73JMtgTB5Uy41CVYYeUV5Spay0sdd8euHeZ/lt9nvjj6bDNn0QKTmlC6zl9dMss/iCdf6on/9x/fPSkRTy9MJhIL4rH4qcG8IGa3N3FM1gYBG3UmWkKrq9Pt107C5PohWBOOYFWDOtX/XsHqPOYcMdpVQVeRqmH7GHREqpPepwLVSexToZxIxJtTqfTzxpd6MG6CDzy96unNmomQAYy9HwghhJBjyWIxdFXzvpd2iU0U01ZWQgYTIlxONHs7Xt7z/LrCq277rkkFfI5YHTHCjKyvN+hFgO+v1tXWmLLiEpOfn6ddgn2+dEZ8hsIiWlWYiolf41WkQrCK24Flrt8VrfheaHFRsbbcYuyqzhSMcazuWNby0jId34qWw9/++Y/mHF+9ueGKa0z6+Ipmf03JdBGs77q7MCT5wQ++MzHc0XxmNJ48JxmLnxKLJyaLeKxAyym6/Tqi1BnTipbVlMRrGC2tEgehiTjVrPInjZmArQDV/7pA16WOnG+4riZ1/kgYZbndjDGu+E05ry+ZlO+pwsLAcw8+uLpR4pxCCBkEULASQgjpD2S3rlrYykoGJSI4ppvm6CtvPPZ84Ppf/bu2akKsDheh2jBsmKkfVmdqq2tMTXWVqa6sVLEaDAZFoCTQ/V/Hq0KkdglWiFWI1g7HDUmcClZH2NrZgVHzszMEo2W1u2DFd1nLxO90C/79n+8x1Y0d5v9ec6NJT6roDNSWTZNN34wx4c5ekJtv/uLw1vbQ5HgscUI00jk1kUxO8BnfCDlPI4zxV8jhLvAFJEbn08Nhc8SpDusXV2PgqulSR8RKIIkW2hTGo6bbRfC2StJ3xb9DTuL6tM+s8QX8a+Md6Q2rVq1qkmWEDFooWAkhhPQn7hC7TmyS2CZEEDIYEcF6omlPvfLY//614Mt3/MwMq6kxIxsaulpWa6pVTFapmCwzJUVFJhgISs0trZ9N6YxEjU6oBFGqgtTpIpzpJhyCeHXDbmtsBJOM+fwqjrsJ1kqnddWOZcW3WQvyC83/Pni/2bl2o/nFDV8xgQlVrenKoml+v3+7uwvkAFx77bWVJSXB2m07362qLquojSYitXJOSouKS0pNMl2aj2nC08mCeDQeKCjKjycSyVg6mYrGYtG2aDTeUVJWGjKp9O729rZ9I0eObtq48d2m1atXOzNmETLEoGAlhBDSn6BgJUMCEazDTMK8tnLZAw1fu+2npqG21jRArA4bpuIVXXYxi29FmYjV0hJTXFho8vOD+lkVdCnFxD+YLVgnVXJbW53WVIhUtLB2jXG13YchdDHhEsqFYK3o1sIKAVthKtEtWNYpwtTc/9CDZvMba83tX/2W8Q8v3egrKzjV5/OhpY8QQo4azjRihBBCCCHkqCGCcLcJmrcra6vTAZ9+91gnzYGoxEQ+aEFFF160oGKCpdZQyLS2hUybCE98zgbdguOJuDv7bFK7kWIyn8yYSbebKcq15q7XBIJBEwgEtcU2EAio5Ykf3xWFoPX5A1putDOq3+80tRXGFOStkexs4SOEHHUoWAkhhBBCjg0Pjxw3Mg3hCIGISXQgWNF1NxKJ6HdTbXdefDZKZwaWMFpNO2Q5Zvx1Jt7pEqUQqzoeEqLV9TuT/KQNvvXrCFVHpGJMbCDY3YX5/T5df+Pe3aa+otKYCqku5vkelu3l2FVCyFGHgpUQQggh5Njwp+Ky4mhNZaWKT7SsouUUXX07Ih2mo9PO7guhGjZt+jmbkIpYfG+1s1NEa9wVrSJW0zBXnNp/tqXVEvD7RZA6ghWtpwHXr4LVbXFFK2xLa4vZuWunmTBxguRKoxvwfSJ4+R1PQshRh4KVEEIIIeQYIMJwQ/Wwmj+edvLJKXT/hWiNiGBF6ya6/YbVIFodweq0sDoTLDmitdMRrbG4SSQd0aoC1boZc1fok/9+n7agatdgEatw1XxiImDR+poUAbxpy2bTsm+fOX/ueVj+GxGrO9xSCCHkqELBSgghhBByjBAh+O3pUya3BIN52sKqXYFFvGp34KxJk+BiDCtMBSu6BotgRassRGs8kXS+/YmuwF7Rqi2vadGrzr/90G+ryH+kFe+u3Y3m5VdfMcePn2BGjh6BWYF/INuZRFJCCDnaULASQgghhBwj/H7/1tNmTPvc5EkTk50QqmKdIlbbYfpdVRGrrrXZllZXvGJCJnQNbo90asus0z048+1OKFBHhMKfAfHyX8e42nGvzoRPEL279+w2r7/5hln/9gZz+aKLjD8v8CkRq3vczIQQctShYCWEEEIIOYZMmjTprsry8h8G8/JTEK0qVrWF1W1ldVtYbVdgbWUV8doG0YpW1g4RupiEKRrTSZsgPp3Zg93xrK5ghYtWVxWoImqRDuNf0RW5U0TvvpZmFarPvfB3c/LMGebsM2Z9LRgMPiiC1at4CSHkqBJwXUIIIaQ/sFjsJLGfiTUjgpChwAt/e2pV/Zhx0/Pz8k8U0an9dlVsirjU8alJEZmJpImLwITITCTiKk7jcRGc6oppt2DXxB+VOLSaoqsxxCnApEr5+flG1uPMDixh9BJGmc3N+8y6DetNk7iXzD///8465eR/F7HKiZYIIccUClZCCCH9CQpWMmSJ+M1DpSVl8/ILC0dGo1FfV3ddiFanNTQu4lXdmFhGtLoiFQJVwzEVqugirHEiWFGOBd9a1U/b+J1qYDKe1Nbbd3e8a9Zv3GjKS4u+EIh2/nju3LkUq4SQY06OkfeEEELIMeMOsevEJoltQgQhQ4mxU2Y1DBtR8z+lZWXvS8TjPgjLgoICFZl5+p1U9zM0IjZ9OsOvT7+v6hdDz198cxUTL8VE1GIypkgkqt2LIViRDhQXF5uy0lJTXFQkZRdqHD6l886721P7mpo/8cbfHr9ToihWCSH9AgpWQggh/QkKVjLkqZ40qXz8uIk/LykquRrT+kKAovsuxKq67vdSVah6RKs7n5KIU2d8qu0ODOFqxSq6GSNPYWGhCmEI35Tk2rNnz45Qa+iGN59d/QCSaWJCCOkHULASQgjpT1CwEuJy0uzzry8sKvx2YVHRcHwbFcLVilQIVnXFEGfNTrKEFlXtOiyWDZYjbV5+vnYZbm/vWLZjR+NXGte9thWLnVSEENI/oGAlhBDSn6BgJcTDqJkzRzbU1H85mJd/nQjXKvT7TSZFvHrGpFqx6sUKV288/E6LbEDHvEaj0dXt0chP1jz5+HJZTKFKCOmXULASQgjpT1CwEpKDcSefPLa2pn6p3+dfGgwGTg7m5+c541admYTxuRqI2QyuiEUan8+vYXdm4d2JWPzhjnjyt289vWqVpKRQJYT0ayhYCSGE9CcoWAk5CCefd/6Jgbzg+/Ly8qamTHpGXiAwXGTrMF/alIr6LJDKHfoOd0rSplQqtUdsfSQSfVOU7Uu7O0Mv73jhhSanJEII6f9QsBJCCOlPULAS0gtmz54dzMsbVhIKtFUV55eWJFLJkrTfnyeiNOhPpzElcMKXSncm076OZMLXsiO2r23r6tURNzshhBBCCCHkEIBgxeC8CRoihBBCyJDG77qEEEIIIWRwMFPsC2Ks5xFCBjx8kBFCCCGEDC6+KfY1sWINEULIAIaClRBCCCFk8IDW1cViw8U+L8a6HiFkQMOHGCGEEELI4OETYrZ+h5bWEY6XEEIGJhSshBBCCCGDgwaxa8Vs/a5Q7CtiAQ0RQsgAhJ+1IYSQIUI6nZ7jevstEyZM+OrmzZsX3HnnnR++9tprd7rRA50tPp9vi+sn5EjyI7EviXkbJPApm+liG8XSiCCEkIEEBSshhAwBUqkUZgz9N7GoRvRTRKQW/+EPf8hfv35928SJE/F5m4EOhEOrCNZxYoNhf0j/Ba2py8RKxCaLYQzr78TwY8lzYivFKFgJIQMOClZCCBkCiGC9VZxbRTT16+f+2rVrza5du8yZZ55pCgtR/x74pNPpvXLY6ylYyVHkP8Q+JXaG2EtiFKqEkAELx7ASQgjpN5xwwglmzpw5g0asEnKM2O26Fa5LCCEDFgpWQgghhBBCCCH9EgpWQgghhBBCCCH9EgpWQgghhJDBCT5zw/lKCCEDGgpWQgghhJDBBWYGxkRLHAxOCBnwULASQgh5z2zbts20tra6ISe8e7ed96X3IM9PfvIT8+qrr7oxR5bXXntN19fY2OjGEEIIIaQ/QcFKCCHkPTN+/Hjz4osvqn/9+vUafu655/BJF43rLZFIxHzlK18xTU1Nfc57KOzbt0/X19nZ6cYQQgghpD9BwUoIIeSwgVZWCMCbb77ZLFq0yNjPviIera59oa2tLWceW5a3RdeC+J7W423xhR/5j4YoJuQYUu+6hBAyYKFgJYQQctj4zW9+oyLwy1/+ckas3n333aaqqsqMHTtW41555RXz4x//2FxyySUZwYh8ixcvzoTvvffeTJ5vfOMbmfgVK1Zk4isrK80f//hHXQbxifzjxo3TZRDLW7duVfEaCAS0jIaGBvPoo4/quuFH/nvuuSdTNiGDCNvHnWNYCSGEEEJI/yeVSt0qlhJxdkTw+/3pG264IS2CNP3MM8+4sem0iEZd9tZbb2n417/+dfrGG29Mi2jtFi/iNX3XXXdl0t9yyy3pLVu2pEWQaplIZ5fdd999aezKY489llnW0tKSfvXVV7UsgHSPPPJIJg+2be3atelnn302U0Zzc3P6m9/8ppaxefNmN+fhR7Z1jzj8gZgcTWaLJcS+LcZrjxAyoOFDjBBCyGHhoosu0pbNBx98MNNq+fbbb6sfLaNo2XzppZfMbbfdZmbMmKHL0dqKMa9YfvLJJ2scmDt3rhkzZow566yztFX23XffzZR17rnnatzEiRMzy8rLy7XlVUSs+dOf/qTpMHGT3Y4rrrjCHH/88ZmxqigDLaxYD8oghBBCSP+EgpUQQshhoaSkxNx0003me9/7ngpHLwsXLjRLly7V5Vu2bDF+v9/cddddKi4hYrF88uTJbuq+s2HDBp3oKRwOm2HDhlGEEuKAMay8GQghAxoKVkIIIYeNM8880/zoRz8y8+fPN7t27TKjRo3KtIKixbSiokJnAgZoUUXL6tVXX22uuuoqjbM8/vjj2vL6zDPPaCvp1KlTM2WtXLlSx6Z6l23fvl3zQfhOmzZN/bkYOXKkuigD5WM9thWWkEFEixgubI5hJYQQQggh/Z+jMYb10UcfVT/Gk2JM6m233aZjTZcvX67jRGUz1DBW1W7Kpz71qW5jSO2YU+S1ebzpvWWJOM2Ml21sbNR1YhniMU72V7/6lY6DRXkYz2rLwDhab9ne9R8JZL0cw0qONmPF4mK/FQsgghBCCCGEkH6LiKYjKlh7A8RoNpj0COKyr5sGgZoLiOXe0Nt0hwMKVnIMoGAlhAwa+AIlhBByVECXYC/4FirGu1544YVuTO/BONVcoMtxb+htOkIGOBCuhBAyoKFgJYQQckyA6Ny8ebN+j9XHSZIIIYQQkgPWEAghZAiALsHi3CrCkM/9o0w6nd4rh71eLOVGkSGG3H+LxTnpaN5/3/72t79ZWVn5zqc//enfBYPBI37tyXX+muzefbzOCSGHG1ZcCCFkCCCVyXFi1x7NCjPJ8KoYKvKY6IkMQUSw7pTz3+AGByXuDzMjxDB2lhBCDhusuBBCCCGEHEEoWAkh5NDhGFZCCCGEEEIIIf0SClZCCCGEEEIIIf0SClZCCCGEEEIIIf0SClZCCCGEEEIIIf0SClZCCCGEEEIIIf0SClZCCCGEkH7A7t27zbZt29xQd+yydJpfRyKEEEIIIYQQcpjAZ21EaB6UYDAINZr+wQ9+kE4mk25sOv3aa69llj388MNpKc9d0n+QbdojTp7uMCGEHEbYwkoIIYQQ0k/45Cc/ab7+9a+bXbt2uTHGrFq1yvz85z83gUDAjXFobW3VVle4veWdd97R1lovthwRnG4MIYQQQgghhJAhQV9aWP/yl7+kRZiqi5bUlpYWjX/xxRfVtS2sy5cv13RSvNof/vCH9JYtWzTNxo0bNc1jjz2maRBGOUuWLEn7fD5N/9RTT2mau+++u1s5WA/i+4rkYQsrIeSIwBZWQgghhJB+QklJifnlL39pRJhC6JqXX35ZWz5nzpzppjDaGnrppZeaZcuWaRoRpubaa68169ev77GVFOWIyDV79uzRNNOnT9fW1g9/+MPmH//4h5bzm9/8xtx+++3qJ4SQ/gIFKyGEEEJIP2LWrFnmV7/6lVm3bp2K0t///vfG7++qsm3cuFFF57nnnmt8Pp+ZNGmSugdi4sSJmubmm282jz76qCkvL8+Us2LFCvOTn/zEvPTSS+a2226jYCWE9CsoWAkhhBBC+hEzZswwixYtMnfddZe2tqJ19WCC1EskEnF9XYwePdrs3bvXzJs3zyxYsEDLtq2xCxcuNEuXLtWxs5s3bzbBYFDjCSGkP0DBSgghhBDSz7jqqqvM97//fXPRRReZyZMndxOso0aN0vDKlSvN1q1bzTPPPKPic+rUqRr/5JNPavdgtM5aUYruv+DKK680t9xyi07qNHLkSE2/fft2FbQVFRU5xS4hhBBCCCGEkEFKqg+TLtlJlURwahiTKdlP3PQ06dLChQvTf/vb37pNooS4//7v/85MuvTqq69qfpt+06ZN+5UD866vL0hZnHSJEEIIIYQQQgYaIuZ6JVgPhcbGRtfXBWYE7olc6cG2bdtUwB4qFKyEkCNF7wdEEEIIIYSQPgPB6vP5GtzgoETE6l7ZxxFicTeKEEIOCxzDSgghhBBCCCGkX0LBSgghhBBCCCGkX0LBSgghhBBCCCGkX0LBSgghhBByZNmKiYlc/6DE5/NtFWdQ7yMhhBBCCCGEEEIIIYQQQgghhBBCCCGEEEIIIYQQQgghhBBCCCGEEEIIIYQQQgghhBBCCCGEEEIIIYQQQgghhBBCCCGEEEIIIYQQQgghhBBCCCGEEEIIIYQQQgghhBBCCCGEEEIIIYQQQgghhBBCCCGEEEIIIYQQQgghhBBCCCGEEEIIIYQQQgghhBBCCCGEEEIIIYQQQgghhBBCCCGEEEIIIYQQQgghhBBCCCGEEEIIIYQQQgghhBBCCCGEEEIIIYQQQgghhBBCCCGE9BZj/j86FMldIJk9fwAAAABJRU5ErkJggg=="/>
          <p:cNvSpPr>
            <a:spLocks noChangeAspect="1" noChangeArrowheads="1"/>
          </p:cNvSpPr>
          <p:nvPr/>
        </p:nvSpPr>
        <p:spPr bwMode="auto">
          <a:xfrm>
            <a:off x="1238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Hardware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54" y="762400"/>
            <a:ext cx="60102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9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Inside system unit​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91" y="1239420"/>
            <a:ext cx="7111565" cy="77025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All computers more or less based on the same basic design, the Von Neumann Architecture!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337" y="1691248"/>
            <a:ext cx="4398818" cy="29110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649" y="4501794"/>
            <a:ext cx="7694809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Source: </a:t>
            </a:r>
            <a:r>
              <a:rPr lang="en-IN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3.3. Personal Computer Tour – Information Systems for Business and Beyond (pressbooks.pub)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436391" y="1245228"/>
            <a:ext cx="7111565" cy="77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sz="1600">
                <a:solidFill>
                  <a:srgbClr val="000000"/>
                </a:solidFill>
                <a:latin typeface="Arial" panose="020B0604020202020204" pitchFamily="34" charset="0"/>
              </a:rPr>
              <a:t>All computers more or less based on the same basic design, the Von Neumann Architecture!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946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The Von Neumann Architecture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98" y="976151"/>
            <a:ext cx="6430003" cy="399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4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0" dirty="0"/>
              <a:t>Random Access Memory​</a:t>
            </a:r>
            <a:endParaRPr dirty="0"/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332" y="762400"/>
            <a:ext cx="2422658" cy="4245725"/>
          </a:xfrm>
          <a:prstGeom prst="rect">
            <a:avLst/>
          </a:prstGeom>
        </p:spPr>
      </p:pic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" name="AutoShape 2" descr="data:image/png;base64,iVBORw0KGgoAAAANSUhEUgAAA6wAAAG+CAYAAACXuon9AAAAAXNSR0IArs4c6QAAAARnQU1BAACxjwv8YQUAAAAJcEhZcwAAFxEAABcRAcom8z8AAP+lSURBVHhe7J0HYBzF1cdHvVtykS13XClu2MGm4wKm9x4INZQkpJHwJSEJIXQIPUDoEHrvzWDAgGOKKcYF4957t2VLsur3/nP3pNF4dm/v1E6n97OfZubN7N7u3t7M/Hdmd5UgCIIgCIIgCIIgCIIgCIIgCIIgCIIgCIIgCIIgCIIgCIIgCIIgCIIgCIIgCIIgCIIgCIIgCIIgCIIgCIIgCIIgCIIgCIIgCIIgCIIgCIIgCIIgCIIgCIIgCIIgCIIgCIIgCIIgCIIgCIIgCIIgCIIgCIIgCIIgCIIgCIIgCIIgCIIgCIIgCIIgCIIgCIIgCIIgCIIgCIIgCIKTpHAoCIIgxDHV1dXXU3BMKCU0A/9MSkp6k6wmnBYEQRAEoQUQwSoIgtAKIMG6jsRTYTgpNDE1NTWv0PE+naw67BIEQRAEoQVIDoeCIAiCIAiCIAiCEFeIYBUEQRAEQRAEQRDiEhGsgiAIgiAIgiAIQlwiglUQBEEQBEEQBEGIS0SwCoIgCIIgCIIgCHGJCFZBEARBEARBEAQhLhHBKgiCINSybt06tWzZsnCqPn55Qdi6dav6+OOPG7QOQRAEQRDaFiJYBUEQhFq6du2qevfurW677Ta8izTsVWr69OmqqKhI53300Udhb3RAsI4fP16tXLlSpyFesV5BEARBEAQvRLAKgiAI9bj00kvVn/70J7V27dqwR2mR+uCDD6qkpKSwJwREKEZMEdpwHtOrVy9VVVWl9t9/f52GeJ04cWI9YQz81olRXkEQBEEQBEEQBCGOqK6uXkfCrslJTk6ueeONN2pImOqQPrdmy5Yt2j9t2jTt//DDD3XZt956S6dp87Q9++yzNUuXLtVlb7311to8xLEezsPyt912W71lV69eHXGdf/vb32o/H+trSmj9L1MgF3UFQWgUqE55kKwqVMMIYT4hSwsfIkHwRBpjQRAEoR45OTl6NPW9997T6W+//VaPgg4dOrR2hBUjoCeccIJ6/fXX0RHTI7Bnn322mj9/vi5LIlctXrxYPfzww7uM1oJzzjlHr4tEqFqyZImebmyvE1OGzXVu2LBB/fjjj2rIkCG7jPQKgiDEOcPJpOIyoHp9MJloESEicpIIgiAIuzBq1CgtWufNm6defvll9eyzz9YTiQsWLNAi8uCDD9b+/v3718sfO3asvt+1b9++Ol1WVqZDpnPnzjosKCjQU4XBwoUL662zX79+9dZ52mmnqYEDB9YuKwiCIAhC4iOCVRAEQdiFYcOGqeOOO049/fTT6oEHHlDDhw+vJx4FQRAEQRCaAxGsgiAIgpOzzjpL3XDDDeqYY47RI5smPXr00OGECRP0VN7PP/9cj47ao6J+HHvssfUezNS9e3e9bEPWKQiCIAhCYiGCVRAEQXCCUVUA4WoDAfvmm2/qe0wx9feZZ55RU6ZMUcnJ9ZuV7OzscGxXLr74Yi2Id9ttN7V582a9zjfeeCPiOgVBEARBaDvIJWtBEIRWQHV19bqkpKTCcDKuwKtmGvu+0qZYZzTU1NS8Qsf7dLLqsEsQBCFmqA6fSsE+VKdI3zsM1bMbKeienJy8M+QRBDdy2VoQBEFoEE0hLOXBSoIgCLGxfPlyfVuF+S5r9tl+gLwgPkFoKUSwCoIgCIIgCEIrZ/369erkk0/Wt1ngtgo8hX3y5Mn6WQADBgzQPvbfcsstqqqqSi+HvC+//FK/Toxx+QShpRDBKgiCIAiCIAitnGuvvVaLULy7GkITryVr165dODf0kDzkv/322+qqq66qfbCdIMQ7IlgFQRAEQRAEoRUDkfrQQw+p8847T4+w4lZZjJLiFWX2bbNDhw7VvpKSEhGsQqtABKsgCIIgCIKQ6Awj+5BsUhPbMWTN3r9euXKlFp8sRl1gyjDuYf3iiy/0CKy8MkwQBEEQhEaDOhfrqDMiNBN0vF+mQC7qCkLiMJqsggxDik1pF5HtUndQnTKVrDpUwzQ+kyZNqklLS6uZOXMm6q+wt46MjIx62/nKK6/UVFVV1eZNmDChNg1cvsaGtnMDWQaOjyD4IY2xIAiCIAiC0Fa4niyVDEOLTWGPkDX7k4q6d++uR0tx3yppwbC3Pk899ZRavXq1Hl3Fw5nMd1xj9JXB04G91iEILYEIVkEQBEEQBEFoxeB+1UsuuUSdfvrpauLEiWrp0qVq0qRJ+km/LD4LCwv1K8PsacAXX3yxOv/889V3332npwy//PLLMmVYEARBEITooM6DTAluRuh4y5RgQUgseErwdWQpcDQnVKc06ZRgsG7dupo77rijJjU1VU/7PeaYY2p++OEHPUXYb4ovlrvssstqUlJSapf74IMPmnQ6MKDtkinBQiDksokgCEIrgBr1uyk4JJQSmoE7k5KSniKTeXGCkBhAsOKhSzeT/ZMs9BLSZoLq8KkU7EN1SrP0vTGtNz8/P5wKDqYGd+rUqVlGVkmzbqSge3Jy8s6QRxDciGAVBEEQBEEQEp02JVhbAyJYhaDIdCdBEARBEARBEAQhLpGrPIIgCIIgtAkyMzN7lZWVXUBR6f+0AB06dHhx06ZNP1K0JabaywhrnCEjrEJQ5EcjCIIgCEKbID09/eT27du/1K1bt+Sqqip9nx4bXvFhpm0z8UtHKguC+GJdJ4kAHZqwD6Fdzq88E6QM8FpnSkqKvjdy3rx5N9Jx/we5mlUshhHBGmfQeSKCVQiE/GgEQRCExmZvsjvIniL7L9muPVtBaBlu3Gefff68++67a8HKIhWCCnEvQxlTZ3DcFZrlgOnzCkFj5Zli0RaQjZlHAkyHJuyzl8PxLS4uVi+88MKStLS0oRs3bizWGc2LCNY4g84PEaxCIORHIwiCIDQ2Y8g+JsPrI9AxrOvtCkILkpGR8cZ+++13XMeOHZMgrmxh6mXQGKbO4LgdgiC+ps6zBSOHwCsvSBkQTXmzTGZmpn4/6Ny5c0+rqqp6lVy7Kt6mpaUFK57yPoa+J3l+TBg6P6bT8XiDrLnPBaGVUVe7CYIgCELjIIJViDt69OiRtWXLlhkHHXRQf4gn4BKnbBCACDE6iDiM4bgdgiC+ps7zE44tlZeWlqZWrFih3nzzzddIvJ1GruaeFtyiglUQhNiRqzyCIAiCICQ8W7du7UFCtWtGRoZzOitjii1gpxMNU+ja+OX54VquoqJCde3aVRUWFo6n76AnuWJbuSAIbQ4RrIIgCIIgJDzFxcW75+TkZGLUNBLRitREF7UuohWzOEbp6emqX79+uSReTyWXCFZBEAIhglUQBEEQhISHxNKQdu3a7SKSIKRM88IvTwgGRll322033Ev8U0qmhrwROZfsMbIUnRIEoc0hglUQBEEQhISnurp6WF5eXhILz0gCFZhlXURaPhaaYp2xTu1tTLANlZWVqmPHjqqoqGhEamrqvnCHcp1AqC4gw5PG+5LJiKwgtFHkxy8IgiA0NvLQJSHeSM3IyPj64IMPHpaVlaX7PuYDlrwMIsuMm8KP414haKk8l9C2fS2VhwdezZ07V3344YcPVlVVXUYu++FHEKp4V6spUpeSPUnWkKfJ9iI7j+xGMnnokiC0IupqOUEQBEFoHESwCnEFiVQ8cOnH/fffPxeizhSlpkXKc4lDOwSx5PmVAdGUj0ZAgmjKBykDvPJwLDHS+tJLL63dunXrYHJt0BmkZcn+RAax2pTTf68nE8EqCK0ImRIsCIIgCEJCQ0Jur7y8vKzU1F1vm4SQYmtJmuLzTVFr45fnR0PXiSc0Z2dn417WLiRejyEX90XLyK4l60f2KJk5mjqd7DCysY1guB9W3vspCK0IEayCIAiCICQ05eXlu5NI0mqKhWEQkRqNiPQr2xR5sRKrUG0o5udWVVWp/v37Y7T1Z5S0+6KY/nsRGaYEs3DdQvYp2SeNYIvJGv/ACoLQZIhgFQRBEAQhoamsrByRm5urH7gUi2BrCuHYUPy2KVZR6rdcrHku8LTgLl26qM6dO4+m5O5krhWYwvVVMhkVFYQ2ighWQRAEQRASlhdffDElMzNzT0xDxcgehF4kAWqWMctGWq6l8du+WEVsQ3F9LrYT07P79++fRvl4xY1ffxTC9d9kIlgFoY0iglUQBEEQhITlsssuKyTB2p+s9pU2JuxDyBYN0ZYPgt86m+LzYh09bUheeXm56t27Nx6IdRq5MkI5giAIuyKCVRAEQRCEhKW4uLgPidUCjOg1hdjzo7mFZ2sCo935+fmqR48eA1NSUvAwJG+FKwhCm0YEqyAIgiAICUtZWdmQnJycemIIYpGN0y7MfLuM1zJtgVhHVm1wDAcMGIDo2WTSJxUEwYlUDoIgCIIgJCyZmZlD8/LytIpyCU8XZrkg5W38lollfaAp1ulHNMIzKPY68fClrl27qoKCgqMoWRTyCoIg1EcEqyAIgiAICQuJucF44BLe/+mCxR7CphB+TJB1N8XnN9ZoaFOA7yQzMxPvZC1ITk4+iVzSLxUEYRekYhAEQRAEISHJz89vn5aW1hcPXPISrDaRRKNffqyCsynW6UdzjJ4GBaOsJFgVfU9nUVL6pYIg7IJUDIIgCIIgJCQlJSW9Sax2cz1wCWn2eYlCM9+rTFMR5PP8ysQqIJtiRNZrOfgrKytVp06d8E7WUfQ9jYA7lCsIghBCBKsgCIIgCAlJSkrKMNy/yoKJhWckMWiWiVQ2En7Lx7ruWNfpJzhjzYsVc53JycmqX79+KVVVVZHeySoIQhtEKgVBEARBEBKSnTt37pmVlRVOuTEFXhAB2RTirTXTUKGLMpgW3KNHD5Wbm4t3suaGcgRBEEKIYBUEQRAEISEhATqMRJC+fzWSGOX8oOUShYYKThfRLofvh74n1bNnz+5paWlHkkv6p4Ig1CIVgiAIgtBY7E02JhyC3mRIwzLhEITmYvz48TkkggZmZGQ4H7gE4RmNSDXL20RaPhGJVcx6ge+oT58+OJbnUFL6p4Ig1CIVgiAIgtBYjCb7mOxOMvRmzzPS5WSC0Gx88803fTIzMzFiVysoWXT6CUy7rNC4eAldTAvu0qWL6tix47j09PQ+5GpcRSwIQqtFBKsgCILQWDxItjoUrce1ZNLzF5qVbdu2DcjKykrDA32iFZ5meb9lYxW0TSGEm2KdzQEELAzbj4sLvXv3zqqsrDwdWaESgiC0dUSwCoIgCI1FGdm/yMye8/dkb5C1zt600GqpqqraOzs7O5yKLOiQ35iiL9Z1+S0X6zobe/puY8FCleMYZSXBCuF6JrnSdIYgCG0eEayCIAhCY2KPssroqtAiZGZmDsnKynLevwoglEzzI2g54FcmyPIuYl0u3sF+mWK6qqpK5efnq65duw7OyMg4iFwyyioIgghWQRAEoVExR1lldFVoES655JI0EkJ7kmjVD/MxiUb8eZVtCgHZFOv0G1n1y/OjKdZp069fP1VeXv4ziko/VRAEqQgEQRCERodHWWV0VWgRnnjiid5paWnd0tPTkyAEbTHoJw4jlfVa1m+dsRJkndF+bhBR2VjC0ySS0GXDtOCioiJVUFBwbOfOnTuFiwiC0IYRwSoIgiA0NhhlPZvsNbLG78ULQgQqKyv7Z2dn55oPXELoJ+7MfL+ysYi5SJ8bC02xzkiiMhaiXSe2PSsrS/Xo0aPT5s2bjyWX9FUFoY0jlYAgCILQFHwSDgWh2cnIyNg7NzfXVyxBGJnmR5Ay8UBTbGMQoRqrmPUC97Li4Uu0XpkWLAiCVAKCIAiCICQWO3fu3NPvgUtBsQWgS7g2t5CN9fP8RGWsgrOx18nLVFZW4n2sqn379gdSchCydIYgCG0SqQAEQWgRqNMl9Y8gCE5IuDREBSalpKR8M2LEiOGZmZm0qiSFqcGmuXwu8yoHP4zhuB2CWPL8yoBoypsCl+N2CFo6DxcXTEtPT1ezZ89WX3755S1U5m9UpEoXFAShzVFXwwmCIDQh1OEw6xuOI6ymjlVdL0YQhDYH1Q+pFJjDobpOiKVu6NmzZ7etW7fOGjx4cHsWl7bg9LKgZVEOxnDcDkFL57EgBBy3QxBNHoimfJAytmDF9peUlKh33313cU5OztD169dv1wUFQWhz1NVwgiAITQR1SLiuwW0IyZROps5ICsXLKKyePHnySWVlZX3Ky8t1ocYGHUx0gITmA/egmZ1P9gHTx3Ezj0P2c5zhuJ2H0P4MVx7AlEPO4/UAcxlzXSgPXGXtzzTjnMfL+5XndZs+YPrNfHs9MC5r+oHtN7HTvF6APPx+OO5FpN+YKx++Tp06bdlvv/1ef/nllzdRvZBNbhQyrYbqiDqVEwASN2Nzc3MnDhw4MIW3388gjFJSUnToyjfNLAtjOO7nC5LnVwZ4lfcrw4IQcNwOQTR5IJryQfLwXdmGUVZqH9TixYtPpPPyLRTThQVBaFPU1XCCIAhNAHVGUM/AUiieSp2odAozKF06e/bsLps3b74uIyPjTHQC0XExO14m3KkBkco0xzq88kFD19GY2wkauo5YPgOdTeRzx5PjCNm88myfq4zthwEzbeabIYAoQ9wsb6btOJcx81x+FntmPotF02fGTWO/Wc7Ms+NmWb88s4wr3+XnNH+3SLuIlA9QxpUPHx2fWd26dfvDm2+++UVhYSFEK9T9TlqmgkIc0KhmYaSmpv6ye/fu9/bu3TsZx94lPE3Dtrn8LjPLAqTNENi+aMqApsjjY2+HoKXzAOJ87vFvE2FaWppasWKF+vjjj1+m/J9S0dCVH0EQ2hR1tZkgCEIjQ50O1DEwTPdLJ8slXw6FKStXrhy7fv36v+fk5PTYvn17vc4LcHW2TCLlAy4TKR809DNAomwn8CsT5DNs4WMa53mV4eXNfPbZIedzHLDP9PMywGs50x80H2b77WW8loMhz6ucy2/GgemzlzctyDrs9XAeY8ZNXOcF4ub5EOncKSsrq4LIvOuuu57s1KnTVnKV0zLFVL6UQoiUaETrw3vsscfPaT36HaxegjOI+ZUHyDdDYPuaMs+vDOA4H3fz+Nu+IGWAV/kgZYCXD4ZzjwWreZ5OmDCheMeOHUN37ty5FMVDSwmC0Faoq9UEQRAaEepkcP2SSnGI1XyygjVr1vR+6623LiooKDi5ffv2unNidqoQNztcAH4mUpkg62DMMsjnZb3WgQ6U6bPzzXUAOx8gn0Pkm2Xs5Rm7jE0s6+D1wG+XBfbn2GXsYwHszzBD5CHOIcA6vPBa3gY+l58x8/22z4VdBqFrHQBxM98rj/12OS4DvLaT48BcF8NlOM/1GWZor8OVz9jlzDyvzzHL2NjrwLlQXFysSJTM6tOnz2OnnXbaJ2lpaVuozCbKLiGrpHjdRniTlJGR8RkJ1gNzc3P1B7DAxOeZgtNlQcrAUI5Nf2g4BLYvHvLs7wbYvobm+ZUBkcrDcB7YRt+nmjZtmpoxY8YfKX0XFfeuOARBSEjqajVBEIRGhDofqF9wvypGV3Op41S4bNmyAY888sitQ4cO3b2wsFCXQ+fPxOxsmXDnxisfRCrTWPmgqbYzyGcAlPPbBuRFKgOa8jNszPL8+UyQdbjK8Hqi2QYTczti3QYQzXa4yjR0PyKB8tHuK+By5rI29rpjAcvj4lVFRYWaMmUKXmdy64UXXvg0idYNlL2ZPgMjrnU313rQo0ePDhs3bvxxyJAhnc37Uv3uUYU/1ntYYYBDEMQXJM+vDIimPH8/5vdk+/zygFf5IGVApDyYLVZhOO5bt27FKOu3dH7sT8UxVVwQhDZEXe0mCILQiFDnA/ULHqyEe1Y7UMep03/+858rqANydv/+/VW7du1UVlYW7jfT5RMVdBjNjlm8ItsZHa3heGEbQbxvJ7YPhoeuYZR17dq16ocffth27rnnXtCrV68ZmZmZ66nYDrIq2iffnaH6ZF+qWybvvvvuaVinLThdhuPk8rvMLIs4H2MOQRBfc+eZ5wDH7RA0Z55dBsYi1YzDcJHgk08+UWvWrDm4srJyChYJLSkIQlugrnYTBEFoJKizwXULHrSURZ2mQgp73H333bcXFRXt06dPH4yg6KleZifLBfLReWkL8L7G+z43xva1pe+1LdGQ75WECKYEq9WrV2P6pxo0aNBfjjrqqDdofetpvcVUpIJC35WnpaVd0KVLl0ciPXAJ2+ny2+ZXDnkwwCEI4mvuPPM74bifL5oyIJryXmXYzHtY2fDwpYULF6rPP//8fsr7DS0ScbRdEITEoa52E4Q2zttvv30INYqXLFu2bOqSJUtmUXrR9OnT11JWaaiEEBTqUKBugWGENZvSXSjc7f777/9X9+7dh/Xq1UsVFBToTggwO1rxCjpQIN63tbm2E5/TGr63SCTKfrR28D1AmJSWluoR1lmzZqk+ffpcd+SRR75M2WvIttL3hKmgvq+5SU9P/zeJ1V8XFhYmYX2muAwy7TdoORjKwBiO2yFo6TyuFwDH/XwtkcdmClU2gBH4iRMnrs3JyRm8evVqTBUXBKGNUFe7CULbJnXTpk1ftm/f/idIoNHcuHEjpqdtI1Zv3bp12fr16xetW7duzpYtWxZ8++23i1955ZXVVBQPBBEs6PihboFBsOZQGoK1z8MPP3xzUVHRMOpQqvz8fD0d2OxkCYLQNmGhUlZWpqiexZRg1b9//+vHjRv3KtURqGu3kOFFzZEE6wcDBgw4LC8vT1csprg0xaZpyININeN+5dlQBsZw3A5BS+fh+DIc9/O1VJ4tVGHIw6gr3sk6depUNX/+/HPI/yyK64UEQUh46mo3QWjDfPXVV2eNGjXqmXDSF7yCZe3atVUkZDdQfDkJ3aUbNmxYSL55a9asWUQN6mJaH0YEykJLtD2og8F1C25Q5RHWvg899NDN3bp10yOsEKzcSRSERMIUDo0Jd+oTEewbDCOs69evV7Nnz1b9+vW7EYKVsleSQbBihNXv9TZ5GRkZswYNGtSLL4bZItNlQcvB7LLmd81xOwRBfNGUAdHkmecOx/18zZ0HEHcJVfbjeOPc+OSTTyZUVFQcR4vIO1kFoY1QV7sJQtslZd26dd8WFhYOC6djAiMDaEw3b95csnHjxrU7duxYQvHFZAtI0M5buXLlUhKzy2fNmoUHiCT0lWHqYHDdYgrWPiRYbzEFqznCijg6JOicNBfN+VnNTSLvG2ju/TPFQDyB44Bta8rj0VzrhigxBWv//v1vGjNmTK1gpf3ECKunYC0oKBhCwXcDBgxIxTGBmeLSNL8801DOb8QVIM8VgubM8ysD+FjbIWjpPIA4DCKVBSuLVzYc8w8//HDntm3bhpeXl8/BYqGlBUFIZOpqMkFoo3zyyScnjR49Gp2iJgEPEsEj+VetWoVwE9mq4uLixZs2bZq3ZcuWhSRuFywjvvvuuzWLFi3CC/MTAupsoH7BQ5eyKeQR1l0EK8BUr5KSEj16zZ1AG3S80IExO2BBiWUZEO1yQcrbZWLdJ5vGWIcXzbVuHAvg5eM4iHWbolmOy8b6WY2F6/P5vIGhI98cxHIcvJaBH/tg/t6xHyxYf/zxR4ywRiVYMzMzzybR+iQeuMTihg2fF3SqL8ws57UcfGyAQ2D7oikDoikfpAzg348dgpbOA4jDWJy6DM89mDNnDt7L+k9KX0+LycOXBKENUFeTCUIbZcWKFZO6d+8+JpxsViBk0TnbsGFD+bZt29aRgF1OYnYJxedS3kIKFyxZsmTFa6+9to6Ko7PWaqCOB+qXiII1Ly9Pffzxx+r666/XnRGzIwjMDhf7zXzgl+a4nWbsfGCmveLA9ttpxuX38wHTj2PCuMpH8gG7jBlnvMoATkeTz5g+0xgz7Qoj5TNe5Vxx4FXGK4xUBpjlgJn2C9kYO4/jHMLQucdTdXfu3FnrYzPLueIcRooDPv/sMhyaZvqA1+8Z4qNLly6qqKhIj6ixj2eqhKcERyVYSVhe17Nnz7927twZ73/Wn82GzzXTfha0LMqxAQ6B7YuHPBwTMwS2r6F5QcoALx+MxSmb6QM45ydOnDinQ4cOP1m9enWJdgqCkNDU1WiC0AZ58skn9z3ttNO+yMzMjKvfAkYaN2/erB8+smnTpuKSkpKVYSG7mMJ51EFdSB27pcTyZ599dnN4sbiCOhk4pqZg7cf3sOKhS3gPKwQrdTrUE088oa666ipFnU3dKUEHy6vjxYYOI8M+M85p4MpnOB0p3xW3Q698l49DVz4w82w/h0HzOW2HZj4w09whR2eR/Wa+GQeufDt0xQGnXX4OXfnA9rtCVxzEUsYvj+M4djhuZprjXmHQPDaMRKLjDrFniiezXJB40DwOOW5+pnmOmHn2uQM4jpkn+L13795dxwF++/zQJZ4SPHbs2Fcoi+9hjfTQpbf32GOPo/mBS/gcbEskC1oOZpdFGsZw3CsEQXzRlAFB8vic5BDYvpbOg7E4ZbN9aDemTJmiVq5ceSSd/x9g0dAaBEFIVOpqNEFIUObNm9cD4cCBA1dohwF1ih7dc889Lwwn4x6MpGzZsoVHZatJwG4gMbucOnkLyL+4oqJiLtliatRXkNBddeedd7bYK3mok4H6pd5Dl/CU4K5du9YTrHgf63PPPaeuueYaPeKCzgk6WF4dL9PYZ4dmPjDTdpxDVxy48ux8Ds0822/HAafNfMbMC5oPOB5NPmOmg+YznI6Ub8cBp01/pHzG9ttlIuVxGLSMX54dB3aeVxgpD4apqagDeFTVFExs5jJB4kHzOLTjfnlm3E5DpPbo0UN169atnmC1H7oEwUrlV1G2r2AdP358zueff/4dLTPQnKlhiks2+INOD45UFn4Yw3E7BC2dh7qV4bgdgljy/MoAr/J2GRgLUzNuGtqNFStW4J2sT5NgPZ8WlWnBgpDg1NVsgpCgfPbZZ+9Tg70/dYp+pI7MNOp8fJuTkzPtyy+/LD3xxBMnFxYWtg8XbbWgw0fiVYtZjE5s3LiR+n2la0jMrsjOzl5AIvaHoUOH3jN48OBmmVZMHQ2uW1iwFlHY95FHHrkJghVTgm3Bet1116lOnTrphdDBsjtbgP2ufDM084GZtuMcuuLAlWfnc2jm2X47Djht5jNmXtB8wPFo8hkzHTSf4XSkfDsOOG36I+Uztt8uEymPw6Bl/PLsOLDzvEK/PAgmdNQhVHGvN2CxBBCymekg8aB5HNpxvzwzbqcjCdbwa21uIMGqpwTTMri/31Owdu/efUBxcfFMWiaDP8MWljiOZtwuw2bnRyoLYzhuh6Cl8yAAGY7bIWjpPFOcugzlEH744YebqW0bTOcMLmgIgpDA1M2pE4QEZNWqVYU7d+7clzpEedRojyLXpdTQPbR27dqvi4qKvuzQoUOrF6uAp9b27dtX7bfffuqYY47JOvXUU/ucddZZB5MwvIA6cpmDBg1q7lcAcM/JDncBHSqzoyUIQuh3AVEEkbphwwa8F7rW19YgkVKncByQyN0rIyMjDcfGryjnRVhdvfxIZZubWLfHr46Ntf5tinV6Ya6PvmtcpGhP7fmJlJS+rCAkOPIjFxKapUuX7p+ZmZmP+6Jw5R4dPrbCwsJcXDlPZL799lvYI5deeukN1NjH5at0uPPV2J0bQWit4LcA4YX7Uzdt2qRnTiCe6PUVYwkynaBj4ltBVFZWDqa6PpyqA+vi9UUSemZZP7hc0LJeBFk+WppinU1RNzd0nfg9YISeBOvZlJS+rCAkOPIjFxIaEqrj7NEIpCFg8cCPRGbBggXqzTffnLNz587Lw66WhvpSwTt6ghDPNEUnHvAIIab4Y2os6ir4murz4gVXvRCuu2nXI+98Wlra8IyMjCSeMgoi1TP8mWwu2B+kTGPSFOtsTGI9H/2Wc+XBx8ZpgGnkBQUFuI1kv6ysrL2RpTMEQUhIRLAKCQs1+HgX38Hl5fVv20RDRw2c6tq1a9iTeOBet+eff76Gwl9ec80128Pu5oZ7XAi1uTph6IAE6ZxxRyVaYl0ONGTZhtBSnxsrLXWMW+N36wW2BwINM0Ew/RdPCmdfWwP7DaP6m4KkJKoftCErVKI+V199Ne6VH4D3OXNdEqROiYWg64318/2Wa4p9wnFubBq6TizP5gd+G927d08uKys7C8mQVxCERER+4ELCMnXq1P7U4RlkClY0gLgfDE+jTeSO4Ntvv40R1sfvvvvuT8KuloJ7WAg9e1voiPl1xhraAYqFhnxmW1s2Vlrb9jYF2A/URbiQhum/MEx3bGtCFcfB/k4pzULVl2uuuaYHHa8+KSkpeoTVBdcvXNf41TfALBOpbLQ09vqA3zpj/Tz7+2hpzO1BvKKiQr/HNzMz81Ry5YZyBEFIRESwCgkLdVwOyM7OzjA7MOgEQsDiyZSJCqYCv/vuu5up83ZV2NXsoJ8ZjqKz1Pi9MyFuiLdObWuCRSnuqceoKkZX4ZNjGt15lZ+f35/q+mzXPb6ofrgK8qqKzHyzvAuzjKusnTaJNS9WmmKd8XBu8jZg/+hrh2jtSd/94eSSPq0gJCjy4w4G5o4uJDtWp4RWAQnTQ+0GGyMXeKJuok4Hxv4+//zzeEjLHY899liredS/dNCFtgTOdwhTnv67detW/dtlASvsCh0zT/VVUVGxN+5fDSc1jSXWGms9DcFvG2LdPr86tynq44asE8vy8vZ6cEE6/PAlmRYsCAlMW/1xDyfbQIaanu1DMq8pJT8h60u2u065wbJYxxM6JbQoy5Yty6JOzEF4ub4JOogdO3ZUuNcpEfnyyy/V5MmTV7dv3/7esCueqO1p2J2OhnRmBKE1gVFAXDjbvHmznv6LaY3wyW+gPhBiZPqdqzB2h8N6lJSU7AnByuINIY4np71AvrmMH2bZaPFbrinW2VLEeg67loOPzQvkYSo92nSyI4cMGTIM7lCuIAiJRFu/GnUFGSo3hIeSjSFz8TYZyt2uU27yyPqEokJLs27dumHUmO2GziCD0QsI2ESdDowODEZXd+zY8e8nnnhiS9jd0tDXoHscuhOBaChZRzx2vAQB2OdqQ+Cpvpj+i6f/4l56mf7rDx0fqh4CVRDDMHMGo21c3F4Madv8MMtEKttUxPq5fsv5nW/xkheNn/d1jz32yBw3btxhV199tfcHCoLQapHpEyE+JttIhhFUjL7ODRtqwj+GfRiRxZRgzn+eDPmwqWRvkGEU9lwylEU5gBFXLgcz12F+htCIlJWVHYJ38rkabjykIRGZMmWK+uijTxZR+K+wq8Wg4252GhDX5tURkY57dMixanoa6xhjPTi/8XqadevW6Xeqol6CT/AGx4ifP0BxjU5YDB48uEv37j16pKSkOL8wLAbz+z551VyW034ELdcaaG31CbbX3GY8UXvEiBFq/PjxSYMGDWpdOyMIQiCkxQzxe7KOZBCQAHE8Jh9Dca5RVeR3IsOo6pNkEKr/JFsUTiNvGhnEKQTscWSoRJGHz8L04UifITSAioqKMZgqZII0XmeTn58f9iQWjz32mCrqUrDtD78+94yRw3rjvXTtQjktht1x8OxIcAck1o5TrMuBlli2ufeVO9aNsa+xdNIb43NjoSHLNgY8/RdTf3GvKuogEaqRsc4xnaDv0vllLl26tN3RRx+Ttdtuu+np1V7nZ2OJS3s9jbXeeMXvNxTr7yuadSLNxmkT/MY6deqkjjjiCJWbm19x2mmnJfYXIghtlLbect5GhsoNohLTgjH1l/kd2epQ1MldZHi/5Us65YbveX2LjD8H04YhdEGkzxBiYMWKFR2p4zLKfp0NRjjat2+/S4OXCEybNk199tln6tJf/HrvE0+74Nk//uXGaY8/8sCsu267/qO/X/mrOy8598Sf7Tu489De+aqAirfUAdAdCVcHT0ZYE5eGfK+t9Zzg8xnTfzGqKtN/GwQdNu8DR8d468EHH7LjkksuVWlpqfoCAdcx0YjJSGWR77feaD6rLdDQcx3LR1oHLlB06NBBnXfeeWrkyH3Uhg1rwzmCICQabV2w8j2ssKYa5cRU4xFk/Dn9yESkNiGrVq0alZmZ2dEcYUXDh/tXE3U68AMPPKAwwoD7c0tKy1WnzkWq38BBPUcdeOi4o4496/en/ewXT/39hvunjxh39JtUvLmfOIWenDa7w8chvh/p8AmtHZzHGPFBXYP7VPFgJZzXMqoaHYZYoSAUCWPGmXXZ2dnrjjvu+JrRY8ZowYq633ydmQm+D9tcBCnDRMoXGhccb54xNXbsWHXwwQdrn9d3LghC60da0cajmGwxWXcyftowphhj6u84nRKahdLS0kPRabRBv6dLly7hVOKwdu1a9fbbb+spUaGHjlSrivJytWPHdrV1yxa1bRudmkkpKi+/k1q6dO1KWqT+o5ObDvTiuCen4+hUcOeOQ4Dvpn6/VBBaFxCl+P1h+i9GVTHDA/WQnNexQ8dOHzyqK/AEYM8DScd6Ga4JXPHHK9QRhx+h8PwCHH+MwIXqxJCYQRjJgpaDRSobzbpgwOU3rSnWGQ8WZDux7xCquCiBkdXjjjtOHXPMMdpXUlKq1yEIQmIigrXxwPRgiAE8bXgJGR6shCnGuG+Vpx7D5LU3TQg1aknUmI02pwMDdFzwgvFEvH/1xRdf1I358OHD9dRDF3iNz8yZM9R3331rTntvMqifGeqBELRtfO7Xw9WRDxUVhNYDhCoMD37BxSNMA2afEDtcP6BO1xEfqNrYUllZrXr37q2u+sdV6re//a066KCD9AVKPD2YR13RDtjGfjNksYt4JEM5Xr/LkGca+1x55rrsvCAW7efFg2G7XGaWgVAFuBCBd66OHj1aXXTRRerkk0/WF4VWr16tl5HfnCAkLhEbAiEuySR7nOxusi/hEELMnz+//5IlS2ZSA5fJjRyAkMO72tDQJRqjRo1S/fv31500PIHUBe7dvf/++7c+8cQTuJCCmQBNTrijmUJhNoUY2u770EMP3dK1a9dh6Fji4gE6kwUFBeqNN95Q//jHP3QcoLPKHVY7zqErDjht5tuhV5xD0w+88uwydj4w00HzGU5Hk2+HrjjgtJlvh658YOa5/GbczufQlWf6guQztt8uEzSPQzYT28+iFNN/t23bpu+RZ59Zzo5zaPtjzePQ9geNB83j0I775ZlxOw2BAfGB2xgQB6izcRwxnXr27NmqX79+N40ZM+ZVysLF4C20HK5EVlNY78rWs8++9OQRRxz5s+Tk6qSCgnaquqZaLV+2XC1evFitXLlSbdy4Ea/7qv0cfH5yMrYn9ARn3iYz7kq7/Bzn9TJmHLjy7DLAaznX8sC1DuAqwyFfGDQvEJpxG7/y9nKu9fgtb2KXQ4jjm5aWpnJycvSoKi5CwJDG727FihX6AgMevPT9999fccopp9xJ+ylzgwUhwXDXdEK8cyTZe6GoupLs5lBUmDx58nnUWP0XoxwMGjzcSzZ48GA1aNCgsDcxwMOWMJJw7733qj59+ujOng06KWjwL7/88kkzZsxotunp1NlA/bKLYKUO6rBevXo1q2B15bviHLr8IGienW+GZj4w03acQ1cccNrMt0NXHHA6mnzGzLPzzdDMB155tt+OA06b+V5h0DyOA9tv5gHTj1EdiCt0mCGE0LHm2xDMcmaa4xza/ljzOLT9QeNB8zi04355ZtxO+wlWTKmGYO3fv/9NY8eOfYWO7ypaZjMVgWCtoXg9tfPMMy8+NX78EWeXl5ck5bfLIzGTpZKo3sd6sT5cVEAco3U22CzoI94+SoVFUvBb/bEszgGh8cGxxfcBA/gO8bvDbAY8eRu/O7QlhYWFaA9FsApCgsI1tND6gGjFKCueIvQJ2U/J1pC1aT799NMnqAE71xSsaNBwhX3MmDEJ99ClK664Qr355pvqkUce8ZwOjGlUCxcuVL/4xS/+Rp22G8PuJocFK1kOxbVgffjhh2/mEdZ27drVE6xXX3117ZRtdFK4A2nHOXTFAacj5bviHLr8IGgeG8Nxr7xo8xlOR8q344DT0eQzZp6db4ZmPnDl2fmc9soz873CoHkcB7bfzANIoy5BWFpaqmczQASxj8tz3E5znEPbH2seh7Y/aDxoHod23C/PjNtpHDuXYMWxNUZYb4RgpfKrKBvTR5yCFSOs48cf/rOyspKk3JxMlZGRrj8jheoXCB2Iyepq3AeJ+z913aTTLlC+rKxUrVy5nNbRPFNME1Xs4jtoCKHvKXTfKi4MoR3n0XJ8TxhVxcwptBuIi2AVhMSlYbWJ0NJAfT1HNoYMjTlE6wSyNgk1bpkffvjhbGrI+tj3sOL+MjygISMjI+xp/eB+pyFDhqhx48apc845R23dujWcUx8IwieffLLq/vvvP4iSzTaFnL4P1C9413A2xSFY+5GwvgmCFSOsIlhDmOmg+QynI+XbccDpaPIZM8/ON0MzH7jy7HxOe+WZ+V5h0DyOA9tv5gGcq/jN4XcGUYUOMwyY5e3l7TiHtj/WPA5tf9B40DwO7bhfnhm305EE6w8//KAGDhx4w+jRoyFY8WR9T8H63HOvPnHYYYeeUytY09NUNYkdCB4UhDgN3Q8J8cMP7nFrGrQRS5cuoTrzUfp+5aFZLQ0LVrTpODfwLApMCcbFZximCYtgFYTER2rixOAvZDeFonp68DVku84NTXA+/fTTUSUlJV+hY4JOBncm0cnElNgjj8SgdOLwxRdfqPHjx6sHH3xQkQjUDboNjgMe/X/FFVf8+PXXX+9DLvcwbCMTFqswc4QVgvVGEay75kWbz3A6Ur4dB5yOJp8x8+x8MzTzgSvPzue0V56Z7xUGzeM4sP2cRj0C4YNZG7jwhQ6016iqGffK49D2x5rHoe0PGg+ax6Ed98sz43Y6iGDt37//DWPHjjXvYa2gMGrBCnFaUYEHJOGBPni4kb9gXbRoobrnnttFsMYJ5neANoLvY4Xh+QwiWAUh8ZFHqiUGEKn7k+HpxBCvk8j2IGtTUEfnEHQkIVDRAUKIDhDuYcJV2EQDTwfu2bOngvhziVWApwMvW7ZMTZ8+fQolm0WsCkIigE4yxCoEFO6XwxRgCCDUMUKzAoGqCadjBqsIZsn6YppYfBh+czD8Hvk7EgShbSGCNXHAVE88AfZ5sv3IviA7n6zNQB3LMRCnLFYRYrQVD9zA1ddEAvv37rvv6qceo0H3AvevfvvttxC0H4ZdLYkeFUGn36a1d0CkA5VYoHOMugMPdcFoH35v8Mn33LyEZ8nIQRcEQWjjiGBNLPg+1gvI+NU3sNCjVxOYzz//vAOJ1X3x4CFzhBUjjxhlTbQRVojQ5cuXq/3339/5ZGAG+/7NN99spOjkkKdFgEKtJ1ZdohU09Op5rMu2xGeC1rYslmvIsrHSXMvyCA7uU8W7HTEFmH1C84JjTvUXBUlJVF/wFyBfhCAIQhtEBGti8l8yjLbOIcMoK0Zb9yZjcL8rBG3CQJ3LURR0gniDUGXRitFV3L+al5cXKpggvP322/qBE3jaLvbRBfYbne6ZM2dOpSSestnc2KqU+p1uoerljwYRFcGQ47QrOCYYQcVvCdN/N23apM9J+ISWwxSrHAqCIAhtDxGsiQvEKkTrA2S4nxWi9fdkELC4z/UXZAnDjh07xqGDCZFqGkZcIVYTreM5YcIEdcABB+gpv17gYUvTp0/HaNHHYVezgX5mOEpfi1ajbIIQV6BuwEwEvC4DYhWiVab/tiw49nL8BUEQBEYEa2KDuaK/JDspHL+TDFOEwZ/JEmKUFVfey8rKDjGnA5uCNdHuX50/f76aO3eung7sNboK0OH7/PPP8VRNvKdXEAQDTPWF4em/a9asUdu2bdO/mfB9k0ILwUI1dJ2rDvLLRS9BEIQ2irTMbYPXyTDaat7siHe4JsQo61NPPbUbCdaheJonC1VTuHbu3DlcMjHA6CpGVvv37+8pWPEgJjwwZsaMGXMpOTPkbXFqh0xk9ERoKXDuYQQV97dDqOJ3ggcsyfTf+ABClcUqhfoVNmGxKgiCILRRRLC2HX5HZo+oJsQo69atW/dPTk7OQgfUFKtIQ7glmmDF04GHDx+u32OKqYwuIGjxHkPqjH9GSe9h2GaAOptQp1qhhqKC0DJg9BRiaPPmzfr+btzzDp+cl/ELRGs4GrdgE8UaZoIgCH6IYG0b4CnBGFHFq29M4Ls6FG29UKfzUBaqLFYRYsQ1NzdXW6KAh8FMmzZNHXjggXpUyAs8cOnLL/XXPVE7mhnqgLACMJWA1q4NFQcNWb6llo2VtrSvTQn2ByOouEUAQhXvVAUy/Td+CYsY/KFoCDhaGlwk5AuimOGCix4wtDfxYrxNfuZarqWMtwnHky88e12MFQShbSKtdduAX3ezPxl6opgejPQ1ZHggU3ONsqbk5+fvFo43Ci+++GI6NXKHoNFDI2caOqeFhYXhkonBV199pfdryJAhuoF3gU44OuTffPPNOkriYVstBasehGwtRmsSfy3ZN2+pfW2qz4VQxcWddevW6Ycq4WKWjKoK0YBzFOeNKfZYXMGQh3Osqcxu29hcZWF++UGXtc1VtrEMx4+PJV8EYDGLPBGvgiCIYG2bfE/2PNk/yfiBTE1C+/bt87Ozsw/Pzc29nWwaNU4zc3JyppL9Mysra18q0qAbx5YtWzaEGrR+aODQsLGhgUXjh1e/JBJ4nQ1eZYNpzthHF3g68Jw5c9TKlSvxOpu1IW/8ECcDJUKCA1HKF29WrVql36kK8SqjqvGPVUfoKwtJLXSFAYKKRwHRpiBtgs1q6k3jzzCNL7q4/Gyx5rv8TYn9Gfj+IVLRlrN4RVwQhLaLtNxCo9OuXbv+eXl5F5I9T6JqFnUS36fG6A9kQyg7lxrEkWRXk/9LErMzyO4kAXsY5WXrFUQBdUIPoXUloTFDR4KvBrOYSyTBiv2bNGmS2m+//XwfEJOenq5HYolmf51NBKgfEuqIimgVmgp0fPH7wEgNhCpeV4Pzze83I8QXLF4gngClW0CsJtWKVW5PWmQzCHwuG44JzPT5+f0smnW1BPy5+B74orQgCG0TEaxCg+natWt2QUHBISRQryWxOoVcs6iheZTsDIr30IUM0HlkwUKN4l5kv6eyE0m0ziJ7JCsr62TKCvQuGupMjMFVb3QoeGSVr8qSEE6oKcE//vijWrp0qRo5cqTujLtAA79jxw41depUtOwfhbwtBqtShNpsocpp85wQhFiBKMV5hCf/4l5V/E7g446v0HrAd1ZdXU1BUhJ9p9rgDuU2D2hLMNLX3OcPPo/NJShtC1LGz1zL+21Hc4PPxO8a34e0E4LQNhHBKsREhw4derRv3/5MEqqPkkDCa1M+pY7hVdSwHEDxDF2IsBs3rwYv3Aj1Ift5WlraK506dfqhR48eR8Lpxc0335xPHdJ9eboQC1YYv38VT8tNFDC6mpeXp3bbbTdPwYr9XbhwoVq0aNFsSsJaGu5dINylp8HngnRChIaAzjQM035XrlyJJ4frcws+ofVC3yEL1Rahue+dxDlrm5fftCBlvIxx5ZnmVUYQBKE5kNZcCEpax44dR5JI/TPZR9SQQww9Rw3WhdQp7AvBwaLDbsRcDRuneRm8fgb3XkKQ4am+JFo7U+fzxuzs7GfI/4uMjIx+uqDBmjVrRtLyXSDeWKiyaIWI7dmzZ7hkYvDBBx+owYMH62PEx80GgnXq1KnI/4SS7ptcmwH6fms3kLYlohq1i9jnSzS0xLJYriGfGyv8mQEO8S60xHECjXmcsC6MoGKWBR6oBMP0QZn+2/ppzPMkNqL/TcUK9tU0l8/PzNHPaI0v9rjyorHmoDk/SxCE+EIEq+BJ165dO5FIPZ4E6r0FBQXfk0idSo3FzZQ1jiwPnWTuKNuNiKthsdMQqZi2CwGWk5Oj0+h4YpRk27ZtEJ7DqeN5Ftn9lDeTyk7Kz8//v+HDhw/F8uQ/BKE5uspxbBdGIhMFHI9vvvlGHXDAAZ5X/XF8Id6/+EI/GPhD7RQCY5+fzUVLfW6sNGR7G3NZ7mTjoUoYVcVUeAjV1nY8BTdG26Ij4bDZVGQM14CiBueqaS6f7Tfjpg/Y/iDGuPLYzHyvuOlrKpp6/YIgxC8iWIV6dO7ceUinTp1+26FDh7dI/PxIrjeoY3gZ2V7INwWq3Xiwz/RzHMshjveDskhFiE4n7jctLi7WQhWC1bxnyPi8LLIxZP+qqqqaNmTIkP/NmjXrvPXr1+sRFYDlEIdow7oTaYQVIhSi1e91NnjYEu5xnTdvHp4MrJ+6FEfgC609Mfj7ZfA983ctCH7g3IEwxSwKCFXcrwrgExILqhN0pUDfeYtUDvh4u64C8DXU+IKLGdo+02+aXx7MLw+mlw+HzjzDHylulrd9qPFDYeymlw9jxgVBaFuIYG3j4LUzJFLHk93asWPH70jw4ZU3d1Ojcyw1Dp1MIYHGwm4wXD4T5EFIYQQVlpGRoYUlOpsQqLjXFCOjXNY2m/C2JJPwPXDNmjW9Zs+erR9GtGTJEj3SAsELQYfRVYjiROG9995TvXr10k89xgiyC0yp/u6775APsbo+5G1x6Gus/SKNaH34HBMEPyBKcVEKF6rkoUptAqoaQoTTzQY+0v5YnGdoY3DxEBdZozJq79DmYSbArlZSGy8psfPCtr1+Gm2nM03lSoz1uQz5JShHy2jTvlBeqfaF0jCktc8RR7laXzhulivV27GdwtisBH0EWh9/D/I7F4S2i/z62yCFhYX9SJCOJuF4ODUEB1Ij0AMNARoFr+mmdsMNTJ8ZxxVWdCIxxZfXC1EK49HQSLg+D9uGdUKM1ruKS6A8PhP3cCI89NBD1S9/+UtFIlznt2awbyNGjFBDhw5Vv/jFL/QDZVyQQK/54x//mPTVV19dRsn/hLwtA20z1y2pZDmU7kJh30ceeeSmrl27DoP4bteunf4+CwoK1Isvvqiuu+662u+Lv1dgfs92nEMvP4dmPnDl2fmcDpLnymdfpDxXvivOoSsOOG3m22E0+cBMB81nOB0p3xXnkOMsStHx37x5s65LcO4ALsdlXXG/PK+4mebQ9vvFvfI4tP2x5nFo+4PGg+ZxaMf98sy4ncZ32KNHD9WtW7fai5Z8MRMXJH744QfVv3//G8aOHfsKZa0i20LLVZDt0kg999yrTxx22KHnlJWVJOXmZKqM9DRVTfUm6k60JFVVeKcn2iC8+qxKx+FzgYuqixcvUvfcc8cus1mwnXjyfGGHjnr9AG1ReflOLRR3IbTLVCGScbyWXRxh6hdGTNem7KYQhxL7FoqEAoS6COKhJBevh53WhJetJZwIHb0wtWVCkdocxMOf6czjlD5e4YK15S2oTFZ2jj6mOL76PKmoUEsWzVd51F7gu0Eb0aVLF/0ucoTt27dX+fn5+iGL06ZNu+KUU06503WOCILQuvGqNoTEIotEwci0tLTDqCI/lBq6EdQgZOrGPGw2Lh8w/RxHowJDB5KFJDoeaNxh5jLIC/p5tg9pfEbv3r1rPwchx9kAOj0YYYXIO/jgg9WBBx6oO0etETz1F4L1hhtu0PuDK+I2mGq9adMmdd5555XRvv+EXC36hGD6rvBFwDBPkwVrPxKsN4pgrZ/nynfFOXTFAafNfDuMJh+Y6aD5DKcj5bviHOK3DbGKkVS8TxW/axavZjlX2oz75XnFzTSHtt8v7pXHoe2PNY9D2x80HjSPQzvul2fG7TTaBi/Bum7dOoXZMy7BSmENhfUah+YSrNuLt6vjjj9OxxcvXqzrXWxvJi0zeNBglZoWuohSi92s4RDU89XKuToi5VvofPpjlgv56pYNNaXhNP0J+SkdLlAb1vqMPPqH/zpOTvaHc3Qelwml9V8dIhZK8XLmMghDuRo6J2ro+18wZ7bKyMwIXZAiXwX99mfNmKHad+ygL0hDoIpgFYS2R6gFERKOyy+/vPv69esPXr169eEUHrJly5Z+6PR5jaACNEYuTL8ZR8cRhk4l/Fg3RlBhXusycZXxWg5+GBoxe4TVFK0cYruwHRB32G+Io0GDBumHFkHAUkcovOb45+GHH1ZXXnml+u9//6v3C2AfTdBgv/322+rGG2/8lpKjyFq0wabvChsI20WwFhUVDcNFBxas6HA8//zz6vrrr28WwcohMPNcflfcDs18YPtcoSsOvPK8fBwHnDbz7TCafGCmg+YznI6U74oDnBuoUzCjANP9+fdvl+Nl7bQZ98vziptpDm2/X9wrj0PbH2seh7Y/aDxoHod23C/PjNvpKATrq1ReC1aycrKWE6zbt6ujjz5an4+4kJieka42rF2vfv2bX6the+/t276a6I2nP3rrwgkdAPaHoV2ojehatS6rdv9CRn+pAPt0ebjwLxzq/2G/9oTT4VQorv+Hy9AfBNX10lYZ7Q7FzeX1f11eFwg1SDptlA3lapDMy2unJk2coKb+bxIJ1E66DKZgr1i2THUsLNSCFRc4RbAKQtsj1IIICcOkSZNOXbJkyaUrVqwYtW3btnaYPmcaGlp0CLiDgI6Di1BjEoLjKGuKQ4AGGuvSDZNRzlzexOUPWhZpCDYWrOa2sNk+xLEMthPiFfuOBzL17dtXi9eDDjpIP8gIZeOVE044QY+e/vOf/9RTIrE/5r4CarBr/v73vyd9/PHHt1PyCu1sQei7wgGFQbBmU7qIwr4kvmunBKOTEatgdeWzzxW68oGZ5/KbcTufQ1ee6fPKt+PAlRcpn+F0NPl2GE0+MNNB8xlXHhvOa/xeMaqKDivOefN3zctwaPujyfOKm2kObb9f3CuPQ9sfax6Htj9oPGgeh3bcL8+M22m0G35TgiFY+/Xrd+O4ceNepayVZHEiWI9R23dsV4sXLdIjrDvDz0ygnVKVVZVU6YX2syVxbkFwZ7A9iFgo8lrsEql0PLdtK8Yr61RWVugd6vj9L164SHXsTIKVvhsRrILQNpGHLiUQb7/99p4kUl/q2bPnYXvuuWc7jCJSg69HEwcMGKB23313tccee+gptR06dKgdwbCFoQk6FiiHByehcUanEcugEcHIJT8AiDshMFea8fNFU5aFGsM+szzHsX/IwxRhdI7Q4OHpohixxD2hZ555prr99tvVl19+qTtL8QRGl/Be1X322Ucfb3TscMw5hGE/N2zYUEONNRaZqBeMD8wTC3HqQ7rPNb9zUGg78MUljLDhoUo4v/kCjdD2oO9df/FUPyTB4EK6OfCuk2pUCrUnOC9hKFdJAhgX2zp26Kjb1pa29i5r77L2TisIYgX1rf0uVqDbWoS7WPuQFZDlhw1xlE9JwYXY0CwpbcnhWUX0LzlJuqyC0FaRX38C8f333+82b948NX/+fC1ounbtqgXqXnvtpcXqwIEDtXhFfNiwYdow0oURR7NTiBAiFQKVp+Bhei0LJMThgwg0hSN8bCZ+viB+02fm2WkT28fluBOCJxbj+OAKLZ74+Prrr6s//vGP6uyzz1bXXnstRqq1v6XB62wwKo7vDFf3TaHKcXxH9N0nb968GdPmvgwt2bLQsebeHh1yfdB9FSl/L0LbhOsSXKBZvny5Du36RWhbcB1OdcOuFXwz4GhWwqDtC434J1O7iTCb2hNcEM3NzW2zluMwL39OTp3lhg1xHMOszKza337oGIe+CNKwOPSCILRRpDeQQMyePTsFr3iZM2eOnk6Fe2wwhRT3CkKoQrxCpI4dO1ZPMz399NPVSSedpEaNGqWvDpujrRClLIgQwo8OBBoQ7kgwdhrA5yrn57fx85vY5TgNM7fXDGHYJ+wz7ouBcO3evbv2ffbZZ+rqq69W55xzjvr73/+u7w1duxavNm1+JkyYoEeFcdUc09PwXdhG21wzZcoUFMcf9yOEBSEOwe8QF1wwY2PVqlV6KiB+k7iAJrRduK6OVzAKyCOA2Nbs7KxdBJxYbJZB7TFGUvn4cl3A740VBKFtIoI1gSCxmgzBilFW2Ny5c/WrASBgMb0OVy/xtNnRo0fr+zchYDHCisf0434QGMQR7gXBfTxeoNGwGw72efltYi1rhl7i2c/nFYdQhWFUGccD06bxXtPvv/9e3XnnnernP/+5uuKKK9RLL72k3/naHKDj/tFHH6m9995bb5s5sgpDHGU2btxYg/evEvE0HdgXPu5C24U7orhPdcWKFfodkDyjQ2jboL5j6HzQiXDY4lMxcHry6B+mBiNEWwGxxe8bF4vN0EfJzMwgcRqaEhw6znXPbBAEoe0iNUACsXLlyhSIKQhVGE8P5pAfYIIRRTyACQ0CpgkffvjherT12GOP1aOtPIW4Z8+etQ/GYUFngkaEzcTPF8Tv8gHT75XHIG42cJxvGvtRjtMA+4kRZhwf3M8DUQ8Rj9cYPProo+o3v/mNfsfrE088oY9tUzFjxgy1YMECNXjwYN2ZN0dVWbhiG3/88cek9evX4+kgn4aWjC/o2OLgajOPcxCiLc/Euhxoa8s2N9hW1Cl4qBKm/27YsEH/5ljACgIItzkaOmdaQKh6/6ZCQio0CojzGYIVU13t0UKx6C0jwxphxT2sdIxxvOlUCH8DgiC0NUSwJhBUmSdDaOHeS4xYQKRidBXiFcKHhSts0aJFWrQWFRXpJ+ZCnOLBTGwQshiBhSEfo44QuuHP0aEJGm2708w+L79N0LJeaYS2+ETcNMaMm9h+7CuOKYB4x3HCva+4xw6jrf/3f/+nLr30UnXffffp0ViMeDYWb775pr7qjOnK6NyzUGWxihDb++2332KjZ5A1nXqOHfOA0ubu+n2CoL54BedJQ7a3rSyLDiiOFabY48Fn/ATghmyHkJjgPKH6PC4VCgtWGMCFzU4d4+OBS63Z0M/Ib9dO4dnO5jFOpvpB6ghBaNtIDZBAUGV/GlXqL7Kg5BDTXPFgJYwSYqor7mdFhxH5++23ny4DYYSrm/DhvleMxkLQ8jsQOcTrVSCIWUChEXE1JPzZNi5/0LJIY2SmT58+tZ/LDZqdhgHOs33s5zy/kONsnObpi7i3FMcKAhLiEu97xVN9hw8fro9rrOC7wdTss846S4+wcsfe3BbKr/rHP/6RsmLFiptokb+Glmx56LvikwJv0q/3HlZ+rY35HtbnnntO3XDDDfVeawNjOM5+O8/0BclnzDw73wzNfGDnAXwfjOk348CVZ+dz6MqLNp/hdDT5dhhNPuA0n6+oWzCiit8K6iUuy+XYTJ8Zt30c2v5o8rziZppD2+8X98rj0PbHmseh7Q8aD5rHoR33yzPjdhrth99rbXA7C7VV+j2slKVfa0PL4bH0Tf5aG1zQvfde92ttjjnmGF1vYcYNnp5fvK2YxFZ7XeeX03ltEtrjAKAg75G9kN081uZTxMxzfZi9bC1WhmPZWtcunx/KCblrqJzrg+uDEq5NCa8qTJKuEz7+6GNVUV2lcsNt586dZWrm9BmqqHs3vRK0G2hn5bU2gtC2iFzTCK0GqrzPpAb6OTTSJpxGJ4FfvA0BBD/uZdWPsScfX+VkIYGOA0QqxKspWtkg0tCAY5QE6zI77Cb29jAuv19ZGBo0fg8r9gfGnWGOu/xmnunjtF9Z02/6TD+2C4ISHRwcJxxf3I8D8Tpy5Eh9HyqObVAwCo77jc877zz9aiJ08O3PxTS0ZcuWVZPQw4EfS/aJXjgOoO8KdQsM8zwDCdYbb7yx9hjxcWU4zn47z/QFyWfMPDvfDM18YOcBfC+M6TfjwJVn53Poyos2n+F0NPl2GE0+wDHB7wJ1BIQqfhfmOexa1vaZcdvHoe2PJs8rbqY5tP1+ca88Dm1/rHkc2v6g8aB5HNpxvzwzbqf9BCtea4QHB7JgpfJ4AnqzvYfVW7AWk2A9joRqmhasoGu3rqp3z1763LYJbSS2Q0fCjtA2hWJ1f2rLGPkc8SpX+ze8nybYdx3qvyHg4pKh7HCK/aH/Rsj5doj/9I8T+FvPF3LURcPxcJnw/5CjliSdl5ebp4o3rVWlJSW67sDr3GZ8/z0d5276OxXBKghtk1ALIiQEVIGfRQ3DM2gc0CFwgQ4B8tAQIA7xh1EtVPgwCFcWr2gIIIrQmcCoKgtXW7zySCwad54S6/X53IiauHzA9iMNgYNtNkcbEZpxOzTz7fKusrGUM/3YRghYiEwcG3Rk0AmCSNt33331fcJobP2444471D//+U/1l7/8JeypGxmGAXxPmDb81ltvLaPkYLJinREH0HeFEwBmCta+JFhvKioqGoaRfhlhrYvb+Ry68qLNZzgdTb4dRpPPvwnUEZiZgboB3zewy5pp22fGbR+Htj+aPK+4mebQ9vvFvfI4tP2x5nFo+4PGg+ZxaMf98sy4nQ4iWAcOHHjD6NGjW0Sw3nffnbpNM9shzBA47rjjdBk8LyKNzucq2uY99txTdaQ2k9s/htusFLKdWFfYb0bq7YhO1PlwxHbN56Aux9jEMOQwfIgapev+hp3uuLFt4eMYguJ1CS7Kf4y8cLouSgFFQv/D1MUAHrC0ZeMGtWbNSn3vKs6TnWU71ffTpqkuXYv08RTBKghtk1ALIiQE1Nk/hzqJT5oNLEClb4MGF9N60ZhiujAqfFT8XPlDDLEPIgKjhVgPlkHnE0KMBSsMgpV9/L5Q4PpsYG8j4/KzDyG2F/fUsjhAyB1jDiPFvdLR+oOUg7CGeMV9sHyMkEZHDQ9TgnjF/thgOjCWOfXUU3UHzv4cWFZWVvVdd92VvHjx4udokbNCS8YH9F3xFw+Fkk1pLVgffvjhm3mEFeeXCNZQ3M7n0JUXbT7D6Wjy7TBIPo4DznvUFRhVxfmLNJ+/ZllX2vaZcdvHoe2PJs8rbqY5tP1+ca88Dm1/rHkc2v6g8aB5HNpxvzwzbqf9BCumBEOw9uvX78Zx48a9SvXHKlpmMxXBnNtqitdrKJpKsGJ0D/UwbzsLVlzIXbp0ae0FGMwg4GcdmCB/5fIVagPtz15DBuvfALbJJLRmYtdIo+O75gCZUW2ZR+H67vopfFsQqqnURuI44VU2O+l8ICGqOpM4hU8EqyC0Tep6WEKrhyrzZLsxBPC5/AAdBDTCeAciHszED2nCA5pg/GochLjqDbGFBw/hYUx77rmnfpowHtCEBzUhDj+msKIhQaMOXJ+PDgB3Akxc/oaU5ThCl6AwywLb5xX3wyyH/cZIK0I0rPwQK3SEJk6cqN/3+uc//1k988wzuoMGcKzRQGM6MTpv6MxhHTCOg5UrV9bgKavEB9rRCvA6D4MeW5tYlwMNWbaheB0HP1rDvkKYYt9QV+DcxAgVOu0teayF1gudN0l0PumTh8PmwvuUDc1QMg1tnf20Wzy/ABd+cZ/rju3FWlDh4vAu5dhy2NyvfGkMy/azbD/L1vuY6WFZyLcsMzOLPhNP/c2ithcXrEKWVM+S6xny8R5WHFO016nh44tjLghC20YEa2Kh3wuBDqOrQ2z6zXwWcuhc4so27s2BaGLhivspEcc7XiGqcGUZggujYRCreA0OhJgpXGGI4wo6T/10bRc6smwmXj57lIZDU4wy9vIgyPJIm8vaaeBVhn1mHoN9h9jElXh0VHB8MMqKiwBTpkxRt956q7ryyivVNddco/NxBRkXE3D1HkLVNGzvnDlzkileSquOu9fZ0P7zF027rb90NicoEioWHNcxDkosy/L2Nffngpb4TBB0WZTDbxyzK1A/4PYB+Fy/S0EIQkPO28Zh13ofwIXzOpJBaOGC4z6jRqlLL/sV1R/VznKtweiXrJKqslRVZRK1YbhoGrLqylSVVJ1V+1s3De0abofZunmTykzPUJkZESw9U6VTHbJmzZra2wd4Xbi7taXPBkEQWhbpTSQQ1KGu932yCAgqBNDowCCIMH0VIyQQrPaoK9IYdYWQRccUV15xXymEK0ZdIVzZWMjiyb64wozpVsC1Tfz5Juyz/boRc/iB6UfIZRnOZ2PMOLDzTGNfkHW70oBHTHHlG8dn6NChWqjitTmXXHKJFqyYio3PgGhF5wcXCrAMLVtN3wFW9B1Z6OkfrRycE3xshNYDOuboYGKWBl6nhfMaPvkuhViJl3PH3o5QGvV+/RFWL8Po6rr1a6mtXEC/kfD9rI5y8WwQq3kdMtXuh2xThxzTRx13yhHq+FOOVseefKja76gOqu+o7SozO0cfG3M5CNZt1I845dRT1fk/v0Cde955/nb+ueqXv7pMHbD//mrjho16eV4XjrkgCG0bEawJBFXsmD7lFKkuv8sH0PBwQw2RhFfg4J4ec9SV3+uKEVeMvOKdihg5xFRgjK5CvPIoqyle8UodCDIIM3yG3+fzNjAuv5m246aY5DwzzbjiXNbMAy6/ywdMv8tM0OFHRx8dHEy57t69u26w8V46jFIjjQdhwYeyS5YsqV64cCEWfVevoHVQu9P2/gPsl9B6wO8LnUlc3MKoKkKk4ReEhmC2C1RX6IcswZClnc2Eq56CKyWl/miin6WnpesLtfzbaHWmMlS7whpVsMdUVbTnctV7yCayzaonhZ33XED+6SorO53KWcvR/qampoXaLH0Pcei2Fj+rrqmufV4GHy9MFRYEQZCaIIEgwegcYbWBDw2CmedVFuVgaEzwwKBly5ZpoQqRCvGKUVYYTxeGiMIThdHo4F5W3IfJo67mfa5I40mxEGEQaZE+34R9Xn4T02fn2XBZs5zps/26MTV8wFXOhNNczpXP4hXHgx/kgVFsjLjimGE0m4RsMl6VQ8fyG10gjqF9wk7qHbX3V2idYKQI5yguVGFkFecpOpiC0JhQHagJJ5sdV/0MUPfjfG8LlpxarapL89SOpSPU3Fkb1edfTVZTvvpEfTn1C7XkxypVvnIEfVGpVK7+McH9p3iC8tKly1RZSYkq2bHD10p3lKhi6jssWbpU38eKY83rklZDEAQRrAkEtev6oUtsjOmDcaNr+hiXD2AZGMQU7ktZvXq1Fqc8XRiiFUIWcQhX+FEGy2B0EKIVo64sXHnEFQIWwraoqEg/2AHgM7w+34Wdx0LS9LmW5TKusqYYNUOznInt9ypn4rcM4mYaxwSiAMcFYoGOWzIe1nTVVVc9+txzzz37wgsvnPXee+91DRdvcWg7eePNnaRd8j6GMsIa//DvAk8Kx6gq7rHG+ej1nQpCrITbAPyhaAg4mhPzvK6Lh9qHtmJp6Slq28YStXzqbmrFV/3Usq92I+utllO44qvd1fJvC9XO0h16JNVcrrq6Su3Wp4+aPnuueu3tCerd9z/2tXc++Ei9+Opbav3Gbapbt1BTxuuig6+PuyAIbRcRrIlFvSEOtO+uNt7l9/PZfjTcMNxPiXtY+SFNEKk84sqjsBCveF8dXnGBp+RCrGLUFWLVnC4M4YoQrzvBkxXRCfb7bO48mKFu2MKY5bgM4HJ2nuln7HzGjJtweTvf9tlxuzzjtQyOCe5pxTElkdeDjtVPyZ7Ztm3bzJdffvl14uKJEyfu+q6c5oc3GiGbE9d3zXgdnyA0ZNm2RKTjhHz8JvGbx73tuBiFCwwY/RCExsarLmhucN6bvw1sV1pa6FVwmPWSld12LC2jWqVlKpWemVRraRl0PDKSVHYOngxcvzyeEpxL/r69uqkOBbmqQ/sIRmUKO+Wr3j2L9BTq2uNLof4OpCoXhDaNVAEJBAm931LFfnc4uQuo9NHgopOJBgFP9NTTbYwGmQnqA9y5QD7Wi6cCQ3RCoPL7XPmdrpgCDB/KofOL97ZC9Jrvc+U4piBjBAflePQN04cxIovPYmOhidCMe5UxfZHSdjxSebucGXK8MfyufAgKNO4IidLCwsLPp0+f/vqll156b/jY7UXf99bS0tKVSDcldE7gZIFB0eRQGu9h7ffII4/cyO9h5adH47x49tln1T/+8Q99vy7OJ94vwCFgv5kPzHTQfIbTkfLtOHDlmWkObR9gfzT5gOPR5DNmOmg+6gj8/vj9y1yHcL5dPlLajLvSts+M2z4ObX80eV5xM82h7feLe+VxaPtjzePQ9geNB83j0I775ZlxO42Hx3m9hxWvRcLFzv79+98wduzYV6j8asreQlZOxvez1tIU72H9z3/uolSNKinBg9hDo32lpSXqoIMOUZVVVWr1ypUxX7Cp3XiO4NDU2yOwiyOOCH2XtZjbH87iEtod7iPULUbnQDjmAucHFsEpg/Z/MX0f3Xp01+eHvIdVENomMsKaQFDjrL9P3UiHzcT0oUEAkcqafpcPYF28PrwaB50NjLpixBWG0VZz1BWGe2ExSoiHCmF0lV+NYz+kCWlMKUYjhc4BpsWi0YLQ4c+FsXjzg/PN5cy0C7sch+bncRnTbD9j+oL6TWHqB08ZRvnVq1dn/fvf9xx63XXX3pOenvoH6oQ9Qf7pdOxmUvxlsgsyMzN7hxdtLvSJY58/AD58r5H2UWg+8F3gd4ZbADD9F6+8ArF20gXBD1fbgrqMaMFKoX69m5mRqWbPmatWr9+ialIzVVVyeq1VJ2eo6pSwUR7ytaXBspSqtWyVnB62jBwyM06WmaNSYBm5FOZpS82Ctau1tGzT8mvD9Jw6SzPMldY+vaxpdeut+8zQ5/O2YLuwjdpc2x/eN1qJ3t8k7LNOU5gaMhyX2mOlj19G6DgmpalKsvKaFApTqVyW3pbCLkXOdkMQhLaD9A4TiPz8/D9Q43p7OFkPbnRR6aMTSmJFj16awoux00w0fu58oHOLz4LgxJVQvhoK41FYvM+VBSkEL0ZXMZrDI60wjLxidAeGK654yjCWxboZbIcp7sy06UfcTkfKc/nNPJffzPMKOW76o8lDiOOGV+OkpKTqCwMTJrynpvxvsirbWa7S0jDy6n6VEKV3kH1B0XfIPigvL5+tMxoBWi+fFBjuzaY0Rlj7PvTQQzd369ZNj7DiHOAR1meeeUb97W9/06/3YeEKAxwC9pv5wEwHzWc4HSnfjgNXnpnm0PYB9keTDzgeTT5jpv3ycU7he4BIxe+PfWZ5jkebNuOutO0z47aPQ9sfTZ5X3ExzaPv94l55HNr+WPM4tP1B40HzOLTjfnlm3E7bI6yon3DO8fvAMcLar1+/G8eNG/cq5a2iZTbT4hVk1RSvV5k11Qgr6liM+NoX0xBLSq7bL/2P0jpPl6P6GaH+jz/6byhPJ0PL4D+2keOhZevnmz44ECAP+xXKqvPVUhs1fLWED50ZhI8TUhTVS/GxC/nCMfgQ1//r+3g7a6rJT9GQXxfQcZ0XDvHdaH943WY+LPQKoBT6HqntonUlJSXX5skIqyC0TWSENbGoN8Jqwj7bj0bG9nuVdfmAy4/1orGHH/da4mXg5kOaeNQVcbzTFaOuuC8O4LU3GHXFg5r43laMtLIPr31BB4KfUIoODoQPjMHncwNqhiz6OG3mcRxw2svPeMUBp/38Zp5dzsSVBx+exoxpwDNmzFA33niD+vOf/0999NFH+rjjPisWqy5o+Rw6FoeRoYH/Pj09/Quyf9BxHEXZjTWMtusJ44Hr3BKaF5xT+B3hYhZmSeDCEYQq/2YEoSmx6zlK41Vt2slh8xESYTj3uW7iNF61AhFVa1Za/16oLOKhkDY9bNoXUmGh0Iq78tmn10Mhtobjpq8GcWM5gHy2EOE8StfWuLX5oVD77fJh432yfaFDRGnse9in10mmX00Tjut02Bcqs6uhzsErcUKvtAn1UQRBaNugNhASB7QetaCSZ3OB11Lg6jEaD0wnxRRdu6xrefYFKQt040SG9fPTRSFYzenCMH5IE65u4/5ajMDiva2YLmy+GgdThQcPHqzvZcU9rRDD/B5IdBTQ4ebPNC0SKKM7I+GyZqg7IGH81uWVB78rz/Zz3Ks8ji8ac1xlxlMZP//8c3X11Vera665Rk2dOlUfDz3aSo29/VV4rROQP432cT8Kr6H1f5WRkfE92W1k4yg79PjmKKD11H46bTPibJ7gIoTQcuC84gtBeLAS6gfzIpAgNCV23eRVVzU32A7XtjT29pnr47jXZ3htj+nVaauc7bPzbTjfbz275IVDP1zrM0Eaba6rPyEIQttEBGsCQZV7Cip4NhPTZzYOEKx4ENJ+++2n7yeFcDUfcsQEWS/jVRafC8NnQJBidJRHWXnUFYY4hCvCtWvX6k4zpo7xq3Ew0sojrhCuELAQcBDDGBXasGGD/mx+zL752QzHEZoileHytp8x/a6ynDbXbaZ5u4BdjrH92B+IeHw3H3zwgZ5Ce8cdd+hjlZ2dpadJY1owH3cshmVd63X5geEbTPZHso9IBP9A9gjZCZTugMzGhs8X1zbFKw3Z1njaT5xjEKt4fzJ+P5h2j7R5jgpCS0O/mfoNSjPh+h14/X5dfva58uw20g+/dZvA5/KbmGXMsn4+YMaDEml5l8/VHgqC0LaRHkliUe/7ZBFgYvvQMEAA4R6QESNGqFGjRukpt2gsIFwhLm381uvlN8G6uTHCZ+B+JYyqeglXGEZQMfUX97tCrJqvxuE0DPe04CEx6HhDEGOUyBSujLkNAHFuJF15ZggQN9dplnE1tnYaePnYGNxTBaGK/XrllVfUlVf+RT3yyCNq2bKlJFJzVB4JVUyj4uPsWofLB/x87KdwN7Kfk70O8Urb8zwd07Moy3u+8a5gZbUfxOs2cZ0rQXCtKyixLtsSnwkasr2uZXExCPcPrlixQhviMqoqxAtUH+gnAsPYFQ6bDVy88frdefkjYS4XKW5/hsvv5fMyhuOmzwtXGdtntkGxgmXt9loQBEFqhcQi2dXpt31oEMyGBYIVI54w3PeIUcv9999fT8eF2INQREfWxvVZwOVnn+3H58MgjDHCg6mILFYR8nRhTB/Gva7w4TU4eNhS79699YgrjKcLYxQW24+H+mCbIXRhuI8WHXHsDz6PP9slLr1wlec0mwvbb6a94oAfVoUR46eeekqPqL744ot6BAz3rubm5lGp0P1GWNZeHnj5bD/7vPwM7W8RBWfQOfMMhYhHghavXYGO1iXr47o4IjQNOG/REce5hItFmE4vo6pCPIG2gs5HCqxGo5kx6yxX3eVVn7nwKhvNOmxc22bH2RgzzrDPDm2i9TOufC+f1EOCINhIrZBY1D4oB2283c7bPghVNA4IMdKJe0wh7PDAFXReIQAPOOAAPXKJ+yJRBiOWXuv18tu4/NgObrwwTRlTgfGQJghXvtd1wYIFOuRX4/CIEEZVMdpqvhoH4ZAhQ/R9rhCpuC8PHXM88RT7ZgpXL3ibzG0DdtoLvzLmOsxyiOOiAab3Qrw//PDD6qqr/q7effddffwhYLOzc8Kld/0Mc70M+4KUBS4/dyDw/YdH3jdRcqd2OqDv11wB4jrt+jzGda4IjQ/Of/xucH7hN4QLBfAJQjyB+gBtUygaQmc0I/hI1FmxCCi/us4P13LRrIvLIrSXM9NmuYbSGOtgcKwbc32CICQGIlgTCOp46ntYTZBmM+E0GgYWrCxaEUK4YsQTnVmMVuIe17333ls/Qh6iBeXCnYl6eH2Wn98G2wTD5+C+VLyzFUKVnzCMEVdOY7owhCxGiDDq2Ldv39rpwhh1Ne9zRT7eEYvlEQIIV7Mzwp8NM3H5GNPP5Uxjv6sh5jQEAy4K4Im/2K97771XXXfddeqzzz7TeZiyjTxgHzPzcxj2eflN/Mo6hKpOE3jFhKdgDVN/hbum6+E6F4TGAccW3yXOJfymcPEGv2/MOjDPf0GIBzzaBd/6oylp6G+kBTd9FxprW4KsJ9rPQnm5eCYIggvpqSQWuqZHY89m4vKhgYAIMcUqQjZMB0bHFn6MZI4cOVLf51pUFHqRN/wQrva6OW36gMvv8gFsGzoK8OP+TdyT6vdqHPj51Tjdu3evHXWFcIVBuELM4uFSELhYHiNMEGN4ui43lNzI8uebaVcccNrM55DjgNPsw/ohpCEcvvvuO3XbbbfpBykhjpFW3LuakRF61ywfH3sdTCS/SaSy3EHjc8IxJRwjrOWhaONgf/9C44HzC98lLv7gd4TfrHQMhVYCVUlWRdWMmPVhvNZRLXh4GhWzvRUEQTARwZpY6HtYTZC2fWgQ2IcGAp1XCFMIE5excMVUYYy8YrRv+PDhetQV95FiHSjnEq7A5QN+ZW0/thmGz8E9rEuWLKk3XZhHXXm6MB66BJGLEWGIVfPpwohDvOLhUlgfRDDKY98w4hr0oTPYHrOBNUOOAzsNIBYwvRf7OXnyZPWvf/1LPfjgg3o/2rXLUx1ou7Et5rFwrYd9Xn6TSGXNPP7OIVTt7yIMRlh3vbHZH1qV+/sFrhF7E3u7E5nG2lecnzDcB41RVfyGcX63pWMptA486gU6VeudrM1+4mKbzHo+Flz1XWPS1Ot3EeQzo90uqZcEQfBCBGtioZUWGgm7oXD5uHGAUGBxCoNY8TLk4+FM6PjioUAQfrjPFWIQT7NFPkZs/bbBy2/j8mObYdhmbAPuTYXI41FXFq6IY7ow4pj+ixFUfkgTHsyE7TXvc0WHBCIYy2P0FZ16CEYbfDbK2rgaWpcP64RQhRh8//331c0336yeeeYZPepVUJCvXzGEV9NUh/eb99eEfV5+E5cP2H6OY7QZ9xAjdH0nBmvJKkJRT3gFCLX5rdMvz7UPQYl1WfsYRUNLbC8wl+VRVTx0DOcXjq+MqgrxDJ+/CMOmHXTuJsF0ZgvAF36iwa8+88O1XDTr4rIIzeU4beabYVBc5aNdB2Muh69a6idBELwQwZpAUOVf7/tEY2A3JJzmDgEaYXRqWaSwKHUZ5yGEYUQS4g7rwROFIVyHDh2qHxiEfBY9XtsRxAe8/OG+jBZ//Gocc7owC1eMuPKrcbD9mBKMUVe+1xXiFcIVQhbTcDFNGOvBOnF8IMTthhR+/nwOAeJ2GmAdmPqLhz699tpr6pZbblFvvPGGFt0YBcbUX/vVNCb2ehmX389n+3k/+PtE6DrWDnATsOeQKK2TV0Kr0ytkc4JtQLGAny34gO8U5ytmImD2AC4wyaiqEO/Y5yenqU6IixPXS0xFU2d5lW1IvcfLmuuw4/b67TRgnx0GJVL5SPmotwRBELyQGiKx0A9dshsG28figOMQlujcQkxB/LEghZmClcWqncYyuM8V00d79OihX4mzzz77qE6dOmlfEOFq+l0+4OXHPsDwWdgH+9U4MB6FhXhFHK/zgDjdbbfdap8ubN7nive9QrBC6GJ9GDXGiDI6/vz53KFiXGk8KAkPU1qzZo169tln1a233qo++ugjvb6OHTro0VaUwzpdy3v5GlrWFKqYOo3QPq4RWBUOG41IU4KFyJijqph9AGTUQhAajnmRkrHrzKB1qFkuUtxep5cf2Mt7GcNx0+eFq4zt4+MTZH02IlgFQfBDaojEorZnigaDjTHTHKKBYcMoK54gagpXHnVlY5Fqpk3hihFDhBCreEDTvvvuq7p166Y/D+V4G9hM/HxBymIf0OjBj9FCiER+SBPMni4MHzr1EEpdu3bVohWjrPywJoy64uFNGKFCeawL+2YLV8DHEGAbIIZRDqO+TzzxhLrrrrvU1KlTVUZGuj42GIWmBZz7wOth2BfE7/IB9nGnAN8XhCp/JzHQIMFqbx+IcTsEAt8rj6rKvapCIkHnsK4YwmGLVRJcd0ZbTzVWvea3HjMP8UifaZaxlzVDYMYZl8+LIOvCsZW6ShAEP0SwJhAkvHZ5rQ2Az+U3QWPBjQaEKzq+GIWE8INohbEwZZHqlWbhCqGHabB4Hc6BBx5Ye68oyvFommvbvLY3mrLYDxi2h1+NA6HKo64sXiFaWYxilBgPlMJ2YpQV4hWGac7wYVQU5fFEYoh63BeLqb74HGwD9g1CFEJh1qxZ+h2qeJDSzJkz9Uhq586dVVZWti5rjibytpqwz8tv4+WzjYUqvqMGjmjiHtZA0Odi47SFom68vkvBHx5VxT3YmM6OYyijqkJrJ1wf6AqB6o0WrxhQd/HvKrxtOh4UV3mzPjTzOW6HjOl3xQGnXcZ4xRn22SFw+YCddmGWwTHgiwGCIAheSC2RWOjvE40Bmwn70ECYedxocohGGXGIGog9GEQOj7aaApVFKpudxnIQr3jYEEYtDzroIC0CMfqIspjGC/y218tv4lWWG0OIMwhoPHwG722F8DTFK4+6IsTILJbB6CqLVoy6Yrow4rjnlPcLghWv+MErf/DZX3/9tbr//vv1g5QgIFAWeSiHbUAZbBObicsHgpZln+nnNL477D8uRjRQqAI8bCnoCKu5kbQpu263iV+eUB+co/it4gnAOKdlVFVIJMJ1OQVWpd5C4HcVVFj5bXKk3Qm6rFc5+E0z4bSd54qbPhOXHz673nGt04R9WE7qLEEQIiGCNbHwfK2Nyw+4oXA1GGic4WfhilFXc8TVFKm22X4IJTygCWC0EiOueDUOHjaEslgf8NteL1+QsoD3EduDTj5eZQOBCvFqjrryq3EgOLHduJ8Vr8OBYMUU5yOPPFIdc8wx+j5dCFKMtn777bfqvvvu0w9UwlOJ8bRfPNwJQt0WqiZ+voaUxXcHw3GFkMH3hhHiRmILGV5r4wntLzaIN4rj9TfSwN7+aGnI8i2xLJZryLI4r/Dd4hyVe1WFRIfqE0042SLg4/Ebc4lW5PHmmZtp+1x5+D375XuFwPSx2dh5Zhnb71WGQzvf9Lnwy2OCXgQQBKFtIzVFYqF7rNyI2I0Fp80G0uw4c9z2sfhxjbjCWKCaZvs4DQGIqbdYDve24l2uo0aN0tNlMdqKMrxtXvsQ1O/yAd4/fB62BdMoIVbNUVdzujB8EKUYKcV9rZjiDOGKqcJYD8Tqd999p9/rin3BaCzuYYVAdI1m8ufDGJcPuPwuH0Aa3xNCHEcIVXxPjShUmQ1km0LRxgXHy94voQ58vxhFxW+Qp7HLqKqQaFh1tk7QOR71SY71pJLIxMPvcJGH14swhX5LmZn1/ZHA7w9l0Y6hPYSZ8ZDtVGXU3iGOds9lyK9NlxsXeHU85DfbTa+wooLa13C8nOJoV3U8bBW6TKid1nHDQssjDyHHOR2Kc5m6sqH8ytp4hY6jLdU+KmeGptWuIxzCV01tU1VVaNlaqzRMpyv1cRcEoW0jtUACQQ3pLvewBm2IXXD/gEN7qjBGXDHNFI0PGiM0orbBz2amsQ4e+cNoJB7QhNfiQPQBlGWxh31w7YfXvnmVtf3YF943dDowMooH1kCgwnjEFSGmCWOfsa/YXgChunbtWnXIIYeoCy+8UI+84t5XjMbiNT+YUox7eLmT49ou/nwTc7tM/MqyUMX2sVBFQ99EYDpwzCrYdRyEyECY4jvFqCruycbvAz5BSHCoanNUfgFAm7Vl61Zdn69bt7729wL/9pIdasGCeWrNujWBf0f4zeGp7wP6D9Azhfr26aP69UXYV9f3uAjbrVtX1a2oqPZWkc6dw1bYWc+6wUP3OnXsqDp27ERtSUfVoX1H1Z7C9tSutG/fQeUXtCcrUO3y87Xl5bXTlpubpy0nJ1dbVnYOCXEyCjNJkEN8Z5BlZmRqyyBLJ0tLzyBLD4chS0WYBkunfad0KuVTPGScl6HSOQwvl55O64Rh3ZQOfQZ9Lj4nHE8jS8eFAPgpRDw9M5u2MYfS2SqDQsQzs3N1mJ5O+bwcWU5uvsrObkf7laeyc9tp32Zqe5NjOwUEQUgQpAZIINLT058i4fIzFgSuNh4+TGOFsIGo4SmrgJcLEsJ4OTx8CI047ktFRyCooZNgpnGfJ9aF7UKHHCOfEJJczsRr31xEU5b3DZ+H/YHgRCcE04EhRHv16qXTM2bMUFOmTFEnnnii7oBgezHNGA+qgmH6Mwwjs0gjhLiHWAd+n2/j8tng+8SxQtgMPE12TijqhrYZOwjDF5dN6S4U9nv44Ydv6tq16zAcRzzgCt8tzke88ufSSy/Vo9f8XfMxQmgeL05Hk2+HXnEOTT/wyrPL2PnATAfNZxDHxQgcJ5xDq1ev1t8x0lzWXMYVj7e0GXelbZ8Zt30c2v5o8rziZppD2+8X98rj0PbHmseh7Q8aD5rHoR33yzPjdhoXX/AaNNSnfHENbQrqMX6lGInCG8eNG/cq1R+raBnchoAKrpri9SrF55579YnDDjv0nLKykqTcHBJr6dSuUb2Zk5ur7n/scfWH31+uTj/7LPXQnXeptes2qBwSeW+8+6765e9/ow4/fLz67333q00bt2DjdDuEC5f/+c+d9NsLXaRl0DbR9tS+r5un5pfuKCGB2kUlmSOBtIX1a+6QI+QL/w0XoFantjMGH9xIw19b/RvtgI7SIdCesLsuHnYQoUXq0iC8VNidVC/NJUNh+C87w3A6tJz5PAxjWwmz3dJldZMQ9iEZihEcS9KzgTZvXK8Fu/YkJ6mdpWVq1vTvVdfu3fT5gQcYhi4EdNYh2g+0JWiHp02bdsUpp5xyJ31nDX5QgyAI8UVdTSy0ekjsPUed2zPNhgKYDS7iLFgxuomOL8rzMmbo8pkhGg8uh/VAtEJwIg5DRxviA3GEMPbZftOwDn4oEx6ShHdKYuoj8rCMiblvJi5/NGUB7xtE6+67764FK15/g4Zx8uTJesrwaaedpo8nGlF0YtDxglDFaCwLVwgNhCxcEccIMxpnfLbf59uwj5eDAOb7ipuRG8n+Foq6oe3kncIXxoK170MPPXQzdVA9BeuwYcNqv2M+LvYx4nQ0+XboFefQ9AOvPLuMnQ/MdNB8BscC5wlG8nFO8e8HcFlzGVc83tJm3JW2fWbc9nFo+6PJ84qbaQ5tv1/cK49D2x9rHoe2P2g8aB6Hdtwvz4zb6SCCtX///jeNGTPmVcrCjdpbaDlc8YtKsN77yKPqd5f9Rv30/HPVo3f/u1awvv7OO+qS31ymjjjicPXUAw8GEqwlEKyHHqqWk1hdtHChLrt2zRp18UUXqdFjx6qaatqsuuK7Eq6/zY3X8fAfjtfm15YPOdkfLhnKDvu5bXCF4aheDnFeHoHON/N0FuKIJOnjGEqHy4YK6DR2V+dxfsgRTsMR8sODLP6sWj/9oV4EPPqwZeXkqndfe1nN+PZLVdChgy6DKc+Y/dSD2gxMIRbBKghtE7+qVWhlpKWlvUQV9amIm42sCfyY0srTctH5rWuAwo1MGDNtl4GxgMRVZnSkuQw+A34YygQ1szzWx8IVHXY0WBCuGMUE+Ex7H/322SaasuhEYTtw3NAw4tU1mA6MY4gRVjw4CoZ8GAQu1oOr8RCpEBosVE3hCkMZFpte28THFXAZvuDAI7bNzK/I7g9FvaHtxsZimno2hSxYb3EJ1ueee05dcsklIliNfBwHXKjBRRt8z0h7lbV9Zjze0mbclbZ9Ztz2cWj7o8nziptpDm2/X9wrj0PbH2seh7Y/aDxoHod23C/PjNvpSIIVD77r169fgwXrfY8+pn7729+rs8/9mXrYGmG9+He/UUcdPl498Z/gI6yHkmDlh/ahHSorLVMjRgxXlbTtVeH9aDC1H0mR2j2tt8v12CUnssNnbUQUmZziTfZc1MwwCptuHPstW7eppYsWqsysTH3sUfetWrFCde3eXUZYBaENI/ewJhBmIw6RYwodwGlugO0QmHFgprE8hCQaFYymwhA3xSpAXE+Too4HzHU/q8u4HJeFoEaHHWncD4QHNO2///56lBMNF/z255ppxuWPpiz2D58F4YBO1NSpU3WHCkIaD77BPa780CZ+SBMENgQ37snF63xgPEo7cOBAHYf17dtXN7x4KAjAfvE28HbgO8A2wNCxwzGB2MUxaiFWh8NGxz72Nvb5GZRYlwMN+cxYlsUFG4Cn/6JTjN8Si3hBaAs05PfaHHB9nJIKQUsV4urV+h5L/s032Gr/4ViwUTtgW3LIUrTR9rCl2Oa4QOxntF/eFroYzZYWNju9i6XVWTqltVE8w7DUlCRVUVaqkmmbcWEY25mchG5qfJ8PgiA0PSJYEwhq0P5CHf5/k+0Iu5zix8RMc9z0YTmkcSUZU15hEKlomDif1+0CAssUrRChHHeZLWA55Ac04WoqHtCE97lC7AGeXsvwNtnb5eeLVBbHQHdQqAFl8Jn8kCbXq3EgXjEqjO3H1V+IVQhXPEUYopUNaTykCSMNGJ3FsdYNNX0ewGezUMXoLNbXwgR9B6tN7YllnmMm9vfQluDfGUZx8F5VXPQwzwNBaCtYda9OhMO4qCDwuwxZ6NaXvHbt9H2XGOlrSuMHMdVaO9PatRrD8XIZ9iOL+hj4/jt3LtRlRasKggCkJ5RAkJBZVFFR8TuyEVTh309WGs7SoBHgjgCHjCkgkIc0GmSIU4z+IUSa83l5czkTzscy6ISjUeepXrgfD51xpE2ByuLUz/DgIgg3TNHFa2VGjx6tRSC2D8KVp5Yx5rYy7Avid/kwCgqwb/g8jHYuX768dpSVhSunf/jhBx3H1GAcy912201v85577qkFK4+64r202B9MOcOTh/EAIghdCBgsi/2LA3AxZGMoGgw6R3CS6BPF63xp6+D3AcPTqDFqj+8avxtBaKuE610N1Rv1K+sWJXTxkg11WjbV6xgR5JlHYrEZLthmZmbQEcYtEWmqa9duoTZDmg1BaPOIYE1M5pFo/RVV9PuQuHqU2vt6c0dZNKCxBZwGEGF87yiMO820jnqizcRcHiCN5SAiEYfIhKjD/Uq//e1v1VNPPaVOP/10LcQwlYrvxTSFqS1kzXzEsQzuB8U+QOyxwEODx2VMvLbfz2/DPlOwYv/4OGKbWHBAqMJ4xBWjsBhxxcgrpnpidBbTnDEtGK/Cwftbx44dq8aPH6+OPfZYLVzxmgSMaPOFgjgBYjV0I3EwzJODDhd1RazzxSZSfqKB2Qo4XzFaj2nnfE65zkFBaGPgR9DoPwT8vtLRtsX4G8PyqJe5DcCFyDwSrBCtYg0zvCIHT1tGO9uhQ3uVS0KWH+YkCELbRQRrAkOd4NmVlZUXUXQkVf5PktWbS8odYjS4LFQhNO3pvsj3ExFchteB5TF6ive0oiHHg4kgUvEamFtuuUWdfPLJ6uGHH1YffPCBOuOMM/RoEkQcC1cYi1NTpLrSWAYjrhCAvXv3VgcffLDad9999fvucO8fypgdf94nG5effbafpx/booKPE7YNU3fxqhsWq+aoK0QrRl0x7RNiHlOB8bAhjLDiPl0IVYh5NNg4nnEGBOv2UNQbOi71hKphvtjHOpHB+YPfCn4nOC8w7R1pv9+aILQVjLogieKacLpB4HdXQu3TitWrSRhFfzEQP0+sQ4tWsqSkZN3OuUYMxaKzXD3CmqnvzwXojxR27kxtbiM9zEoQhFaLCNY2AAm3GSRczyOhdQAJoGnc7kNgokFgkcodZa9+gdmR5jJotLE8hBUEIqauIsTDke666y79+penn35anXLKKfrqqcmIESPUo48+qj766CN1zjnnaKGHESaINcRNY5HqSiMOgQzhihAPMcLnH3jggfqhRxB+EMUIGWw/m0kkP8cBjoerLPwwfB4EKUaRIU4hXGEsXBGHqIVgwdRiPGEYyy1ZskSLFxieRol1xBG4fzXoExidyss+Xo2JeY42J9F+Ln57uPCBe5xxDuBcgU8QhF3qCEwJ1oTTDSIzI0PNXTBf3fbAfSotKzPsjQ78Vtnw0CN9j6m+B1OsIZaf3y70lH39MKnQQwY7duyosrJC97UKgtB2EcHaBiCxOGj8+PFXHnTQQbf16dOnL64G83Rfsw8QpD+AMmhIIHAhUtHRxtRciEXci/m3v/1Nffjhh2rChAnqF7/4hRaMkRgyZIh68MEH1aRJk9TPf/5z3UhhxJWFKwSpbSxWbUMehB5EHhrAffbZR0+vxbahcwHhyiOkDItOu0F0+TnNx4Hz2M9pho8ptgviE2IUQhXThTF1GFOIcU8vQryI/r333tOvzOHpwxA0ptCOAyBYY+050OGpO14u4A9yHjY2DfnMaJZFWfx2cI7iogUu8CCNc0kQhBDGbwqRJqkQYq3EaOP07xWGNgV11mKq1yupXUHbVVlhGXyNbHh9TmCrclmV0/Ce06it2suqPa3Gw7C9ixYu0MeVyS/IV8N/MkJfCBcEoe3SJA2B0PJcd911/TZv3nw0iclTqHN8IFX2qRCAMIxCwjCdFkIKDZXZ6XaJCeTD0EijwYEgxHJ4gNBhhx2mTjjhBC0MIYIbCgTdAw88oF588UU9+ogrrBDYfEU7WsO9tFge+4yHI0EEQjAgz2t7zeNhgmUg0LHveGKxn8Dy8uP44Thim/CkYzwlGNOZ4fv000/1PmM7IWRRNs64muzaUNQbOi6885hfnk1pfg/rza73sD7//PPq4osv1g+jwtQw7DcfP4RmnEM7zmngymdcea589kXK88q3/Th3AL5XGHd4zbKuuMtnxl0+Mx5vaTPuSts+M277OLT90eR5xc00h7bfL+6Vx6HtjzWPQ9sfNB40j0M77pdnxu00hJffe1hx0a5fv343jhs37lWqP3ChrFHew1pcvEPNmP2jOuOSn1M7tkMdetCBUb2HFc8ZwPaiHUEeZvSkp6VTm1AZfgVL/fYzkDCmQlyuhmO1C+JCaDiqCZcwfPDYzXaoTMhZm0URs33fpQzydQqEEqG0+Zn4LBwTzgn9CZfQCXNb+PPq+UIL1APHcieJUv2AR0Xiv6JcX3RGW7t0yVI9jRsLwSfvYRWEtkddTSy0el544YXuJCSPDIvU0SRSsyEsIc5YpHoZrl6iYTEbZ4A0OtYAAhcjlGgYMN0W03whVjGVtSlAp+H+++/XYgYdGDRMeAgRd/Rtg/jhOMqYaRhGhCESsa8Y0cQ7LjHChX20R5tNTD/ieIAU1oeG02z8gyxvgs4ZtrGgoEA3vBDCGHXF94FGOk65gOy/oag3dFx4p6HScijdmUII1lv8BCuenIyp44kmWHF+4beDCxH4TfL5Zpd1xV0+M+7ymfF4S5txV9r2mXHbx6HtjybPK26mObT9fnGvPA5tf6x5HNr+oPGgeRzacb88M26ngwjW/v373zRmzJhXKWslWdwIVmwnBCu3LXh2Aqaywm+C9gH5yWSuEcLa5iMcqRV9FNTtYChhpmvjhj8Uhhw6Hg7NNgqfwyn4Q1mmT/8NxznUQV1ZDhEgVlvOCo0/cIW8BOLkCKVrvRq8Jqh462a1cO5sncZyZXQ+fD9tmurZu5c+viJYBaFtUlcTC62Wd95555SePXv+dO7cuYdSw1+ADjHEDwSmKUptQwfaTJujrSxS4UMjjWnEuOf0pJNOUkcffXTtO1CbA9zjh4c04cFNuB+UhSt3FiKZLVyRxv6g0cQ0XQhXHs2EkOB9t8FxgUHkolNjCysTlw/YfmwDrwNCOI6FKnMk2fuhqD+0b9jZFAqzKeQRVl/BitFmvqrOxwqhGefQjnMauPIZV54rn32R8rzyYTiXYBg1x/3Z+K6xz7yMWdZMm3GXz4y7fGY83tJm3JW2fWbc9nFo+6PJ84qbaQ5tv1/cK49D2x9rHoe2P2g8aB6Hdtwvz4zbaT/Bino5PMIal4IVPrRL+C2jDsc2Y9ttcC/m9m24YFymOhV2CnuDU/fJYeo5QgkciF3K8dGplxFy0tHXoRNHVn2XfwGfNXtgL1Gjj3k6fQcATwtmwdq5SxEdaxGsgtBWkRunEoAbb7zxhI8++uiU7t27F2A6JUQXxBSu+LKhkrcNlTxGRzHCBwHHwg4NL8QT7kvt06ePuuKKK/QTffFwpF//+tfNKlYBxM11112nnzL817/+VU8Zxf2e2D7XPawun2kQ6jzqjEYOT+bFa3EwvRm47nMF6JjAjxDHCSH7Oc64fMD2o+ODdXmJ5DgDnYDVoWjT4DpmrRX+LeG+ZYzGYN/gEwTBG1MgmpA/DiqH0CbwhSgYftNob9GemoY2tkvnLmrrlq1q2jdfq07U1rI/qOXZlmdaqG3PR/tuWV5+2NqZlk/l81UuLbur5YUsd1fL0eYop+O5+qJATk7Isi3DMvhc219nOfWN1oX1cpuIpzCnpKBtxDmROG2DIAjRI4I1ASAh99fLL7988t///nc9qgqRCRFqCtXaxo0aTLzyBUINwhbCFNNjMQKEkUMYlv3Zz36m7yH93//+p66//no1cuTI8Ke1HHjdy9VXX62F6z/+8Q+9nZhiidFkU6yyMLUFK6dNH4QrDB0OjCDjXagY5cP0YQhXXPlnEYWOFF9FdwlMFqMox3HGjANXvusKfZyxmWx9KBoTtT1Rr05pIoB9w8UfzHTA/dj4bfEUYEEQ/OG6ketE+t3gKcFcWdavSBsZrBx1e0Z66NVuNlxlQ1DZxgLWNFwUHTNurPq/K69UyVQneC3bEMN0Y9tSkl0WEn9uo3wfQ91VXZGqKnbWqJ1l1HaWo/0sV5XlyaqmErOSQhdeTUMdiGnQa6l/UVleoSoiGZUtKylTa1ev0ceO16NHuem4Se0pCG0bEayJwQqy0R9//PEfL7744i2vvvqqFqUQeHzlF1Nnunbtqu/hxBN4v/76azV16lQ97QqiDw0Dpjrhab0QhA899JCe+ovy8UZRUZGCOMd23nDDDfqhTBhxhfi2BakpVE2f6YdhqheELxrZQYMGaeG6995769FcLmuKSjTgZsfK9EEAQ+xiOcR5eqtZluE0j9zGORCsW0LRwNCua6WmLRT1JsgxiLQOL7BcUy/LHVVMXcdTgHHeQKwKghA99JujKqFhFaNePGD9ClFXvKNEzVmwlFL4zYf89amb6u9nLNowvRltLAQZ0q6y8WzY36zcLNV1jwq1x/Auap9R+6p9Ru6nRowcofoNy1Wd+1Wp9PRsfazM5dLS09SG9Rv0cy7O/tnZ6qyzfupvP/2puvDCC/UFYxwzPlb4TgRBEKQmSBzQGt9BAmnU3Xff/dof/vAHPRUR03chWHG/zdtvv62effZZ9e6776oZM2ZokYbXvtx00036lTKvvfaaOu+887TYbQ1glPhPf/qT+uKLL9S//vUvLcohxl3C1ZXmuOnDCDWEKwQkjt2YMWPUvvvuqz8LHQ7k454ZNKZmBwhxLINjinuy8PAgNLx4rQ98yGNQlo3he7jiHEwHLgtF/aF9M7t6iOt0JOFnHpPWBs4JfI945y7OQ+64CYIQPeG6IPQnDOIxkZykaqox+yWc9iA1JVlt27ZDzfxxYbieci+ghVR4BDCSoV5AiAtXdl5rsOSadNW+a7XqO+Zbte9RSh1+Ui91xMl91GEndlf7HF6sdjvoe5WVl05HylouObTPuO2oho5lVXV1REtJTVFdiorwhdceN4wYC4IgSG8q8ZhPdvL06dPP/P3vf7/1rrvuUrfeeqsiEavvQ8XID95JivtSIVzxGhXEd99999DSrRBMDaZ9VV9++aW6/fbb9YM8IBgwvdklVF1i1c7DCCmEK+IQoAcddJAWrrjfFa/v4anCbOjcYPoXPruIyqdQPIXWUUgiGiPdELooY/e5eFlT0MYxEKzRdBrt3l6E7mLrBN8fOle4UIIpwLi3WqYAC0LjQr+nqH9QpVTvHnf4ePXxBxPUn377G/ptbseKwrm7gsoN01vT09O8ayvy88WotmApqbTLlXmqdH1XNWfBDPXZ9CfVZ98/pj6f8bxatGS5qtjcW6UmpZO4rL9cGtWJ5RUVul5MJyGKiwFBbOPG9SRS649EC4IgSE2QYPTq1asvCaTfUXh+fn5+BkZNv/nmGz1qev755+unseK+1FtuuUW/miaRwD26v/nNb/RU4XvuuUffy4sns9rCleO2mcIVob6nhkQnBAhGSXEMMXKKBhh5JhCwuO8V05Mri4vVtpEjVfHQoTrevkMHLWhYlLLIZRBvJYIV70JsMLZob81gBAD9aExJx5NFcR7guxYEIXbsOiIWsQrwe+xM9fYB++6nduvZSwuomFZkgOXNkcREt9T0ZLVtQ7la/eU+avnnQ9XiKf3VIrLFUwaoFV/so1Z9vYd+km9qWv2n8ddUV6sedMy/+HqaemfCh2rCxE987f0PP1Evv/62Wrh0lerWvbs+1ryu0Nff0G9OEITWjAjWBKBHjx4dyM4iofomCZ+ZJLLuWrdu3ZHU6GfiPtRHH31Ui9THH39cnXjiifq+1kQG953+4he/0MIV9+RiRBnCFQ+/MYWpyzjfDDmOh+hAvGLkFZidKtzbilG1ZGpYk6j8optvVqsuu0yl0DK4QowG136oEpZnayWCFfdKNwTa1dAx47A1g+8bFzTmzZunH1yGjpWMBghCw0F9GdaoFIQiYaJSLVgU9S7q8ErUsfVWFRuYopqRmUmWEaNh2dZjeINAenoqHcOdqrKiUlVVVNcaHpZUWVmuMjLSVSaVM/czDRdwOxSo3r16qBQ9ao13oXtbWhod1/Q01a9vb5WTRZ+dET5WFOqvreFfnSAIrRipAlopo0ePTl28ePEYEjpnUPKYioqKrhBU6DTvtddeWpgee+yxavDgwaEF2jAYDX3ppZfUvffeq0eb8SApTCPme2S8DPkQIGYcjfePP/6opxxDsDAQnCiHqdXVJGJ2DBmiUkjcZi9frnaSOIOoMR9gZfbBIN4watsKRNxZZM+Fov7QvvAOYrgxm9J4D2ufSO9hxcUFpHE8+Rgh9IpzaPqBmfbK59CVZ/rsfJwH2G6M3ONhKthWpM3lzGVc8UhpM+7ymXGXz4zHW9qMu9K2z4zbPg5tfzR5XnEzzaHt94t75XFo+2PN49D2B40HzePQjvvlmXE7jdFPr/ewrl+/Xj8QsH///jeNHTv2Fao/MLsj6vewgvIKPJuglD4YU05TydLU9B9mO9/DigcFrd+4Vb3y5ntq8dypKpmWMcGtHfqWEBLAy5ev0KOKsRA6ErHT3C0FtjfWz9Ttmv4uguw1lbPOlZ3Unv7www+qG50rOD/w1gN5D6sgtD1kOKCV0b1792E9e/a8bsGCBd+Xl5dP3Lp160XUce6Kyhod/jfffFOPpv7lL38RsRoGwvKss85SkydPVk8++aR++u/atWt1p4hHVr3MHGFFiBE11/2oECzwYwQ2NTdX5U2bprKXLlWpOTn6s1CWG2GANC+PRthcVxwTeISV9pV3iHZN75znDprHhXH5gtKUy+KiBMB7VTEFGN8dvntBEBoX/i1S9RHzDxrv9nztnffUyP0PVDfcfrvKJ7HTkLo2MzND/Th3vlq8cp0qrUhSxaVVUdvWkgq1eXt5yHZQ3LAtHFIZxLeUVIaN46E8rGMrpevC4LYtbHbc20LbgnBbaaVzn/xse1m12r6zhgxhJKNyVN5cvrQySRW079ha2khBEJoIEaytgK5du/bq0aPHr0msfkYd5O+Ki4v/vmHDhkG4Z/L4449XTzzxhJ7+igcs4am20oF2A7Fx5pln6gdNPfPMM/rdsqZwZXFqilTT4IMoRdzoTNUapi7hycybNmxQVVlZqjw5WS1ZvFiPxGFk1kuYtpLpwBjZ2BCKNh62QGzJTkkksYoLH/j+8WCldevW6d+ZTAEWhPgFv+kdpaVq7ao1asu2bQ3+veLJt9u3bVUlxZtVZcV2VbkzFitWJds3qW1b1qltm9fqsBi2db227Vs3hGwbQqTrfDu2bTRsgyrZtom2ZaNhSJPR+mvjlu1ASPmlKBM2xNnM9fFnoUx56TbHvjStVdCxqq4sVbl5OS3aNgiC0PJIbytO6dixYx4J1FNJqL5Eje7M0tLSezZu3HgwiabkUaNGqTvuuEOPGEJ4nXbaaXqKqxAMdGJOPfVU9fHHH6uXX35ZP3wK732DeMUIqilQbYNgQWiDxpSnDmPkDdOGYbhvFmLVbGwRZwOtRLDiHaxrQ9GmI5JobAl4WjjOD0ztxpRFczq4IAhNB9UJuqIMh1GrFi1SM9J13WzWw7FTo8p3luqpqjt3Rm+471PXcrQtFdSW7KT6hA0PLyorLdFPN4aF0iHbWUZpy4eyu6a5XMh2lmHZ+lZ/mfpWtx2ltJ9lqqqyUj9ACWG5bhvd+9UkhmNMZt4iIghC20QEa3yRTAL1EBKq92ZmZs6qqKh4adOmTadu3bq1Hd4J+uc//1m/mub9999Xv/rVr/BE4PBiQqwcd9xx+njiacpjx47VAhOjZ6ZwNQUsBCtGStF42sITIYQNHvqEECOuEKucZ5ZlkG4lgnU92bZQNGZqexzoRLo6IPbxaWnQycX3jYsQmAYM8N0KgtC0hOtLDYvWxgD1Du6Z3VGyowEiqGHiCZ+LGVJoH/TFL0rzDBwYw+mQKX1frulDGsuxmXm1ZXzynBb+bNRz2DaYzCQRBKGlkVooDiDhuVe3bt2uIqH6LTWknxYXF19GwqkXHiZwwQUXqFdeeUXfl/rPf/5TjRgxIryU0JgceeSR6p133tH3AB9++OH6IUg84mqOsGJ0jRt/E27sOY87Qn5lmVYiWDG6GsuG0qHQB0Obl1CNN7CN6KjRb7F2pBzitTVsuyAkAuE6En8oGgKOhlJeUamKOheqI0aPVZXl9V9P1tygPtRPwyVD/QKwmy6ByT6EtpllzLRprvIuP7aJhapcnBMEIV4QwdpCkEjt2qNHj4vIJlZUVEwnIXTthg0b9kYDAcH0yCOP6PtS8WTbI444Ql+NFZqe8ePHq9dff12L16OOOko/RAliBWIVo6wQsAw3+DZePtuPNHcSWgHLyQJvKO2TqexYsGrBF++iDx02GJ4EjftV8b2j8yYIQvPQlHUi6vLePXupM088WVWV7wx7mx/sI+8nxCqeIg/hyiIRbQMuZpqC0jZehyvPy7g8rxtp1Mn4XPQzYCJUBUGIN0SwNiNdunTJ6dat27Hdu3d/urKychaJn4dJDB1GYeqwYcPULbfcoh8IhFewnH322biPNbyk0Nzg4VWvvvqq+uqrr3Qc717lacE23GkwYZ+XH6CTwJ2IVsDKcBgNtjJtNKXaENHrtyyEKV6DNH/+fLVixQotXKXzJggtD/1uG6X+wFpCU4JLQolmxtUuMCxcYaiLUP+gLLcTtkUStC7jZXA4eTTVS6j6basgCEJzIoK1GSCBuh8J1TupMZpOjcVbW7ZsOZsEUIcePXqoyy+/XE2YMEFNmjRJ/e53v1P9+vULLyW0NHgQEx7MhHtaceUbDTcae+BqyNkXxM9pdBxaCbEIVhvcixaOuoVjI/VJYwKdRTzRec6cOfoCBTpyLbk9gtCWsOtIA/oZJsYP0bV/vN/m/vNoJ4+6sngFZlkWoLZwtX28XqwD9ZwpUpF2rdvE5RMEQWhORLA2EbgvlexPJFanUvILahB+Tw1HP7wkHe8EfeGFF/SU3xtuuEHhqb9C/LB69Wp17bXXqgMOOED94Q9/0A/c4alaaPxNom3gbT8L4FZA4HewOsAOazOPn+v4tAT4XtEfxkOVMLKK0Rd04gRBaBnwewxrVFuotkrh6moPTJ8Z2iIT9RMEJtogU8CijoIhH4LTNPg4H2VNgcrLohzgz0TInwnMOOPyCYIgNAciWJuI9evXv0GNwC3UKIxEJQ9hgifM/uxnP1MPPfSQOuaYY1R2dna4tBAPLF++XF199dX6NTe4kLB582bVuXNn3cij84TvkQUX4nbj7efz8vP6WgHrwmE0mDuNuB5hNTqjLQ46b3iQFkZV16xZU68jJwhCy0L1hIbqSm1hd6vCrvsB+xDa5uenQ6HrJ1uIsoi1jUUri1rA6zNFaiQzcfkEQRCaGumZNRHUCX4AHWDc98gjOHiEPUbu/vSnP+lRHCE+wMjaX//6V3XIIYeom2++WT8ZtrCwsFaooqHHw5bw8KUgjTf7gpRtJSOseJ3NmlA0GOhjhqO0y9ZOW+AYNzf4TtGhw3RvPAV4x44dOi0IQsuAesCsCzhO1UerFKrArvqQ9jIWkAiDmrm8Dfu5nLmMHdrGcNz0MS6fIAhCUyGCtem4nUTplevXr6/Zvn27Fq0wiNY777xTv/8TI3pCy4Gpvrh4AKF6++23a9HiEqoQNbiflR+4ZDfqgH1B/JzmzkIrYAvZ5lC08bA7qMBONwUYccCxX7hwoT4H2CcIQtsA9Qwerqa2bVbFVO8nJTd+vWPX7Zzm+t9lqJdsMWmGHPcq68pz5UcyLu/aXhM7LQiC0FSIYG1abqYK/fjNmzevxfRSANHapUsX/TTgww47TH300UfaLzQfeFXJH//4R3XwwQeru+++W08JhVDFCBuLKPhYqKJjk5ubq/Ly8uo10K4GHHg14rYfaXQMWgGYDrw9FG0YfHzZIhGkjAuv5fAd41VFs2fP1t8tf+eCIMQXqB/pt4nbCGoN7lBuwyjbWab69O6tLvrlZeq4I45QZaU7acWNVw+46noO7TjMS1Cy35XPcNyV74qbxn6vkOPAzmfstCAIQlMggrXpeZvsoO3bt3+ODjIaHnSQO3TooNauXatOPvlkdc8994RKCk0KRMpvf/tb/Zqa++67T0/LdgnV9evX6+m/yIdQbd++vR4Z5wbc1WB7+fzKthKxCjAdOOZeCR1X9AS1YdQ6lAxhxm388qIFn4uLRXhVDe5XxVR9GVUVhPgmLNRirnu8KC0tUwP7D1A3XnO9OvvUM1Rx8Q6qb8KZDcTcXLO+5zgM+8Ui1Axd8VjM/Dwz7mWuz7KX47QZMnZaEAShsRHB2jwsIDuMOsmPYtQOnWV0oCGG8NS/K664Ql100UX63kmh8Zk5c6b65S9/qcaOHasfeIXGGe+4hWCBKILhgVj4bmyhiu8HcAeC4UbcbKhdPuDlN9cX52wki7VHooVqKBoSrDAvGlOkMrgggencGFmXd6sKQusgXF+G/oRBvDFAPYOZM5s2bVbbt+/wrZOiwWsT4XcZtyu2zy/tMhvT51UGmHl2OdPvFzJ2WhAEoTERwdp8lJJdVFVV9Zv169dXYFoiGk10pjt16qSefPJJdfTRR+vRH6Fx+P777/WFgEMPPVQ9/vjj+nizUEUHBWnctwqhivdv4gFI5ogqQCPMIsrsOJj4+fzKYn2tALx/9ZlQNDi0j6ZQBXZaYx8fPtaNAf++cBECo+t4typfpBAEIX6x6oX6lUScYtdlSMOCCE6U8SoXBFc528dpOwSmD2a3dRw302bI2GlBEITGQgRr83Mv2RHUeV4GkQQgnvD6lGnTpun7Wl955RXtF2Ljm2++URdeeKE+ls8884w+vhCq/OArFqqYko17iyFUcX8qpmmzUHWJSfhY7JiNN+PyAa+yrs+IM/5D9hOyiTrViJii0Y67jmG08AjqkiVL9LtV8R3LFGBBaL1Q3RC3V5pc9bsd2uYlUNkYM+6F69DY9SqnTb9r3fZnszEct0PGTguCIDQGIlhbhklkB5WUlHyE0T1MTYKoKigo0PdQnnfeefr1N0J0fPnll+qcc85Rhx9+uHr++ef16BpEKAtVgCc2s1BFwwqhCjGLqb9Ie4lI5LkaYvabeS4fMH0I41iwTiY7iOwysrVwNBL6Pawmdroxpubhe8cFCbyuZvXq1bUj6oIgtC7Cv1uqJqyKIo5w1fN2aBrqfRarpmjlsgz7/XYdeWY+p22fF2ae+dnA3ibeHo67QsZOC4IgNBTpxbUceKfNkSRW74FoxT2UaJwxwodpqdddd5065ZRT9AOABH/+97//qTPOOENPqcboNF6ijmm95ogq7g82hWq7du1qR1SRhtkNPQMfl7HNxM9n+hHnjkqcsZrsl2SjyabA0UB4BxGyOY8x45fnwiyP3w/E6apVq/QUYPymIF4FQWhd4HcNo3qSgqQkqiv5hx5dBdHMcJ2O0GWmQIXZZU34GJiwz2Wo/+y07bPNxE57YW+nuR8mdloQBKEhiGBtWSrJfksV+883btxYtmXLFt1ooNONKcLvvPOOGj9+vB45FHZl0qRJ6tRTT1XHHnuseuutt3YRqmgwIVTXrFmj+NiyUPUbUXU13F4CEz7b7/IB0+/Kb2EeIsP03wfIGnPjzHXRbruPTSyY3xN+M/xgJUwDRh6PqguC0Dqh33GtWOUwnjDrMo4jjNYigfqM6zuOmwZhaufZadMPvPwmvG12CMxtd+UDOy0IghArIljjg8fIxpG4ms+vvkEDhIcxLVq0SAsyPDRICPHhhx/q0efjjz9evffeeyo7O7tWqOK4oZHEQ61MoZqfnx/xHlUTuwHn8lg3m4mfz/aDSJ/fjHxONpbsUjKMsDYKdPxqd5r2H3GdjtQx4o5XULA+88FKuC8caa/PEQQh/sHvN95/w656HT7bUNezmX4u7wUfA9PMEVMz7sqz803zy4MxZpwxt9+FX54gCEKsiGCNH74gO7CsrOxtTAPmV99gRBCNBl7L8vvf/16PIrVV3n//fXXcccepE088Ucdx/ynu++XGGR0CHlHFE2HhY6Fqj6i6GmIbs/HGQ3vshtjVcLt8wPbzdrQg68h+S4Z7VT+Bo7ng4+r6DuBzHT8XPIq+cOFC/WAlvI5IpgALQuvGVS8A8qNiCFY5NDF2HcVphKZxPW/72eeC60Yv4/bOTJt+O22Ws32RzA9zP8z9AnbcTAshevfunXnj7Vf3v+Wua4+++z+3Xfbw4/f88/FnHvzbsy/892dPPPfEQDpmkTspgtCGEMEaX+CG1eOo430TRlohvtC4YKorRNd9992nR1uXLl0aKt1GwHTfI488Uo+qYhowRDyEKI4NRAs6BTyiCqEKH4RspIcpBWmUAcrYHQ8TP19QfzOD4fqRZPeQNeeG6IPtOuZBvgcGZSFM8Z3/8MMP+t5kebCSICQGZh1Jhge1aQtnxx3YTmC2Mbz9AH6Oe4E6zctYYNpCE2nTbJ9djtNBjLeJQ47b2PsVaT/bOrfedevgZ1984jcvvPLUKzff8c+Zu/Xq9V1R505vtcvPvCcnN+vqvNzs63PbZT/ZtUvB15MmT3j/nfffPOrqq6+Whk0QCPkhxCd/pYr/zC1btmzjV99AhHXp0kVNmTJFv67lgw8+0P5E5rXXXtNP/D3zzDP1fkOk2kIVAhVPgoV4gYiBUI10j6qNX4PMuBpmNsblA7bfVaaZ+JrscLILyZbB0QzQodUHVx9gfG+u483Hw/bbYHl8/8uXL9dPAS4rK5NRVUFIUOi3TlVDy1SWXrg2h30IXWbmMVwPcp2HkIWlK/QyMx/xSOVdxsuZy3PcxuUzMffXxE63FW6757aB77z31l8/nfzh1FH77D194MD+/+7Zs9vJHdq375+ZlZlH7Rf64UlV1VXhixvVdICT2rVrlze+qKjw3cOPHvufxx9/PDO0NkFou4hgjV9eIDtkx44dMzBFGNMd0VDgXk2Mvp522mnqzjvvDJVMIFBhv/zyy2rs2LHq7LPP1g+cggjlqdFoSG2hChE7YMAA1a9fP10WYAov8Gp0XXiV444GN+I2nG/i8gH2u/KaEFz1+APZgWSN/k5VF7R/5oFCXJt9/JA2fa7jyz4IU7z2CfeqLlu2rLazJQhC4oE6ki84UlyjEy2MWUdhkyIZl/OC60BeL8e5veEwko/jrrTtt82VZ26L7Xfh2ke//U503nz33UOnTf/u5SMPO3z6sL2H3FDUtWhkVlZWMl6tV7x9hyovr1A11XVvJwiLVR1WVFaozZu3qDJq77p07nzp0OF7vrps2eehB3AIQhtFenvxzXSyQ8rLy1/Eq28wmoSGJScnR48g/vnPf1bnnnuuFm2tHQhyvDt1zJgx+l2q3333nRbnuE8VlTlG1tD4YV9ZqBYVFamDDz5YHXjggapHjx76dUA4NjBMETUby0iNLWOXqWtIIq8LZewGmn2mnzthzcSTZHj6L65uVMDRjNgHKeIXgPPbPob47vF94nvHFGAeTQ/yfQqCIDQmXD+Z9RTX8ZHMhNsR07yEpek3QztuGy/P5so3Q46bftsYM25j7yvjOg6Jxutvvz12wcKF7x+438gPBvTvd0puTk7m1i1bVcmOHbrtT06i48yGY6yPM9o94+Fcus8REq4YsOjUqeNRGzanPTxp0qTU8McIQptDBGv8s5XsDKrErsLIKjrrqOTQYS8sLFQvvPCCOuKII9SMGTNCpVsZeIjUk08+qUaPHq0uuOACNX36dD2lF+ITDSL2FRU4RlTxfk3sf58+ffQIM+5pxcgqnhIMg7jFSCwbngiMdZgNpF8jy6CMWY6Xt5flcrbfq1FmnyuvCZhGdiTZeWRL4IgX7OPlB85zPIAMr6tZvHixPnYQr4IgJC52HUl1hiacbDHs7UI6krngXeHQSxzCb+Zx3Az5NguzXCRzrcfMdxljpk0/MPeX417HING47rbbes6ZN+eJw8aO/bBf376H024nY5QUs7308U0O3c5iGoRqclKKStFxHFdcoMX7xEMXaREmJyfpp98XFnY4u7Co4zl0PKXfLrRJ5MRvPVxPdgIJt/UQrmgEUOFBtM6aNUuLVojX1gKmdj766KPqkEMOUZdccokeOTOFKhphjLpu3rxZP1QHQnXkyJHqD3/4g7rsssvUsGHD9CgzDELVNFO0YrQVosfEbHD9QBkcY55eDHhZe3mXH98RG2Onm4AtZH8m24/sfTjiAN7haq99h988fjjuaLAxs2DmzJm6wUbaPL6CICQmRl1AQb0ffVxUAFyPuepzrzoO8H7BQoLFLRoRZzPTrjz22Xl+5lqPmbZ95mfAeF+CEs0xao1MmDDhrJ+ffdbXA/sPPJdEZnJx8Ta9j/r4kSgNCVMcu9AFBjxIMycHF9lzqc+TrdPoZxQX76A2b4NavmK1WrZspVq5ai31gbaqiooKvZ6C/HY30sd1CH2qILQt4qLyF6JiD7InqPM+CgIPFR1GIDFdGCLw8ssvV9dee62uKOORkpIS9fTTT6uHH35Yjwrz6CjgRhGjrrjPA2XDDdvXlDf4+OOPzzr11FP1/uKJwNhf3m8vQz7WgzhG6rCs2dB6NZzYDpTFslgOjQxwlfdah8uPz0bDhHU3Ac+T/Z1soU61ILTvfJAxHJpN6S4U9nn22WdvKSoqGta9e3d9cQIiFOcxLl7gQsSgQYP0sUcDjadh4/gHgc8djrP5pc24l89Mm3H7s8y4aabfjEdKm3HTgGs/Oc8Vb4q0bXa+X9qMu9K2z4xj300fh2xm2oz75bnisX6OGffK4xAW6Twy02bcTHNo+u3t94sHzePQjnPadV76pXFBsmfPngp1AeIA9SLqakyDxL3q/fv3v2ns2LGvUP2xirK30HJ4r1s1hfUq1+eee/WJww479JyyspKk3JxMlZGehqtjKofqmPsefUz99je/U2efd456+M671FoSBJWVVVQP71oHp6WlqvUbt6pX3nxPLZ47VYsEYNflSLNhm11xmAvefzaXj83O4zRj+8y8INjbyOmgIWOm7W1wbS+IdlsBPgcXovEAys6dO+sQtw7hORZ4K8DMmTOvOPHEE++kdTfXfTdJX3z1xR3Dhg75TWpqWkrJjhLqK4QurO4sL6O+zE5VXlFO211Fvhrdt9mydYtaTf2XJUuXqSVLlmlxun79RrVt23Z9XyvOTe4fYD0Ycc2j83i33XqpIw4/VPXv1++kjz746M1rrrmmWe8tEoSWJvoaQ4gHcsjupcrsfFTWGEVEBQchhNHXo48+Wj344IP6Hs94ASOkLFTREbGFKgwixRKqH5Hh3st3yPAaltuokTrkrLPO0qOtW7Zs0SOwtmiNJGLxOfg8E25w0elCHOvYsWOHPqahqTn174kFdhq4fMD0c+esEcF8cAjVt3QqTqB9xkFOoRBfNARrXwjWrl27DuvWrVutYEUHBK8u+te//qUfnIVjjw4rzgPk83flFQLE7TTjVZ5B3CsPuPJd5dnPae7AAzNulnGFscZBkDxXvpfPjnMa2Pkc2nEzbYdB4hy64oDTZj6HQXzA9tt5HEbKY8y0HQLOh6Fu4LiZx3E75Djw87vy7LgdchyYaVcZMw6iyQNos1h0uAQrngJO9cFNY8aMeZWyVpLFJFj/TW3h5b/6lTr1vPPVU/c/oNasxUMMoxOsgOtwDk1xasZNs+HjYJqXn83Mt+PAK87YPnu7zDTHow398Ns+1/b6gc/zEqydOnXCOfN/xxxzzB203uYQcxnfTfvumSFDBp1UXLw9GedAKonV5OQUfYE7NZXOHdq9bdu2kjhdqr6fMUN9/c13avaP8+j83kCLJ9G+5NJ2dyAroP1op/Lysmlf2qmc7ByVkYEHAyfR72GnWrd2g/px7gI1h2zD+g23rFm2+G+UWTf1SxDaANHVFkK88XuyW/Py8lJRYQNUmpg+iY7/Aw88oA466CDtbykgKp944gn12GOPqTlz5mhxjXtLAXfizRHVMB+S3UH2nk7VgfP1d2T/2G+//dqffvrpupHClGGISz+hynn4DIT2aKstVMMdKPz5d0ZGxoFUbl+vxtnl9yvbiIIVT9u6lew2sjI44gnaVxzciIIV3wGOP9+Lpac/UdoWeUEIWg64yrLP/v5MP+Icmj47Hs/4baO979HAx4axP4fzXP4gPhexbC9vp2tZ08efH6mcie2PJs1xl8/Gbz2tCXO7USejfsaFV1zYbKhgRZ2yfOVKNXvuPNW5sLMaQO1iaUkZ1TGVMY+wIs7GQpVD00z4PEIY1MzyrrgrBGY8EuZ2ctwv9MoDZtzGtZ3JVB4puKglVjUBthuf4SVYkf7yyy+vp+/8n9Q3aGoxl/zFV5+/MmL48OO3bNlMJ0mo/UqBWA23aQsWLFQff/Kp+uiTT9T8+Qv0w5V69+qhBg/aQ+215wDVo0dXlZebpSqrK9X24mK1kfptm7dspb5JBZ2fdG7S4cxIz1C5eXl46JIqov3LyMhSM2fN/rZrYdcDjz766J3hbRGENkHkGkKIdw4l+y+Jqh6YWolKE5V6MVWAiN90003q0ksvDZVsRjZu3Kj++9//qscff1zNmzdP31uK+00BhAgqdIhGbCc6KGHwctnbw6Ef/cluys7OPhVThPEKHIhedHKwLjY/AcuGjgbAtkCoYj1h3iS7luxb2u6vKBwFJ+NqnL0abNOPeCMJ1pfIriKbq1NxCO0r6pd6gvW5557TgpVsF8FqdmbqdWwgXlOSVHUa+eh/TTl1bzy6I+ZyfniVC7q8EAyv30Q84No208fnQqRyJpHK2vlB80xcfq+yLUWs28OC1Rxh5SnB9H1spiKooEnbBBOsWF96ejpZBtXvJWpb8XY9uorNy8oMXTjV9w5u366/710FKy5s6GIa3i9ToHKcQ8Ahg3VHa/ZyZprjjMsH7DSwt821zYibfruMywfMuE3tNpJRba/KUjNUGUYkaZmcygqVVlOhqhzba4L1ewlWxD/++OPHqV25uKkF6wcfTbjvwP33/8WWLVuT09PSVWZWFvU3QrcOFeQXqEmffqbOueAiVVjYSR2w/75qzCEHqqFD9qJtzdcPkFy8ZIn64ce5as6ceWrp0pXUd9mkSml5nEN8sRYPWwI4X3lWWK9e3dXBBx5Q3W/AbkN+dvrPfiSf9wEXhATDv3YQWgu9yR6nynIsRCuEISo+iC9UjhdeeKG64447akc2mxI8JAdCFSOqeKorRAk+Fw0NKmEAcYgRVXRMwuDhQBCq0b4j9EyyG3ffffc+P/3pT/WoMjo6mH4cSayiAcB2QOTytOIwn5HdQKZFMzWOHajscoriPky4avFqnP38+F7QQWoAP5Bh+u/rOhXH0P6ifjEFa7/nn3/+ZtzDyiOsaODREJsdq3pxsuqMZFW8hb6fWTvo3E5T2Xvlq5qCZFW9PfRuYhM7DeCzvxOvckLi4/f7NHGdNyDo8sD02fl+eSCoD3j5WxuoH1E/8z2sVKffCMFK34W+h5UsKsGK44KCGE3FqCo6/5iyuYgEw78feIB85Wq3Prup317yC7WzrHwXwUo1U+15wMeY4yxQOWTjMgDLwsx4tGYuy3EObR8w45Hg7QT2tiOMNm6GNnp78W3UJKt1uXlqRV612pZdoVKqklSn7RmqV3GFaldRiuHz8BK7gnW7BCv73nvvvXfWrl174jXXXNNo05hsnn/1+dPGHHzws7QrqZgxhnN1ztyFap8Rw/WUYDxXZM3adWr5ihVarKalpqj5C+ar/035Qn02eYqaNXuO2kL9MvTTMHLarVtnVVRUqDp2aKey6dzNyQ49SBK3TGWkZ9L5mkp9uUrqq2xWs36Yq6Z8PhUP2jy3eOP6Z2hzmmPqsyDEBcFrNiHewaNw7yL7VUFBgRYDqNzRmEKU4V2luH+0f38MTjY+mJb7yCOPaLG6bNmy2hFVbIMpVDGiaohDTPmFUMW9qrHSiewaagx/dcwxxygYRu3QiGD6rylckYZQxQgntnfhwoX62IQbWLzzFk/gexEJg3QS3BdT+Df6jK4oGy5fD5cP2H6I1RgFK+ZL/4sM0393wBHv0L6jfjEfutTvhRdeuAmC1R5hNTHTNelJauPCbSp3SpnKTk1Tm99appLz0lX7KwYoNThLVZfU9Uvs9TDw29+Dq6zX8kJiEPQ36kU0y9s+v7Rfnnnu2uWAy9eaMQUrnhxP7dUNJFjNKcF4l3SDBCumWX79/ffq2LN+qipLy9SIEXurN599XpXsKHUKVkavyzJsLwxwCJDH9QlC07g9RMhlOG6mGbOcGXIc2Glgp02wfQzHbZ/pd6VdcYDjgM/mtEkK+TZntVNzCqvVqt7bVEUnOmZUheesSFN9VhWoPTaVqbTqcs/pwVinn2B95513PqFzZ3xTCdZb//OfzkeM3v/r3QcO6Llq1Zqkt9/9QD3w0KOqa1GRevbJx0LtGf2DkF29Zq16/a231HsT3ifBupDOrXQ1oH9fNXzvwWrPPQeo7t2KVF67bFVVXUn9om1q48ZNar2+gL5VlZXignql3l/MEGiX145EbRfVu1dPvd+rV615Pqkm9Rz6bTSZMBeEeMO7RhNaKxBX/6YKMxPClRsO3EuKp+jde++96rjjjguVbARWrFihHnroIfXss89qoYqpOahgATe6EI0YUTWEKqbbQlxP0qnGYRzZrSSGRpxxxhnUCRlR+1AmdIB4qi+E6rRp09T8+fO1cCUWkUEEPkpWOx/YJjs7uys1xH+l4/lLMowaOhtk4PKzD59pdmwCgtFUjKpidLVVQPvLdQsEaw6ltWB96aWXbqQGV4+wolH3E6yYErVdUQf2mgUqPzNLZR3SRW16fqHauWyHyuyaozreNURVZJP4DzfZ9nr8cJWNZnmhdRHNb9ULV9kgPr+03/I4H/3KupZt7aBudAjWVyiLnxLcYMGKKZzTZs1Sx555hrqQbK9Be6nxo8cpvA+zvmD9ijpIoTaMjzXX3UgjDtOfYZhZjyDuMlOgmga43bT9rrRfGARsr1fIxmkOOW4eC1c+MOMghZqFZdRHmNVrm9q2B/UH8EpRPIC/uEZ1/yFfDVuXotqX7/CcGoz1eQlWPM9i4sSJMxcsWLD/7bff3iQXdSdNnjSmd8/uE19/893Up55+QW3fsV2dcdop6pKfn6/Q39q5s5zatDT9VN/zLrpEfTX1a3X4+MPU2DGHqGGD96RtLlQVlWVqxcpVau68eWr2j3PVvPmL1MqVa6i/QgKezlHsOs6BlNTQPbEA/Qb0YSqrqkgcd1FDB++1UrWv2uM/1/xnuy4gCG2A4DWb0Jo4gOwJEo79UZnjPaSo6HmE8a9//au68sorQyVjZMmSJXrEFkJ15cqVWqhiKgw+xxSqGFHFyGoYCC889RfTbpsCKOU/kV2533774QZX/coU3JuKqcr/+9//1FdffcUPd1pPBtF8H9lWOIKQlZWFe1mvIztcOwi7UWZcfjQ6XuUdzCPD0wBf1qlWBO0j6hYYWtx6gpU6GXqE1SVY68VTklR5abXa8ccfVfXmcpWcSauqpmNHQramuFJ1vmWYqhpEXzmV0eUDdtS8ykXT0RNaD9H8Pl1Es7ztM9N+eUxDfIkAC1bU1+HX2jSNYJ05S518wXmqO3X+9x48WN101dWqoryynmBdNCd0DyvQ67GMxSqHXI7rEYQuiyRWOe7KA3Y+x80QmHEb3l5gbjuHdjxI2vZx3CSFkivbFahZPYrV5j1KlcKTdJPJuSlJ9ZqTr4auS1L5FSVRC1b0P9DWv/fee6tItI5466231oYXaVRuu+22ns+8/MrM0tKy/NNPOUH9/IJzVc/uvdQ7703Q2zBs6BA9gyqNROvKVatVN2rnMNusbGeJmj5jupo85Qv1+RdfqYWLFlM/pEzl5uaorl07q+7diygsVB3a56ms7HSVnZ1FeRTPzNLTgvGqnKrKarV5S7H68cf56uNJk6un/zBrv40rVnxDm1X/IAtCghKqAYVE43Oyg0kcvYsr1egAoLHDPREQCVdddZXCPZ8YfYyWRYsWqT//+c/qkEMOQeWtxSAaDoyqooHE50Co4nMx3TYsVjGl62Cyk8iaSqwCjJBeT7bvl19+OeHqq69WkydPVtOnT9dPTJ40aRLEKtQqnkA8ggxTgAOLVUDHcirZEdRw/oySC7DPppl4+QOAoWjcR4tX+bQ6seqDbljNDo0fNSROMwvSVdbu+ap6W4VOQ6xWUTytKFul9MzUD2ASBC+8zrMg5x+IZnnb5/cZrrJB1pnI+OwrVaEhwumGQ2uqoHbqgJ/8RO0zfLgq32lNrvE57vxdsTGI8ya6NhU+089p9plileNspljltB13+bwsUln4zM+DRUqzD5j5JiTvVX5Zueq8JVflLKE+wzYSseuSVcflWarzdhJqFTtVdf1FAoPjX11dnUf9DzwzIca1+HPFFVesPPbIw5e9/87LNX/7yxVq9o9z1AmnnanOv/iX+tU16eHBAVzE6N27l5q/YIG6+rrr1RFHn6B+es5F6qlnXtC3Sp1z9unqjluvUQ/df6u66YYr1YXnn65G7jOUxG0u9Z22qOnfz1ETJ05RL7/8nnr6mdfU8y+8oT6Y+JlaRSJ4n5/sTcvdlTxpwttH1dS8KH14oc3QJD9qIa64hexPuCoJ40YWT/EdNGiQfl/rPvvsEyrpwwKqeO+//371wgsvaDHKU3+xLjRuCHnqrzGiiivjEIcQ0C3Bz8kgYPFCWvQsniTD8fiRrMF06NChHYnX/6NG+XJKYhQxlBHGTqMR46nJPuCdsxhVxT21rRbad65b+B7WzhT2ee655/7FTwnGlWe/EVaQnJ6iUoqT1PZ/L1al329SNVU1Kr1Htmp/+QBVvXu6qt5RVVuL2ct64VUu6PJC68D+/QGXzwuvskHW65eOVBb4lU9UsJ+oI3mEFVOC+/Xrd/1hhx32Kv02V1ORRnnoUu0I6/nnqd49e6i9B+2lrrvyb5RfVTvC+vIb79a+1oaPP2+fGXKc87kOQcjG4s9LJHIeYJ+fcTkOXX5gxm2wrWYIeH/MuJ+P/eb+23lmnMFTgYszctWa3DS1LaNKpdDincpSVNGOUpVeXa5fceO17ViX15Tg8Ahr+ZIlS0bdeeedeDd5/Q9uJBYtnv/S4mVLT779jnuTZ8z6QY0+5CD1+1//Su2x+wA6d8v0NF6Mjs6kvFN+erZ+Hc24sWPU2NEHq0F7DVS5eTnU/9qg5sybr2bM+EHNnjNXLVu2Um3YuFlVlIde6Zaejoc3petzFW0kHUW1s2yn2r6jRO0oKVFFtN/9+/WZmJWaesxDDz2EWQeCkPB412hCInEW2QNZWVl5qNxRIaLixxOEMeqKkdJzzjknVNIC706FUH355Zf1iCnu0+ApxrwenvobFmNoJFiofgFHC9OD7JdkeBJxk4zu5ubm7kWN9jUUPRVpu4FGGg0wpgr5CNYFZFeTPatTrRzaZ65bcL9vFu1/IYW9n3zyydtJrA7v3r277mTgXOLOGrNLZyU9WaUlU6O9qFTVVNSo1N7ZqjK3RlVtDz3qH5ihffx3WV8Yl9+rbHNgb3drpaWOodfx8/Pz+cLbzGU5tP0mts8vHSnP63PstImd5zruZhlXPuAyseYDvzJBtxMG8YNJMGvWrNGCtW/fvtceddRRaE/W0nKYDYPOeeD3sOr1Ur5LsB5/9k/V8UccTiJiL3XmSafQRoRea7OOBOurYcGKbcXmm9tnhmwAIe8bQhjqNq+4XQ7YftuAXcYVDwJvN7D3wzSXz2WAjwsw/RwyEK3VSamqMoXqf4qnVaMuh89/H7AeL8GK8IMPPqhZtGjRoXfccccntI76H9pIjDzw4H9u2brt7/vvu0/Kr391iRoyaC/1znvvq48+/lT97S9/UtlZWXoK7/YdO9Sq1WvUT4YP1/uzZNliNfl/U9Rnk/+nviehunnzFj31t1vXLmq33Xqqnj2LVGFhez0lGF8xbrHKTM8i8ZpB8Uw6NzGLLVkVbytRP8yeqya8//G6OTNn7LFs2bLop8oJQiskWM0mJALDyZ5KTU0dhCuRqAzRuGA0FKOil112mX5nKwQEmDlzph59feWVV/TUYYyo2kIVV8KxbFiE4TIr3g2K+0K/hKOtQeL/WGqY8O7W4Ti2JmiwcJzw8AQLHDwcs5vIMIKQMNA5gvoFvasMinegY9DlkUce+VfHjh3H9ejRQ1/8wHmI8wnHhzHjgLpi+tkcSRlUjsKanXRsMbBql7PSIEgZ4OVvTvCb8tsO5AO7DPsZM99eZ5B1uLbB7zPiBd5Xe1sZ2+9VDrjyIi1vpoPmxbqORAT7h/oRFz9Xr16tZsyYgXds/3r//ffHw/lwT+J2+n4b7R7Wk847R+01YIAaNmSw+svvLtf3CGrBumHLLk8JNgUqx21xxr8JhGxct3mlYzX7czhthsCMM7zNwNx+O26a7ef2zfSx+flN6Jeq8C1iG0NCFfsSygNe2+4lWNGe4Laf2bNn/4z6OM9dc8019RvhRuKCSy899ZeXXPDcwAH9UiFS773/ETV/wSJ16kknqCv/dLlKJRGOHcnKylZbt24jYfmBeuvddxVGY3FP9MAB/dV+++6j9h42SN+3it3cvGWzvud1+fKVFK5R69dvVNuLS1TZznJ97mKkPzMrQ3Wkvlu/vrvpacF77LG7ys7IOb57917v0LFqkn0VhHhi1xpBSGQKyB6iyu00VO54rQgaHhim+eLpwb/+9a/Va6+9pp5//nndcUA5PSWFGgpTqCIPD3Ai8I6W58kguvAAgLZOek5Ozm/oOP2ZjnMhN+xofHFxwHqlzQQyTP/9TqcSDDoGuhdCYRrtfx6FHT/88MPj5s6deyvemYuOBt7Ry9OCYYwrbvqAV3ngWibI8qYP5zpjLwvMfGCXsfNNUNaVz36vfD+4fJDt8Ctj5wF7HWYZr+3kMkE+vyFg/VgfQtdnsZ/LsI8JEgeuZYFrGVdZ0+flZ7zKmLDP71iiTGMe61gIup2oK3FRD+/RXr58udq0adNXf/zjH/+SkZGxnJbdQMXw/AFUoI0iWE8852x10L6j1JBBg9Qvzr9QVVfVRBSs3F7q9Rpm7hvipjD1ijfEANYFTJ8d+oHttkPbbD+3Z15pL+MyXri227UPWIeXYMVFdTyzYtasWX8g391NJVhnzJgx9PtZ33/9+H+fTV+8ZKk64vBx6leXXkTn0RC1cRNek5ek3y/eoX0H9X9X/k099+JL6sjDx6vjjjlK/WT4MGrz0tXylSvVtGnfq6+//V7NmTtfrVu3QZ+fmAack5NNfbMslZ2dqUdgMcKaQt813sW6ZWsx9dU2aMNF34ED+9+ybcOGv7300kv1OhaCkIhErtWEROQqsmshWFHJM3iAEhoEXOVGHipdwEIVU7UwohoWqhgqfI4MT/2dBodQR2ZmZk86fv+gKO6jhWjTU6fDDfwSMuQ9hUQiQ/uNOoanBbeneIcXXnjhjA0bNlxInYzOmJLO04LRQTE7LraZmL5IZew8jpt+O+4FvkeAMhwHnLZDGy+/F1wWyzGIm8eLO9D8O8Xvt6qqqiZ8rlGRUDlzGRhjb4+ZByLlNyWuzzK3h+MIveIcunwM57PhwhJ3xgGOHepDhDi+5rIoZxqvA5ihn7nK8Odzvg37g34fXM5rfUGIZR0oG2kbUYZvmdi6dWslxb8644wzbh8wYMBcyt5IyxdTWE6hnqJy2E9/dXRVRXnZpJcfwehrTcyCddTIkGC94OchwZqKKcEsWEOvtdHrILO/X/v7wT7aZv7m7N8fpwHiwFXOLGP7XGkz9IO32wxdBsz9DmLA20/rovXpLdTbGdrnUNx/H7AOP8H66aef4vV6d8+fP/+PTSXi+vfv364mPfPHww8b2+3iC89Vew8dpubMm6duv/Nete+ofdTZPz1D38uK82zNmrWqU2GhfpjSd9O+UxM++FB9+tlktXT5CspPU927dVX9+u2m+vTpqYq6FKqCghyVlp5C5yze104ClsRqejqdzxmZKpMM8ZrqJD0C+9n/vlJvvPXexymVFUd+++23ch+rkPDsWiMIbYXjyR7LyMjoiCnC6Ixxo8QNBRoRpB1CFfdZQqh+D4fgDQn/g+i44sFPo0tLS6kPVXM3xfEE4I3IbwvQPqM3hocvZZHlUzpn7dq1/RYuXDiQ0nnp6ekpOOe402YS7qTpE5KWC/V4CPJDkCXxMlyGgtoywJXPHU1g5iNufgZR7zMoy/4MDnn7dlkHPstc3ojX206GyyCft5PSejvCcawzdceOHbn0u+ywc+fOTtTJLyArpN9ye/od59PxTMaoNcBvFhei8PtFiNkRtIxeH/aDTK+TQ4C4DW+uKw/Y+WY5zmP81s+Y67HzkLbXYZbhuGsb7GUhksj0BSXsPx4kB8PIP57miYspvA04lmTb6bgXk38d5W/Kzs7eRL/x9RQvpuVKqVwSf28Mf3eE3gjkUzmgv+tw+XplaJt0iDIICR1SeX1ewGi7atcRZpfPAZxPobltoQNSH14e+Obzdjjw3U4Y+eptJzIRkr+Gjm9FXl7emn333fdHOsabKGsbLb+NsiFW9b0nR537y3Pz2rV/dPOmjb+Y+OwDj9FHxiRYMSV40B67q2EkWP/829/rKcGpqSmh19q8QYJ13tTao4D9wLp4n/R6w8bgPGHDfpqhHY/WXMvan2n6zNCFve3m/tgG7H2OyaoqVFpGlkrNzFHVyWn6t4d3bdOZomrKS1TFzjL9wCXsK2PvA9bjJ1g/++xTtWDBwjfod3nqNddcs8v9N43F519O/nTfkfse/P3M6UmP/fdp9c67H6jOhZ3UNf/4qzpw//1UeXmFHhnFe1nv/s/96t33JqgNGzeqnj26q31+MkLtO3KEGjiwr+rUsT3tJJ4nskWtXbdOrVy5Wt/3umbten2P644dZfq8xXmYRud0u3Z5qltRF7XXXnuoUSN/gvN5y16799szKSl3TXjTBCFh8a7RhLbAHmRPUid3JE/PRMOEBgONCQtVjCgQ6CxAqGLqb6t+gm1LQGLiAhIKCynalK/1iUuok4F6Br0QDNmnUzqHOiK4rxVThdMoDKmrUH1U14uqw6ynkM9l2G/n25j5IMhncOj3GRz6lWHMPGDnA1cZ12fAB8WJCyCIp9JvNWPlypU5y5Yt60BxiNhu1PfvTb/lnlSkLwnYzhRvBzGG3zim9G/ZskXfnw5DOvw7179/Nq9Or+kPbUIIr/LRYq8nls+wy6FOwz5iXRCieMUXZpIgRN0HH6bt07HDlTl0AFfQcVtM/uXUAV5G4YY+ffqs33333bd37NixlNavDxitDx+E8xtWt6Eh7I1FvlkG+X5lguSbITDXz7jWYRJtPgiyDi7DeWYZzjPDyvBxhWEKMF7xVStWjzzvsusK8gv+mpGZlbxq2fKTJz7/IN7tHZNgPf6sn6oTjjpCDRq0lzrjhJNpLUlasNpTgrEOFmx2yPC5hhDGvx0O/eJswOV3+WDAz+cHb7sZmgawjxza+ZzHcTsfBqqrKb8K77dNUyl5ndTyNevUkkULVUnxNtpGXUQlp6Spbj16qn69e6j06jK1s6xUJSWHZnfZ+4H1+gnWTz6BYJ3/Of2uRzelYH319Zcf+PzLry9+6dU3k3t076ouueh8ddrJJ+r6Zfv2Ur2/ePjSsuUr1R/+/Bd1yEEHqSMOO1TtuedAlZmRoTZs2qDmzpurps+YqWbMnE3bvEiPmu6kqgeDB5mZGVQnwTC6mk7rS9UzAHaUlFK9vY1sKwniNHX4+HFqyB57nrB8+fK3m2oKtCDEC/61mtAWyCG7l+x8VPjovFlCFe+oeZoMI4Mz4RCEaKGOBuoaWDLF0RtJpc4IhCrSfEm9rgdYh11HRSoTyzoa4zOAX5km/Qw6loijw4JpcNzhh6BNe+ONN7KoQ1NUWlraJTMzcwCJrz2pE7w3ide+FPbOy8tLgpiDgMXrRNauXavvaUc9AD9Ax5GnxNqgEwnsziXSnGdil0MZ2xcJ1zoYzkNHGnUY9gFTz1G/oXOLEMIdU/RpH7eSsF9I+zVr69ateBUGXnm1auDAgatPO+204m7dukEo0er1RRXsPM5bTHHnA2FuyK47GzkfNPc6gF2mofmgoduA7w7HGiedPo8pjQszFb17j84cMm7o4wXtO55RXV2VtGN78b3p6eVXvvSf/2zHcrEI1tBrbbqrvQcNDr3WprwyJFhrpwTXH2Fl0+sMG4NzzjQWmRza8UjmKmv6XJ/JxphxG952MwxiXuLUyyBWM7Jz1ZbKVDXl00mqICtVjR0zWu3Wt6/KJDFWSd/JurXr1JQp/1M/zl+kBu/9E9W3W2e1cwcJWtpfYO4H1uknWD/66CNMCV6+Y8eO4ffdd1+TzWLq2qffr/ccOPCu8849M+Wk449VlVTHPP3sS2rC+xPVHf+6SW8b3huObW/fvoNeZvv2YjXliy/UJ599pr748mv9TtVUEqJdi7qEpgXv1kM/hCm/II8EajKts4KON85XTAsmC4d4AnFJyU71ww/z1Jtvv6++nzHzuvXLl+ItBU0yBVoQ4gXvGk1oa/yB7F/UKKagUSJKyXCP5T1ks+AQhIZCHQ7UObYJjQsfU/RGtVHHaZfOzAknnFBQWFjYvU+fPkNItI4kUXcQCdo9qQOYhxECiFY8/GblypU6DoEHAYhOo5d4BX4dZRcoj3WaBFmHWQbLI426C6Ok2DZ0ZNGhheFp1BhJJlG6fvv27d8UFxd/SgL967lz5y5YtGjRClpFvdGJ8HkKkWpuSP2NFJoC8xjr83avw0/t0K9njxc7tO8wrrRkRxKJkSve+e89d9AXXls2asE6a5Y67swz1FmnnKwGDdpTHTv+KJVUk6wF61oSrPq1NvO+1luDdbBQQ8hxG1NQctwOOW6WB3YZ07z8LuN1cRxw3N5mfWzCPo5HMt73SD72Z2RmqjXbq9XkD95Sp5x8otp75Ag1a/b3atWC5aq8uFwlZ6SoDt07qkHD9lZlW8vUow8/rLr06quG7dFPVZRRF8TYJ4D1+gnWDz+cSPXVKlyk+smtt96KZ2vs+kU1Ak8///TYIw8/9AM6p1JffOk19d+nn9OjnuecdYb61aUX6/oRr6DJyc5RM2bOUo89+RSJ1K/0A8V69uyh9h35E/2k4P79+9B256ry8p1q/YYNur5dsmwF7cMatW7deqqvtlO9iycFV+ljgAttBfntVK9ePdRPRgxVQwYPVt99N+PD8tLyoy+99FK5j1VIaOpqNUFQ6kCy+8kmkmHUdTGZIDQq1OmQeqflwLHf5SmrDInYngMGDBjRu3fv0dQRPJw6gYPQEcTo6+LFizF6oWdfII0RWHSm0TmLhNmBjoUgy+MeXRLeao899lAkxHUnD9tJgnsp2VsrVqz4YMaMGXjl1vrQEnXIORl/4BwdOv6kzr179HyrQ6dOI7dv21a+fWvxue8//yBen1bv/I1lhPWUC89XRYWd1HDq9N9y9TVq584K/dCltRs3k2DFCCsJVgLrwLmE0BZnAOemaSww7dDO97NYljG3heNe8Lbb+2KmTWFu7refQAUcT6aPL03JUR+997Y6+aTjVXVapZr13vdqn7QD1B4Fg1ReejtVXrVTLSteor7Y+qnK2DtT7T1spPrvY/9V/QbuoXp3pd9waJZX7b5g3T6CteaDDz5QGzduxL3a51G99HRTTZOdOHFir6++/XrWa2+8k4f32Z9+6knq0osvUPnt8rXQxDbRVuvX0Nxx973qtTffUj897VR12KFj9Wtpqmuq1MJFi9S3301TX387Tf04Z55auxYXBXfq6b94UnBeXk74ScGZ+n56PJegsqJKFRfvUOvWb9D3uebm5KgRw4dt6FlUtCftK56kLQgJi3eNJgiC0MRQB6S2DqJOSah3FMbMA5HyQUPXYeeDeFiHnQ/MMpHyQZDttEj7/e9/f3DPnj0v7dat22kkYvVDe6ZPn67FIcTg0qVLtXDlhzwBWu//s3ceAFpU19u/2zvsLr13pCNFEcXexd4TRU2MPfFv7MmXWBITTTQaY9TYe8eCgKCooGJBQRGQKr0syy7be/3O78x7luHlXeqCqPPA2TvvnVvPvTNznrllQkc7jp2JK/XSzaQOOeQQ17VrV7d48WItl5DU5bm5uXfJ71fy8/MLQ8E3g+kkki62pa9dPQ/2hjTCzwN/mG2dB01RznAMOOncNt1atpnQomXmsKLC4rKqipKzJjz7Pz4FtkW8nR1hPf/M012//v3cCUceK8aQN8LqX8NKZNKg35tomiIGqUeDhJPUnSGe24rDb8vXf+wXg//YYGX3u9sj/rr7jyNKXa2LTUp1X82e51qnp7i0limu/ot6d0Xv65WoVtSWS/uwxVKUS4hJ0NHtt1a87Ga0+Nh16NxNRyMPGL6/i3G1DY1NXUh7a4RViGS93JeiS0pK/r58+fJbXtt9n3uJ6zt46OwzTj+p768u+GUUL8jeHj/J/fNf97tTTxrtbr7h97reNCY6Vvthi8wWGunbOd+6d9//wH30yXS3dOky0WO9a9eujevVs7vr2bOLa9+e+qS5+HiJV1fjKirLhbTXupjYeBcXGyf9GvKapH24orLazZu3yI19Y4KbPWfeYQXr17A/xqaOGSDATwxb3s0CBAgQIEAAH2677bZfiFH42MCBA1N69erlJk+GN3i7EM+dO5eptg3GM4hkKG8NFh6DdEfjQlbPPfdcx27nTzzxhJASHZWZIe7Jb7755gYNFOBHhUPP+03H5gnJ4zNathxcVFBQVFVefubE5x7+QE5FNMh3ag3rry50ndu1c4MH9Hd/+39/1u9ceoQ139sluJERVsQP+quJkcvGXL/Y9RLuF+k40u/GxBD+26A6EbFjc02sfpFIabhfpDBIlEh5fYzcG+a49l1aufjFMe5P3e9x1a7SVddVq+FJzg2ulLNlXGv3xPL73ew2X7niwirXtm071yIt2dWGykMY0t7GCGt9fn5+dGVl5Xvx8fGjd+fGS7Pnznyrd6+eJ7348uvRjz/5nH7C5uSTjtdvsrZq6c3wiJO+xlrWR598yo2fOMmtXrNGzrV0w4cOcQeO3N/177ePa9UqU+pYw8iwW5uV5dauWeey1m9wG/PyXWlJmW7ERFqQW+ofLXpgU6aWkg7x9+nd2y2Yv+i6zPTM+88+++xgHWuAnyw2WRgBAgQIECBABAhhfSkpKWnJsmXLdNotI5kQQwxFPmCPMcm6VxNGXLdX/OF3NC7TkSnPwQcf7D788EM17DBgxbgfL2R1i6m/AfZ+HH3+5QPSE1OnZGS23LdgY97G7Ozsk7ZGVncGkNmygkI3uH8/Mfr7CinQTYg1Bzllhw0EzC96zndsiEQOtwXi+MUQnlb4720hPD0//OcihfGf84cF4eHDfwONI+S6oqLcJSUnuuzVa9ypLc5zCdFJQmRjXHxUoosT2cx1Ca60ptSd1u58V58tuo2pdVEx0S4mNm4znW8PQi+s9isqKmqjHrsJr78xfv6Jp/6i/m93/ks/UzNp/Gvun3f+xWVlrXcFhYUNuimvqHBffjnTjTpwpHv52Wfcxx+86/733/vcMUcd7vLyC9wbb010/3ngMffAf590r746wX399XxXUlLhWrds4wYO6O8OGjnCHXHYwe7Iww9xhx1ykNtf8urapbOrKC934ye86/5xz3/c+9OmD3/wwQe3bIwAAX5CCAhrgAABAgTYKm699dboxMTEOj4Dg+EIWWRdFZuAhJPI7RE/uYV0RgqzI1IlhIONlWytl0hcqOgBfkQ46peXnp6alDg1PSOzT97GjWs2ZOec8Nm4F6bLqe1jK9sByCojsIOHDnGzZn/rZs36xqUkJ0u/JpPQPyVHmxMlXJNICPePROZ2BlsjiXYcyc+PbflFOu/H1sLy2++3SQ2iqyi5V5TGuZ7J/XSkMd7JPaMRia6PdW3iO7i2te1dSVmRS05Ok3tDrKS3/ctQ6+rqonlpxTepo6OjR3DfCp1qcrz0yhvzBg8aUD/+zRfd3/76Z/f90mXulNN/4S7/7e/1M2ExQtohz3zG5qXnnnZ33fFX16tXT/fBhx+62/92l/vTbXe451961a0SQs9GTKNPONr95tfnu0svGePO/+WZ7sQTjnIHHbi/23dQP9e7Vw/Xo1tn171bJ9e7Zzfx6y/kdaQ745QT3GEHj3DRUfUDunbtumldRoAAP0EEhDVAgAABAmwTQi6jIIUYp5BCjpHtIZ2EMdeOw8+Fi4XdHgmVzy9bt8AD7FXoeMABScedf/m/05s1H5vaLL1lTs6Gr7I25Bz6+YQXmJcbmSHuJNjtunOHDu7Vx550E18Z6/4pxKGsjM+9SjbkpLlBTOVviKCGE1U7DvffUwgnieHwn9tauN0D0Yn8TZB7Ap9hqamvdnJ3cAlRSTqaujWJjSJ8jRLVZs0zXG0dM1w37SK+DV1HSX4zJUw19wC5Jx01f/783Vb5Rx+5Z9GN1/22fvGSpe70s8a4K393vW729vgjD7hOHTu4quoqKW+d6CDOzV+4wP35L7e7G//4R/fOu+/KfTPOHXfsEe7ySy8SknqeO3H00W7fwQNcm7Yt9SUgpLuistJVVlSKW+WqOK7CrXaV8pud0HHRT+uWLd3RRxzc7bhTj2srxQruewF+sggIa4AAAQIE2CYYvTTCikGIYYXgZ+fCBX875w9j/n5JSkpqcO3Y/zuS8H1VXNb3EZbfCCPBAX4cOPIXl44c3Hv4R63atL46KjoqKi8n939Ll6w6cubEF5eFgjQ5Nuc9m35AtZSEhn7ZOfXzifkZ/Md7Av5ybAs7ErapUF8nRC0u1qU3z3RFMUVuUekclxHTSqf+xjmmAIdLgmsWnek2VuW4JZWLXJtWHVxGerqrKC+V+00o0RAi1Yd7EveAZs2aT6yurl4lXuyEfli/fv22vYX5TmLpulXLz7/w8rzrb7rFtWvX1j3/9CPuqcf+6zp37OiWLF2qPYc1/lXVlS57w3qXkpzgzj7rFCWpp592ohs4oJ9rlpYq5LROdweGoPJdWlsXrERd/qJL1vHiv/maYUaU65XISj6JsdGxKeF6CRDgp4SAsAYIECBAgK2Cz0MI0ayHbGIYMgLKMcQVNyWFTzB4ZNHE78exSXiY8HCNnfNL+Dk/YQ2dCzYf2cvRedTojOPHXH53WkrSJ5ktW+xXVFCYk7dx47kTn/3vlYs+e7s4FGy3wQgAU4Q9+NwQIfBkE0EKd/cEwvPy/45UHo7D40RCpHQiYVvphZ+HPPKLz9pkNG/mWrfp5J5Yd58rqs5zLWPaKEGNF4JqAllNi04XQpvqHl99tyuOL3L9Bgx3NZVlrlrIWGNZh48cM8sjJSVpbW1tLaOs9XJv6lNYWHiIHO6WUcdLzrkkr1OnDsueeuK/9Q/e/0/XpUsn9/RzL7rf/f5G98GHUyVEnSstL3HZOetdp07t3Gmnnui6duko5WR9b4UQzUrtf1HyLzo6RkeVo6NjpV7R6ocSOV9TWyuEFFJa5WpqqvW3EVcC4YoualJSU5gmECDATxa75UIOECBAgAA7h0ceeSSupKQkraqqqhFTbc9CjCu1P0eOHPlBUlLSvgK3dOlSl52draObfJuVT8lAXkG4IemHnfOHCRlcoV+bY1tpeUabc7/+9a/dpEmT9MP7bARVXFx8V3x8/F1yfq97KSv6pFI1t99+e5Hn8/PDkedcfI70nTvSMzJ7VlZWuJLS0rHFufk3Td/JUdUd2SUY4Rg/A+EgAbFCJtbn5Ls33n7HLV88U9ddKqkNiaYX6nPWN3lZwrHfjeSH6xf8gP/YHy48TqQ0IgkId/3w18Hvhou/vo35RQrTIHIuSoiYS0xxX3z1vmub38b9vddDbmDKQGmTKFcjWVPrOPmzoXqju3vFLe7Nopfckcec6Xr36ufmfvmR1DmmQTdWF9sluG3btrpTMJus8a1ods1dvnz575999tn5PXr0mCgENragoOCllJSUC3bXbsErVi9+KiEx6YK3x70TPf2zL5Q0HzxqpBu670AXFx8v5LJalOuF1fbhnzB5SGk0xFSPPX+APr3pvoy4VnjEtqJcN25iPSx6ZVQV4Ru19GUykDRW9OszaNCoUaN2+4ueAAF+KGx5NwsQIECAAD8Ihg0b1jk9PX1cQkJCazFemNYWMnc8Y+aHgBmlV199dev27dvHDxw4UAnrhg0blLDyzdMlS5bo9GA/zMAMR7g/v0m/sfBga+fAhRde6D744AO3Zs0a3TV4zpw5hbNnzy4UPXrW7m4AZd4RWHipS5QY4bWFhYUPzZgx45+c0hM/Axx97q9GxMYk3JbWPO3YuPjEqKKC/EUV5VV/nvLKo2Pl9E7rYVcIq7UL/ZzRr/U5eUJY+azNTE6qv/dZkS0JK2JE0u9G8sPdHvGHjRQPP8vfzttvE/vdGKwOVh9/vfz19Ivfv7Ew4VJbW+MSk1JcfLMWQlo/cBuXrXVHNjvOjcgY5VrFtnPFdUVuQfFsNyl3nMtLzXfHH3ee69FjH/ft51OFrJU5PgsTXi8jrCZGWFkGUFZWtkzuSQc9/vjj0zIzM3vL7/Kqqqoh99577xKJ6lWwCTB16tTYww47zN17/723LV+5+mYhkzEHjtzPDR7U36WkJLvy8grtM1Zm2gmCyigqpBYiriOpelr+1Hsj/TXV1UJOy6XuQlLLIarlQl6FtLJeVdJDpx5ZpR/Tn2tCM11in+vYvtuvDz/88N32GZ8AAX5oNH5HCxAgQIAAexSHHnroP1q0aHFDdXX1Vu/NGC57Cmac8q1TNhXp0aMHhqF+e5VR1by8PLd+/XqdJmzlwlDj2Ay2SGjsnMUNR2PhMQZHjBjhpk+frmXBgFu4cKFbtGjRFiQ6HHtSj8DyQ1elpaUFFRUV+3z++ec/+W/FDjvxrM4t0tL/kJyYcFlq84yo4sLCstKqivuXVeX/Y9lrrxWGgu00dpWwIvRzI6xvCmFdFkZYLYwffkKppCT0O/zYwkT6HUl2Jg4IP24M1g+t7v5jE7vugR37/cPFdBPux0hgUkqaa9G+s8vOzXbfLfrK5WZnubqqWh1iTU1Pd/36DHODB48Uvwo376tPXVVVpYuX69jqg6AD0oScRiKsEEFGXDt27HjJeeedF9OnT58HJU6M3BOeHjly5G+a6hulUoaoGUtmpHVObdtx4uR3L0lJS/1d/777xCQlJTYQy01ljnExOt3Xm/KLcO1DXkNpST/1Ru8h9+x2Xl5e5spEIK2MtOKHsB7W06f0YcnDCGtSYqLr3LHzwUcddfynkqfXYAEC/ATR+B0tQIAAAQLsMQjpapOenv5dUlJSCwyRPQkMp20BYwnB4GK9qMGMyR1FeJ6ksz3liAQz7CwN3F1Jb2exI/mhx4KCgtuEaP9Ffu7Zgu4htBt2YvLAvm1/Fx8Td0PzjJYtystKXFlF+Su5xXl3zHzz1e8kSJPUu8kIq/TjLCWsTAmeJSchEpEJq/UxP5nk2MR/zh+mMWkszPbENfGXy479fdJ+m5/f3ZpQ70j+yNbOmTBySN6Zrdu6tMxWLio6TtqFe4m3q3eVELR1K5e67Kw1+htiR/hw/QH/lOBwwsr69d69ey9/5513Dv7ggw8+lHO9ysvLa4uLi0c8+OCD31BVTWQXIPWJ+u67zzNqouJ6JcTGjo6Njf9jZVVVTI0QTtG8ltXWpG5OVsWV37HUTcKwg3AdfasOAuqRT0ZTIayQVaYDsxET5N2T6gaS6vXhapeamsJ95Knv26289PbDd8+05wAB9hYEhDVAgAAB9gIceuiht2dmZv55W6Or4cAg3BOwfMxA3RPYkXwwFA1m3O4M9kTdyAPCKkZprhDtQZ988klW6NRPBkecc9FZSfGJt6WlZ/SrE8JXXFz0WUllxV8+efXp9+R0kyq5qQhrdHSUW79BCOt4IayLZom/R1g55ydmIBKh8sjKzhFWv0QK7/ez/COJwY79flb2SO72yPaQU7/4w3MMca0TgqYETsgqLwKqhKRByNRPyCqltbpQ53BdbI2wgqFDh+L8+tRTTy0fPnz4c3LMWtb30tLSRjfVWtZVn32WVJIel15RW99NSvh2QkJ8C+piI6rRIXJKmfyjrJuIbLSnDyGqjKxCPqtr+FxNhc5eYSqwEledDrxplBX9VQthJbxuNhcT/eWQAb2PHTLk8IJQ0QIE+Mli050sQIAAAQL8UEg4+eST56empnavqanZfN5hCBh9exJ7Kr89Xa+mwtbKjWENthZGDPFoMUJLsrOzfzNjxoxXxevHqYgwjDrjgkGpCQl/T0lrdkJcfHxUSXHh8rLKyr9/+NITT8jp3VLHpiGsEI5ol5W9UQjrJB1h1U+KCBGBXBj5MhiBMkKF6z+O5JqE/0ZAJH+T8HMWHvj9wt1IsHpY3f3H2yPowuKYXkxAuJ/99vvbqDUCzLW6INTPxOpjU4K3QVhXjBs3bsiHH374XosWLYZLvlFFRUXnS7iX2PFcA+4CpKwUJuq1116L6jew9+dChodXlFewNl3KauQ02iOvDcIaVu8c/uiCb7Wy+6+OoIpbXlHmEVYhq37CirBjMp+3IX5srNZ1Su+B3c4/aN9jf/JLCgIEAI3f0QIECBAgwB7B1VdffaEYPY+IEZNghluAnzZCRnhBeXn5dffee+9T4vXjbvh+/eKPHjjipsSExD+mpmckFhfkV1bW1dy3OivnnoUfvLUxFGq3YGcJq3epbSJQjLBmZee5txhhZZdg9W98SrARqUjkyn8cHnZHZGvxrBzhv/1uJNg9xu/6JZKfn2zuiPjjoUdgfuFpAn99TId+HTDCamQVyczMbCCspDFs6DDdfVeOLz7hhBO+EQL7ZXx8fGxJScnajRs3DnnqqadyNKMmwpx5X9/SqXOnWzbm5sUwcmrk1JPNyWp0lEiM1EX+MbpaWVmun7fRjZXELS8vFcIqooTV23xJpxpLvRmJLSstK4iJjfk0OTn5zTHnrn0qKmrXyXeAAD8WBIQ1QIAAAX5g/PGPf5wohtcJpaV8KD+4Lf8cgHHNmjsxoieJQX1iU4z8/FA46JTzDktNTb67eXrmsLramqjioqLJ+YWFN3858dU5ctpjIrsRu0pYIU5ItFx7WRsYYfXWsPJZm8ZGWEE4mdpEVDy/8HN27P9t6YQf+2Vr/o0dA/+xwV8H1U/otx3bb+oL/P6I6cEvIJI/4ve340h+iIFyU99wAeEjrEZYY4UQ1koaQ4cMFXKoGzStknR6XnHFFQ+2b9/+YvkdnZeX99C6deuufu2115rsO81Tpkxp3rlrx+lt2rTuX5BfEMV04IYyQ1A3Kz9E2utLfFO1QggrI6mMsHIMUS0uKVKiCsH1/KvWS6tOFU1NyEyNn3bqqb9h+cAmZQUI8DPBlnezAAECBAiwR/H3v//9rfT09FOYDhbg5wM+CyRG9Ds1NTUn/RgJa8eOByT1OaDP35JTk69JSWsWVZCfv76ssuKWj1575nE5vVuM6ncWL04YmJpxdnlJxZJevTrOEFJSv6tTgiEQTAmGKClh5bM2TTQl2I79/tsroLE4oLFj4D8Oh9UjkmvH/vpybG64n8VpLIz/vP+3P4yJgbKb7vyCf6OENVYIq7Tp4H2H6IsHfksel/ft2/fFk046aVFKSko71oEWFBQc/dBDD30gaXkFaAJM/2p6j87tOo5v0SKzT76QVjTPyCqbK1EWoN/01TXR3hpUCGplVYXu+ltSWuzKK0pdaWmJ6ShfmO9riQlJEwf06f5xt25DgjWqAX72aPyOFiBAgAAB9gjuu+++hhHWAD8fMMIqhPU9MaKP/7ER1uEnnzEkMyXjkfSMjOHVlVVRhaUlz2bn5f7pu/fGrQ4FaVJ8v3p1r6TYxAvr66N+HR8X26aopPikHl07ToJ47AphNRIFMYVbrNcR1sk6JZhdXDlvpNVIFoA8GbEyt7Hj8LB+wc+f3vZIpPDmZ/Afh8PqEcmNJOHnjFz6/SKJ6cxcBKBP/c6oCCOJ7AyMWLqU3XToF/whp5DVSISV5f+D991XCuZcQkIc+eko669//evTOnTo8ILkFVtcXLxArrcRTz75ZLFm1kSYPfvT1i1bdXwwrVmz0yXj6NLSMq/O8o9Nx1h/Ws30XyGp+MfGxbuUpBTtp7NmfSnnq6Ue6S4xMcmVFJd+3bZ19gHDh19WHUo+QICfPRq/owUIECBAgD2Cxx577L527dr9X1VVVXBP/hmBb8ZmZWXdd/HFF18nhrVnzf8IMPKUc8ZkNGv+37TmGc0K8/M3lFWW//7jsc+9JKeavA7Llq0ekZCUfL1wlTPE0s+qqa1+uqym8vE+XbsuDwXZhSnBoTAiSlglbNaGXCWsKxbPUgLlH2E1QgUgT0aszPUTq8ZcE37709leCY/j/23wHzcG6mwwHfiP/X5W7/Bz2yPE9f9mdLGoqMiVlJRo/2dDIVwIKzvfEt7qg4507WfIxS98hLVFixabEdaBgwZpO7ILd2iU9XcS76FrrrnmjYyMjJPkVHR+fv4/161b98emnBpsWLZsyTmJSYk3xCfED5V8o0pKir3P1FRWSD1iXHJistQ3ScsH0Mnsb7/WqcFx8fE6tbmuvi53yKD9+7Vv375J19sGCPBjxrbvagECBAgQYLfi8ccfT0tJSfldTU1NF/nZ5EZUgL0SbPW5Mi0t7YFTTz21SUd7dieOOGvM39NSm92ckJAYVVhYMHXDxg2XfvPe+O9Dp5sKUctXrzs+MT7pxri42EMqqyrn11RW31NcvPHFAQMGVIXCNKDpCGu9W7dho3srtEvw1kZYAUTKiKjfDffb2rGlY7/9/uF+Jv5zdhzJbQz+etix3w2XSP7Ar5NIx4gdm1tQUOBat27tjjvuOLf//vvr74kTJ7pvvvlGd8hlmjygDuglEmH1j7BuIqyx+smXAQMGSWQhrBKefiB5rpTk+o8ZMyZDCOA3kn7LioqKGiHMox566KEv5ZxX6CbEWWedFfOPf/xldK2rP7u6qnqkkNWOFZVl8enNWriWLdtov4qDTEtY+taS7xfretW0ZqkuN3cDI8913bv0GD548H6zpc5NXr4AAX6M2PpdLUCAAAECBAjws8ewYZfGZXavfDwtPX1MbV19lBCNhz76dsO17vvJlaEgu4x169a1qqmPOTc6KubquPi4ntVVlVNdnbu3Q4dWE7dmuO8qYYVMbRphDRHWJR5hxT8SYYU8mRjhxI107A8TfhwugPMg0rmtHfvd7YHVx/Rgx+aGH4eLnfPrxo79gh8oLi7W8l155ZXulFNOaagnSyFuvfVWN2PGDBcfH69hOIf4CStuOGFtmBIcJ4S1ulYI60BJsV4Ja/go61VXXXWZhH9A0oqR/vu1yEHPPPNMhRZiN0HyTszJyelUXJGXnhSfekhycuo/slYvikmQeqY1b+nqo+Jc1vosV1iY7xKT4t2G3PXSD6Ndu7adTh03aML424OdgAMEUHh3iwABfnxIEMlMSEjoIXJkcnLycSI3JCUl3Sbuhe3atUv2gv0wSEtLO1DKcQvlSUlJOZcyyvFwOdVSpLkGChAgQIAfAfY58OS0jB5VbzTPzBxTWVkVlb9x4zUfvf7sb5uCrM6fv6bF8uVrf7lqTfaE2vrY76Ojom8TmvNxeUnlsA7tWh3ZsWPrCUI2PDa02xEiWRw1/NkEI2CRxM5HImzh4g/jPwaN0U1/SSxseHz7beL395/3uwhojOhKCM8NhZODhuPwfMLz9J8H5MGI6MiRI5V8sgkSU4JZy33IIYcI4axW8aexNdkclN9f/3pdNxrC9SJpDz300MNFRUVTJW69kNyhzZo1u47RUC/I7oHUuaJ169ZLenTu81VsdNTUeincmhXz3bzZH7sV33/ryorzpP6pLj4h0auTSGJSopProEf/1/pv/9uHAAF+4ggIa4C9ESzuSImPj+8dFxc3lE8+CNn7nRDAP4g8Lw+314UQfiwPmy8SExOnybm3JMxYce8SuVUehI+WlpZOkofEUV5yew6tWrVqm5GR8e/a2tpxUqbbpby3Cll9mjKKO0nK/JmU/bPU1NSJUo/XRO6mblKPMbGxsQdIfQeTjEi8JhggQIAAPyQ6dkxq3y79jfTMzNGlxcU1BXl553381gv/kTPhjGG7kZWVNWDVmpzrVq/d8H5qs7gFMfFx/xYDvdJFRf+qrCS/W6f2rS7u2rX117uLqEbmZkKCQi6kwX4bOVIyEfa7MT8TI2vh4o8DIG+M4jI9trCoyBUWFrqiQs81KeKc+he6AhGIHvEsHSNq9tvv5xfzB+xiW1Ja4uVrQn7mkl9ByJVyIfWiPIinpYUY7Hck0RFsibds2TK3fv169aP8jKiC2bNn60gro6Lhcf0Cwn8DpnPzm5F1yCo78rLLMyPqkm8XOTdGJFr09n9lZWWllF+eyX+QZ/E+Gn0PQLh4blV1TVlGi7auuDDHrVg2z1XVVLtEIavJSbxj1+/H6uhwSnJKf7EnAsIaIEAIwcUQYE+Dp1OGELN2MTExKXJz7iUPrWbyQOku0kEkQ6SrSJJIaxG5d3trV8KlMfAgqqiocEIC+fmKpP8XeUDO15O7D/FCkK+Uct1UVVXVFg95GOqJSOChhAC/ERHyz5PjEjm1QVx23CwSv4UiRfLQXyHueqlTkTx418o51nMFax4DBAjQ9OjXL/7wPkNfz2zZcnRpSUlNUWHBmZ9NHDtezmxiCtuBlStXZtRFJ42MjXYnyf3rMPFqJ3fw1XUualpsXMyE+Oi6z8Q43+l1vDs6JbimhuNNhIt7L348VdZl57q3Jmy+6RLCMeIHzyFIl98N94vkb8cAwrZu3TqXtWatO/nU03S0rUY/saOnBRJe/3p/hNgLgSxw06ZN002K+vXvp2XX05sibXbcGD77ZLrr3qOHG77f/k5rJrrwoyFPKWtVZZVbvmypmzHjSzd46L4uSZ6v6AX9AXRj+vTr1e9SptWrV+so6/333+/69++v55588kl3xx136NrWZs2aqZ/pzqYCQ2Rx/VOCEVvDGhcX6yoqq12fvv2lNDYlWETceG8t6zLJn42QCq+88so/S7xb5TgmPz9/UmZm5sm33367p8TdiOXLlycmJMUvjY2OavftrA+iUptlus7dB6vesVkKi/LcmqwVLi21WX3nTj0fW7V8zVWHH374bi9XgAA/Bmz7jhYgwPaBUVGewB2FjKbLg6CNPGggoakiPEFS5GHTVdyW8jtNjiGmDRspmABzI4GH3rZAfG7+pM3Og/LwKxfv+8UwuHvNmjV5XqimgzxkT5Vy3S75DaJ8bNUPWeXhui1sb13tgY9gJAiqxN0gv6nbUjlfLGktF3eN+OWLAbNQfldVV1ez4QRhttioJECAAAEaQ/dhRzXv0aPDs80zMk8qLS2tKyst+cVHb744Vk5t8yY8derU2N69ew+qqok+Njoq6pjomOi+evty9d/U1tRMqq6Pen+fbu0XhILvMl544bWnjjnmmAt3nbDWC2HdKISVTZe+dvWQVTlnpNXCA7t3c5/n2Fw7Dv8d6RiJlWfUqpUr3dFHHeu69+zhykuKXHz4y07TuGTJNNri4lKXKsTumSefcAMGDdTy62lJb3tAuMqqSrd21Vp3yWVXuvVZq4UopknyEt+fRChfwq9cscL1GzTYjXvjdZcvhDkjI2MznUQSe26Zi5DW999/r6Op++yzj47u8rtbt25KPkPPtwYd8hw34Xd6erquXW3Xrl0YYY1z5UKq9+nTz0XV12l4W8MaJ25MjI5G/1byf/iiiy6Kl3S+TEtLGyD5RRUVFZ3XsmXLl/fEp6XWrFn5j/btO11XXFIcwyZT9fWiQ/kXExXjcvM2uPU5q11O7oYvU+JaHX7yySfv9R/mlrY9UXR6m+h2t06tDrBNsBb7QmmLJSLbvEf/GLF9d7cAATZHOyFkx8oDoaM8QAbJ70S5QPqKGy9+beQ4wR42wFzxb3hggfCHmMmugjSMsCKWruTHaOUdGzZseEzcXb6g5QE3TOp2m6R9Ir+pB2CqFm/Nrd47i1CZG3QESBN/XPPzu4QH9tCX39kirDNbybGEyRJZIvKN6Gi6BgoQIEAAHw4++bzRiYlxf2+ekTGopLiopiC/8MIvJo3d6mdrli7Nax6bUHtodJQ7TYIdKl7pcrNaITemD11d1DslJblf9e3bd3fshhz1+uvjvhg58qD9amurd5Kwev5UL2u9N8K6fMnX3vczQ8K91e6vBnu22D05/HhbfgifMzlg5MHusiuudG+MfcVdduklGmZruPnmm91vr/69e+3lF93nX3yuI62A9Az+43DUC6GrFHJ33Y1/dFlrs1znTm3cwIEDtxrni8+/cF/N+tqdeeaZ7vrrrhV9Vml406Ff0FOk3+byXGYDptzcXCWVbJyEy/pV0jRBDwjniMMxhNU/wirP4QbCWlZe6Xrv01fieiOsxAkbZV0qVRki6RRfeumlR0q8yWLLxJaUlKyS5/a+Dz/8cL5X292L7Oys38bExtwg+ugEYY6KinYVleVCVLNccWmhW7tu1dSygqhjL7ts7/8Oq9ThRXHO0UoE+MEgfZuBif+TdnhS5Cc5627X2UGAnxXatGnDG8mp8iBg86CGBysPl3DwYPK7BowF/Ly3n956FeJ7RkSNHvOg2VkQ309YDfgjkt8XIrcIcZ0SOrVDkAdkO6n3H+XwCnFjeAj70RSEFZ1gJHkP3Fgtt/nzUCdPvz9o7BgQz1wT0fXdaWlpt6xcuXK37pIYIMDejOOOOy5hZXFlz3YtWvTNzt/YLTUxJT02LiZRuEttaXl5aUVZZVGz5mllbVu2KMzKzVlXWFRUEBubWNB/cO+81x56iKn7Pwl0POCApO5tuh0lhv8lScnJJyYkJkUVFxWszM3Nu+zr98e9J0G2IKvz5s3LTGve6kQhBGfW1tUdICYrg5Qzo6LqxtVWu/e6dGm7LBR0tyEvL++Q+fMXfdiuXceY+PhYt8uElSnB4xsnrIQ3cJ/1C/f8SG74sf833yM9/Mij3U03XOeuvPwKl5+Xp/nGyP2dzYjIj3DM3KmSZ0uc1K2goNC9+fZ499hjj7pp06a61NTUhvJsFyTN8opK99e//d1lr1/v/v6X25U0VspzM1nyhPyhOepbWlyiO/AybfncX57vxlwwxgnZc1VCWKMlv0063JykhvuFHxs4Rr/4G6gHgo7sOW5iU4L9I6yQWMpcWlahhJV2NKLqPUM3G2W9QtJ+VKTuqquuei4jI+OXEiG6oKDgtuzs7Dte2w3fZo2E2XNn3tW1S7fr6+uiY1hrm7txg9tYkCPtUuKystZ8XJJff1RAWANsL6Rf8yy6VtohIKwBAgB5SNwjROk6/wPHHjT+B44h3A9DAaKVlJSkDxK5sFQIh/Dg4sEMKSPczoD0IhFWA+eB5PeKlOcvYvBs7/pWXacq8W6WdNv4deDHrhJW0kUX6MifjumJ8+RBHe2Bjr/B6mew335/jkXX+RL/sLVr184JeQcI8LNAZs+ezTq07XxMYlL8CVEu5hAxZnvEJzKNn2tJ7g3yj2uE9YIKrjsMeMgLL9zq6srro6Jy5TosiouLzU2KT1xXVFa2Tq6wgpjY6FVR0bHZq9euyhs+cN/CuKTo7NcefRRjYq8zIo46a0znyuraIWLHHxYTHXNSSmpaj9i4eFdSXFhWXVPzePbKjXfO/+qd9aHgHurro1auyj6yPtpdHB0ddQI6qq2rnRJdH/VSfX3l1M6dOzf5soutQZ4Xzy1YsPi8tLT0qMTE+J0irEZKaXkI65tCWMPXsCKR7vn0ExPuxztyjHAfHzJsuLvx2t+7q4SwvvL6WHf2ub9wORs2uI8+/MDFin4rhVAPH76f69t/gJvw5huuV88e7r0PP3T33f8f9928uboEhbT8CP9tsDrXSH0u/vVvXGZ6czdi5AFugKQ9aMgQN23KFCfPBCfUTtfTHnfyKS43Z4P74IP33XNPP+2G7T/C3SYEt1qeQeRh6YWLPcf8x36/SL8NphuebegLF3uAYwirkVVcP2Etq6h2PXr00DTCCSsu/ULy4ZvBQyWt4t/97nc9JN2vk5OTm5WWlhaWlJQMefzxx1fI+c0Nl92Ab+fNurtzpy6/d/UxHmHNy3F5+TlSh+KAsAbYYUi/DghrgAB+yAPibrnBX28PmnBszQ8jgY2QIGL4sRYHATycIGc8dAAPcYjrzpBW0toaYTXw8JN6MI3iP5LX3cXFxRu9M1uCdaqS7u0iuk41Uj0Nu0JY0Svl5415qHyanmdMOa0POsRFn/ZdO8uL43BE8gulnSWHJ6xbt2625xsgwE8bnQft361Vq/TfxETFnJeUnNKF9YNVlRWusqIqx0XVf1dXW79SCOhKuWjK5bqJluuuuVzrmXKxtBCCmiLhm8fGRLeV+1bL2Ji4FNYaRsu1yG6rXFNiZkNrXU2IHEXxJc+6ujwhTCWSXG5UdFSWnM8rLikryEhrlpeQGLc+Ny8/K6reVUZHxZS4uqiirh3bFWe0Si179IUXyl12dpXkz5zByG/Htg5unjHHXHxxStnGkpY1FZXtEpKTMoQCDKqtr+seExM9KCYmtk9iYkoSo3boobysbGFlVc1LYrq/+M1H4zHsGzBv3vK2zTNSL4yOibqsvq6+k+joM/F+qq667O09TVINottOtbU1cz///Kvm7dp1lHvjLhJWObZNl5YLYYVI4E947sUI4Q12b8W1e7D2A/ltfpGO/b+jJYno1HSX2CzDjRo62JWXFLvjTjheSGKO+/ijj12MkC02PBq233DXp08f98H777vi0jK3PGuDW7N6pcuIjVLy6Qfpbg1MCU5ISnZrCkrdqJEjXJS0/YAB/V3/AQPcxx9/7NauWetipGAQ1mOOO5ZRbPfuu++6Fm3auQ8+/cKlx9a70oJ87femQ9ONX7bmF+mcwXTEcw49YQfY8zx8hNWmBCcmJriqmmjXvn07jauEFaKq8T3C6xtlvUTCYNjXXXnllX/PyMi4UY5jpJ6P5+TkXP7aHhhl/fa7Wfd07tjlmoCwBmgKSJ8OCGuAAH60b9/+H/LQuJGHDfA/ZAzhfnLx6IgpJI4pThgAbJPPpgsWlgcRZBUyi/CQYkMCCC0Pmkj5NAby2x7CaiAvqQ/rW/8WWt/aYBw2tk51a9hZwkra6JVdEolL3dGREVbLGz2x4QXEFb1CWtER9fYj/LcBf0TyWifuCWvXrv02dCrAzxwzZ86Mk2snsaSkRGy72Ljk5OQ0cdkkLVWu2STpM6xT55NT7OIdL/0yQfySJCq/1ZV+yoK6BPqY73qRn0LXxCgUvxiOxa0TtxZXzuNqYPHDAdXixaYjkEdeLOGWibAmu1pIRLn0/1IpX2VqamqFlKukvLy8RO4bxVImftfK+YoTTjiB8C06Dhj6++bNm12VkJCYXldbI9dV1ReFZSWvr1uw6D1XXcosi+3ajfPWW29Nvf1//0s+ZPhBzcsrqlrW1FW3E9O7eWbz9A6iu46VVVWtkpOSMqQ27aT87aKjo1KF2MZERTOjRIitGMx6X5LaUmOmo3LdCzvSEVyJUyEst0qIFfUtSUlK4q2U+Emh6+qr61xUlRi41XK3qJJwoiNXLdQnVohkfHR0bJwQjcTYuNjmFZVVzYWopYqxnhobE9MsNj4hCoKOAU92NdWVooMK0ZWbJelMq62v/ejTca98LlXc7NuqS9eu7RwXFXtdbHTsZXzasra2+onKmrr/9e7afnfvvL5NiN5uEufvU6d+HN25c7ddJKzS/HLsbbq0ibASlvO0EUJ4P+ivjQn38W35MWLfuWtX16ZzV3luJLgWcm8vLCrUe3oKU30lO7lyeJngpG/p5khFhcWuRJ4N1WXFbvmSJTp92Mpi8B+Hg3pQjt79B7gK0UPHDu2lP1Trc5M8IXbUkr5ZXFQsv+NcvDxv1q5b55JEt4vnzRX/ws0IayQxfYUf228rC7/9MN1QRq4Vv4SPsBphZdfikvIa17FTxxBJDY3MIqERVo5Da1kXSTY820uvuOIKvlrwrdxDOsq9o1ruIUMeeeQRNgTbvFBNjICwBmhKSJ8OCGuAAH506NDhH3KTbyCsIPxhA/x+HCO2Xf3GjRuVjPIwsvOA3zYCi8sDCzIGON5eEHZHCCsgDiLlmyHuH6RMGGN/FmGdarS/vtvCzhJWDCNGViGkkFV0RD0gpf76oy/S5kGNrhiJJhzxTJfAH8dgfqG6BoT1JwjpA1G5ubmpX331VaIYcsnSF5tJf8oQo7u1CAS0uVwXbaX9M6RvsfgtTX5DOFPkmBHFdHEhnxBLPkMVL3GiuZbod7jWj4AdR/ILh79/GhoLCyy8P57/2CMansj1Uy9pVUm9mLYB+cQtkDJvzM7J7VhSVt65vKJc1+7V19Uv7Nuz27P9+/RaKFErSktKiitra4tEH8XZ2dllAwYMqOjevXuJpLcrD/4Yl9kzZeDAns369OrWZt7C+RnRUbHNW2a2yKiorGgj7L2DNFVqYnx8q5j42Ay5hpvV1daliH+qEIT4qJjoRCEEsUy5Zaoy5ADigr7ElJdjyUGPGdUViF7QDcfetGUhv3X1kNpy0U+h5LO6srZmRVRdfVZVVc238UkJSzZmr1g8d/r0iBvNLFq6av/khIRLpOEvkjwrhPDdW1le+N/evXvnhIL8oJC6xot8I4d9hbBG7UnCigDru9omoWOuEfvtl3B//2/Sp8zY/Ly/8YeT1EPHesQfvQZZP1olddIRfg23CeG/I4G6UN94eW4wQuu9N1Iv/qqr9RTxaiv5Spmr5HkkfUrLb7rw6yWSNHbe/IG5wOpOHtTVBBIfaYSVKcFJSYluY2G569qlixBTb1TVi7M5aY00ynr55ZfflJGR8TfJj8/c/C8nJ+e3u3uUNSCsAZoS0p8DwhoggB8QVrnp38gD1g//w8Zgfjzw2cUQEgpZ5ePjPDjkompwSQ+SxjHElpFYCBjkD+IWTsa2BtLYUcJqIC75iORK3Jb6UN9B7AxhJR/Cp6WlqS4oP3oyIopQNsKZ8cTDm+39qSMj1sQnDDDXD79fqJ7r5DAgrHs5pJ3i3n333TRpM4hmkqCtECumpTaTfsEnpJpLsDYSro30AYgmfhnSR9LkOFn8GBWNYZ0bfSbU9iSt4BihT/ldE38YO95RbE8cyrUzsHi4fgFcE3ZdYBR65yys+Ms57k9cs6JTLnYd1ZU4xeIWiEDm2JRsg0i2SIGELRBdFss9raC8vHyNpFWSmJhek9gipbR9827l7F0j8TcbpdxBUHjaMcU1b52WnN68WWJcYiIvrlKTk+NS0lKSErjBCB+Oia6Pqo+Jjqqrrq8rLisuy99YXB6XHF9XW11eVZiTV+AKswskHQyZRg1fqWPMsmXrOsQmxnYWHQ0VvewnBRgu9Wor9VhRXVf9ZHZh/osj+vVrdMnEDwHppyeJ81ZdXW30tGmfui5dmoKwbvoO6/YQVoPXn7Yu1g93RCxtc/3+INLvcPj9wssNzG9rbmN+kQQdWZjwe0n4OTtG/LB6oTOeb7jcuziONMIKYU1JTnLrc4ukH3TR9iesklXf6CpE1TfKyqffhomUXXXVVS0kj7ny/G1XWlpaIvfWwQ8//PByKcrmBWtCBIQ1QFNC+nNAWAME8MMIqz2I/Aj/DQiH8JDhwb9+/XoNx8MHAmsjqRiMjBQinGvVqpWSNMAoKw+s7QXp7SxhNZBGpPpsD3aGsGIQMVpKPPQFAc3Pz28YbcYlPYxWdISLPnlQs7sjO01C+NFdJFAfA8eI5BMQ1h8Is2fPTpH2yly3bl0aG35IP82U9mwnbcL3ixkFbS99oo1IuhzzLeN06Y98wzjBXmDQ1rSj9VNzPePbm0IeSX7uQAPhDz70aNcrLr+5d9gxwDV9m4655qTNxPKOqpVTRRK+REKVR8fEVEXHxFbHREeXSzoV8fEJ5bHx8SXRUdEl0bGxxbExccVxcTHCkDgXWxgfm1AWmxBXHh8fUx4fowQZwlsl+TFSXCF5YoDYDYUqMJ1aOJk2KJY/52LFjynX3AQYGU+srKyNLysrSxaS1qK8srqNJNNaKpUkBnKG2JfN6+vrMqV2aVL+GJQi8XPk3Nzo6PivEuJip7dtm77bd/ndWYja3xbnxKqq6qjp0z9vAsKKir3P2rwphNU2Xdpewmruzoq/r1lfBHZs5yy8Hfuxrd/AX/bwegB//fxuuP+OiF9vCMAP2G9zrczU24Rrkfsdrn+EtWFKsDwHU5OT3er1ea5L587SB5I0nS0IK7/F9Y2y/kbCPSVSJ+TwtoyMjD9JfjEbN278V15e3k27c5R1FwjrBSJ0imdFPCX+gJB2bDLCmpOTo/ZNp04skd+87/rP8TL/66+/dt27d3edpb3DwzYVyPOFF15whx56qNt33313Wz5NAenLAWENEMAP1rCKsbwZYTUX+I8B4XjgMHJoJIzfEDAePPjzG1LKTYg1m9yUeCAxKgvww2Ag3PaAm8quEtZdwc4SVttoCbBLI7pjpBkdoStICrpATxBUSCv5oCsjspHq67/J2jH5SJ4BYW0i3HrrrfHHHntsqhg56dJuLUTPrPNk2m176YuZciwEIaqF/O4gLlNuU6UNcCGn0mzeGm6MMkB/4FpC6Acm5mcS4IeBXUe4dsw1Zb9VQuflj7qcp52FyKrRzFpW8ZXzEldsPab9Eta718XUKeGNiSmQflEo8dmSVdxo1rXWRjMfVI1W1gLXMVE4uq5eKJr+Fy6rE4brY4R/1UlPEdIbLfHriiVesfSa0trquo3S7XJjo2NXVVaWZ9fWRq3r1atjFmlrZfZyyLWwjzizpbyJ3Os//XTGLhHWbX3WhvDh12A4aGNzIwnYoo9EPEca9A2BheFQznteXnjQ2LEhkl+ksqMlcrFz3vTgKNVhlHhxnrp757z6NybAwvpd//nw8OYatM4ids34hZe0RlhxebnN8zE1NcWtXJuLjeIyM5qRil5nrGVVsqrHHlHld2iUdYHkw2yCsmuuuaadtPU8eQ5nyvN1neTd//7772eGwm7BThDWk0X+LtJP5G8it4n84NertG2TEVZezmM/3XXXXe7666/XNgNz5sxx++23n74gnDx5sm4+1rt3bzdlyhQ3atQo7Se7A6tXr3a9evVyb731ljvmmGN2Wz5NAenLAWENEMAPRljlpr/Fpkv+B47/mAc9pAoytmHDBiVaPDQgYmwc1Lp1a/3NmyymC0NcmQLMQ4kHEcYCvyFkdvPaFuRi/VESVogp5aWuq1at0k8VQNrRBXriGB0hkH/CkQcPbepsmy8Z8PPDfuMikmdAWCPg1Vdf1XWbon/ppiktRK/p5eXlHEMwWQvaVtzWontIJ6S0lfR5puvyhoX1oKmQT9oGoU25JhAz3HBpc/NHgLkBfrrYsq0jtTnXar0Yq1FFcqlWyHG5dJkcuW5za2vrN0q3goTmRcfFZMfHxOTL/a5A7gf5zZo1yy0oKMj+5z//WTBr1qy9fjrhzkKuHwz3m0Qf0byo+/zzL92urGHdggx5GYoAAN2uSURBVLCGpgTXSTyuUxO7fje13eawe6v/ONyPewLAtXN2ryiTutTWsGdB6JwXKRROf+j/hPgEfemLP2Uy8HtHwGZNPEfKSr0NEK1enstv/RX6HaWEgh2l2QXbwu+IaGqNHPvh1TcyYYWcRpoSDGFdsSZXfrdybVpnanyPqHrrWTeRVs+1UVbBr0SelfB1V1xxxfOS/i+kraPFVjlXnruv3X777ZsU3ITYAcJ6iAj9/UARa+CPRT4S2VrZWov0EdlWp0gUGSHSWLjnRH4twmyPLSD9r0kJ6wUXXOCefPJJt3z5ctexY0dtx3//+99qM1555ZVuwoQJ7uijj264jgzYREj46Cy2JX3E/Cwc/QgJhz+dNWvWNBDWESNGqI0Vnv6OpBdehvC0dgVyHQWENUAAP+QC22JKcKSHDr+5EHkYYryzLhXCygXPw4KbDxc3Dxp+c/GKoaXnMUAguLwpxbD4uRBWdER5KTtv9oyw4m+7AjO6ip5wTSdGWNEh+RrwM9gxrom00TrJ9ydJWKV/Jrz99tvxS5cujevatWuy6C65tLQ0TfoTT5Tm0jZMrW0l+msr/Y31SxBO1oky9VYJqPjFy+8UXD8BRXe4wG/E4prw2+A/DhBge2H9DNeOEa55f3+zY+6VclwpUo5IEuywzAZJedJPS0QK5TrIl/jr5R6VLeErJd0iCVuYlpZWRPisrKwyuedUnX/++UxHZmryXgepK2uz50r5ulBv7re7Tlg9/XGX3LSGdeZmhJUwuIQH5vpBO5kbfhzpN0J78szbsD7b7SdGcctWrb2RTUrj/SeWhNUDjbNhfZab8+23Lj0zU4zxFlou/LcXGlZk1YqVLlmI734HjGzQlR+bUvSmTc+fO9ety8rSnXjpi+hEzxJ3G+IPZ8d+1w/TjfV5b2R0E2E1shpOWBlhTUlt7jq2Z28HNonaRFAbXBXvOgofZRVCdJxcI+PlORorz9NxQljPFMIakajtKrZFWB998IXRH3300VMS9HSRXSaD24mVIuHfoZ0i8g+RiCRI+kCTEtYXX3zRnXvuue7ll192p556qtqE7NXxySef6GiqPNcbRlg5hry+/vrr7rzzzlObaPTo0e4///mP69evn/v973/v7rnnHjd+/HgdIZ00aZI77bTTNBx49tln3S9/+Uu3bt06JabS1u5Pf/qT3gtuvvlmd+mll7q+ffs2kGiuAUZ/r7vuOu2TEydO3O70LN6bb77ZUFYwY8YMHT2mv+8KpB8HhDVAAD8grHKhNmy6tK2HDxclJIrRQyOsgBsTZMzeEkPSIKY8uDFAIGkQVuL/nEZYuQky7WXlypVK9I20oifqYvpAiEN4HtrUGcJKHMBvgx3j+o+lrX4Qwvr00093EKOjldzEGQ6mgWKkHlK9GL57GSt6A/p5FSHnfF6FtXmQxyTxF9XGx0q4RPmdJg9L5n6xsy273RKPTYZS5FyqnEsV/2Q5Jix5QVKjwttGzqmL8UX/xUX8fiYBAuyNsD5Mv+bYhN9+P38fpm9zP0HEH6JbgyvhyuRaLJFjSG6ZuKUSnBs+BLhQhLW6RRKuQq7hakmnStLQdbekIfeq6tTUVNJhl2ZJQh8WKuJXK9d1nVyHtfIsKLzooouWiv8OQfI7TxxGxKIhn9XVVe6zz5gS3H2XCKtuuiTIYpfg8ZPc8iWRR1gRQLxwSJm2cMOPw39zD18l9/sDRox0Rx93vCtg2YyQKwoeCtoAwjNNuUqeMRuys92rr77i+g8aqH52frsgwWql/ksWLHC/v/4mV11TxZQSqZtXJ38yHDNdPVuIateuXdz/HnpY7th8KzxFw5sOIwmI5Af85/0wvZjw3PPL1gjrmqw8FxWT4Lp0aivPQm/qPXE2kdXQ9OBGRlmvvvrqOGnn2fIs3qe0tLRMjgftrs2XtnOElZ3bfyfyfyItiBfCDJH3RKaJbM8IMM/4iLuB7yrkemhSwjpu3Dh9Yc8aVYjn9OnTlWxiO9L2nPcT1q5du7pBgwapP+FmzpypBHefffZRoglpbdGihdqExIEQQ4T53vCxxx7rZs2apfYm5wgLSf3qq6/c+eefr+mfcsop7tprr1X/Dz/80F1xxRVu6dKl2m8jpUf+lNOfnsX77rvv3MCBAzX9AQMGuKeeekrzZwTZbLedhZQnIKwBAvhhhJWHdvgDJ9wFPOR5IDNiysgggh9GFMTBLlIMCDOeOGYqCHH4DTnDjzjbAx5yP0bCSn2JA0ldsmSJ+qEf0xPnTE+QWupGWB7e+LO+FV37gS7MDT+WNtzjhPXJJ5+8Ser5R6lDM/pJpHLZMfU1Pzv29y0L6wfnzajk2MTO+X8D/3GAAD91hF8zdn2Zv/+3XXO4kcC1Y/E49j8T7BoE5odrEkqXb15O2Lhx45gbbrgBUrxdkHQ/EOdwSScKwgRh/VQIa7eu3eV+uCuEtVYNonUbQmtYdUrwlmQVIY6BY9ODwX77/Tk2AabX8vIyN2LEge6qq69xU959x11+2aWN6txw0003u99cerl79ukn3edffK7fIPXntS2gFab1Xn3N9fK8qnYd2ma64dsY5ZkqRvf8BYvcYYcf7m688XpXUV6u5TQdmk625xj4j8NheiJ9nnPmIo0T1lS3fkOhK6uqc506tHHN0pK9eCL+UVYjsTGsbRUiHhpl/U6y3U/Cl1955ZV3CWG9Xto5Rp6pl7Zq1eqJ3TEteAfXsDJt9xIRiGt3EabpXiyyW0Z/dwSipyYnrBBOpuBC5v73v/+5Aw880J1zzjk6My+csGIbHXfccTp9l6VTINLa02nTpimh5Bzh/GEYRYXgWnixiRrOQViNDBspnTdvnuZHvtuTnsUjHdL7y1/+orYaxPfRRx/VpXLUfVcgffgnT1h3uYMF+NlBroXNH7yNuYAbBQSLhzyjhPw2P0glJAtCyjEkDEPCCC5hAH7+NH9qoG48vNVgCtWTKcD4UXcIMDpCV+iJ3wZucjx8TVd++NvDf+x39ySee+65ZtL2N0k/4HMsDUSc9kaoh7+s6IP6UzfqbHW3Y0bjw8Xfj8zIRI8IIG3rgwh5+n/vrFi5m0J2J0wXTS3oeU9IY/n5yxJI4xKuK37bdWbXGtcP1xjXE/cdjKlIwv3If0x4uz5JJ7xtAP3brhe59uKEfJwm97qD5Px2dXxJb4g4B0t8JavqJ2l7183OXztEV+GYf6Hf0dGb7hfk4RcvnnfeDzvnh9/PdOG53j2end67de3oli9b5v59773u3rvvdv/+173uof8+6B584L/q3n/vfe7ef4q/uCuXL3ft2rZxGRKvRnRNWuFtu1UR3RG+a9fOQgBT3fPPP+/+c9+/3b8k/Qfu/4/m5+X9gFcWKdPLL72kdWVXVqbahrctaOzY4NdDuJ7sN65fDI35G/ChfORbVlauLyqsjP6RYPzUP+THywxJr78EP0N+R0vffVeeI0IjtY5HkazIDw1mMDwg0lPkIhG+P7ylgn8iYMT0xBNP1GnBjzzyiP4Ov85+zDjhhBPcWWedpdOOl8k1z8BDgG1jy6s+QICtoEuXLv+UG/kN3PCBPQTsOJLLA5lprVyUtrGSGUmAh4+lwzGjqxAxfmP4YAzx8NhekAbEhTg7Eq+pgMG2oyOs6JOyMi0Y3XDMGzyMQGBpmY5InzC8aYbsMR2YMJwDuP7jcBeRPNdJG+yxEdYXXnjhqIKCgvfmzp0bhZFr5aDclWIk10p/8JfRXOqcGJoSzZvocFhYwLE/LjtrMhKAfv3hgP3mrS0f3wfloanW/jQMlCMlNVXf0MsJDUv/DG9n4mhYSRdCDthMpVrqyLnwtC0sbUo5yR9wnrRpX64V05mdMxCfuKnSd/AlPmucJScJ6IXxhyc9pkCJp44gERb4wxgIy4gGYcmnSPpZuC7tmLIy0sFv9EJ4YLMDbN11eD6EQyiT6Yu6ch0Rj3MWx8LyQitO6owv9wfChqcLCJssuk2QsMBeajQWlpdq3Kcop78dKBcueUVqcysX97lYwoqfEbjwsICw3OOsvoTz19dAnujb/2IqvOz+8H405t8Ytha+KdMCnKc+3bp1oz7/knvQjdsziiW6wGi/SiSKkVJrk1mzvpW0uos+Y7ZrhJVj/PR8SPS6l7BZORvdW2+H1rCGrkeEY8QfB4mE8Day37j+Y0BfP/740e62225xp554spsw+R03cOBgVyr+y5YvddGUTcJ1bN/RtWrTxs37drbbp1cv9828ue4+Ia8T35mo9w8Qnm9jYBdgRpjvufse0UWVG3HACNe6RSvXpn17t2zJYldYUqy6iI+Jdfv0GyAEsNQtXfa9e+zRR9XQPn/MBfIc976n7tdD+HEk1xD+22A6QrgecMnHxD/CiuufErw2u8BV1xA+WqcFxyfIc1LS2DQ12HtJyW8bdeV8aJT1W8lr/4MOOihh3333nS/P4g5iqyyTe2/fRx99dMs3wruIndgleK+EXBNNPsLKutSxY8fqtFxGKFn3yb3SzkeaEvz444+7gw8+WEc/mXbrH+GkHzFrjWm4Fu7LL7/U9P3Te5nCyzTizz77bLMpvOEjpeRBHPJ97LHHGk2vsRFWG7HFFmapXM+ePbf72m0MkmcwJThAAD8grGLEKmHlogS4/uNwl7AAg5QHP7u2YZzhb4YAwFDkYWQjsTxMMHJJI9yQ2xq48H9shJUyQ0owxI2goBumUDPKgY4IY3rBZV0GBBfDGOGGjo4Ih1i64a6JpLlOwo9euXLlbD25myEP/bvffffd67/99lvVj5WjpLjE9ejR3fWWB4zBzlFX9PDFZ5+7IjGQlDCKfixMYy6CcV8qaQ8dNtT1koeH6RAdoV/0hd6mTZ2qa8JqJJ8hQ4fqQ836Gi75U1761PtT3hcDuUTIda0btO9gN3z48Aadkz5i7ffupMkuvyBfSeFAebAdeNBBm4XlmDKQ/jsT33Hrs9ZpezYPja5DoiHxufJAo96nnnaajrz76wFYe/b1rFnu42kfqREGuT/jzDN1mpI/LC71+Hb2bCftoOXkN2HZrZCwgHCAsvFgnjh+vBJ/+hxhebha3pYu5xYvXuzeekMMCzH+2nfooOlznrV2eRvz3OFHHuEOOOAA9bO8tHwSt6iwwL0+9nVXkM+SgRp3wMiRqi90Q3iLQ17lFeXu7bfGudzcXD1Pm40Sg4GRJkBY/AlLO0yeNMllrcsS/zrXp28/CTuqIT1cwlB+jj/84AO3ZvUa17ZdW9W5pbUhe4MrEwIxdPgw118MGH9eBvrSxx995ApZ9iBp9+/f3w0grKRv4XApF6OYn4tRlJeXJ+Wo1/5PH/HX18LiN/Orr3TUqFXrVg26M1ja4fih/MH2xKEePBN69eo1W+5x+21rcxsJzxq+70QnbSCb1h8KiwqlT3/nunfvIX0ueqcJKzsFk17WhtAa1kXed1gR2sDaht8WB+ASz34Dfvvh/23HuBpP0ktr1dbtM2Cga5+e5ubK9XnxZZe5dWvXuTdee1XqFCf3nnJ3tBi8+0pff+mFF+Q5keZSW7V2H3/yiYsqK5IyeWXYXpBnQnKyc8nN3eijj3SfTv1Ar6MDDjzIjXvjDbf0+yV6TTST5/GYiy6Se9N6N/bVV9wxJ4x2H305y+WtXeWK8zfq/TlcF5Fc4D8G4b9BuG4oA2LPPFwjrEZaIaz4paQku4VLVrmUtEy5l9e4Vi3SXZtWLbT9bZMlnRLsI6o2RZi1rHxmSsp0ruT72uWXXz5B0jwWQiEkqfN99923VgvWhAgI65bwE1aInxFMNimi/SMR1vBNl/ybJfkJK/BvksTmTIRlurFNAbZNmrhns4ESRJS8LB3Wpxop5jn4zjvvbDW9SPEWLVrkzjjjDH0GAPJhoyb65K5A+m5AWAME8APCKobsDTy8gT10/G64H+CChpDyJphjvseKgWdhuFi5GREGwdi1qcJGxIA/zcbAg+7HRFgpL6BuCEYcfjbqQl3QmdUd3fBGGV3SDpB66kkcExDJtWPKJnH3GGGVfKJuueWWr957771h1IVyUOaSwiJXLXW88uqr1RinXP4yUmeeg/f/619u9arVrmuvnvKA9AxLCxfJ5buWK+SBBwG8/W93aN8y4xM/yAT9jzeof7jhRjUO0zMz3N33/ktfBPDAIixt0aNHDx0F4SF003XXu+/mfeeSxTi6/8H/6ofLefAQFqOpgxA1wvKi4YbfX+s++/RT7c8PP/aoGzR4cEOfp/3IB4OIuDddf4N7/bXXXKcuXdwQIUWEod+vXL7Cffn5Z+6Ci37l/vXv+3Qknfpx3l7uiIf74P333S/PPkeJ9wknnuiee+lFHaExndBXrD/O/ma2G33ccToyxa6L4ye9I0ad/AsZvf5+m71+vRu5/wglVrxN/ujT6Q1phoP0DhpxgK7lOfn003TTNOo3QcglffTDj6dJGoMb2gHQlw2/vvAiN1Z0wIYorwp5Peroo1SX1BXQFsSjfL+76rfumSefVLL78KOPuNPOOF2Iojf6S79Ct/Qzro9/3nWXTqMknb/ccYe78FcXhYiiGO3SNqyXol24zp547DF3x+1/0TY4QAwPwpRIHT54b4qOLt99371u1CGHqB/tTprWZykf0ypfflHsN/l985/+nxorNrJsZSMso+EvPPece+6pZ1T3F//mN+7UM8/QPKw/oRvC0na80HhBDJvjThytZea8wfQTDvOvrxWSVeu1aRQf1YzmJcGWbUh4jSPCefLYmg3KeV4CsCGPd01uuna3VSYD7SPPlJrBgwcPOffcc1lHGDmiQPLj0xqPSR7R3ksA8ZM/tNtXX8503br1EN1s3xpWI6yAMNQFQS1ZOfnurbffccsWzyJTfflAOS2MpumT7YHpBYQfM8LZY5++rnWX7q5Du7audYtMVyLXEtNuExPl+pYaEK5Crm1eYHHNb5T7y2q5Z1UU5Lkl381tmCEC/Ok3BurBqGKvwcNcbHyi69+3t75Yq67yntP6sknCQaR4DvObT+AsXrbM1Uj//P7bb1xubo4XLqSDxlxDY7rCP1wnfuGa4RozMcK6+Qir3AtFV0uWrXbNMltrn4iNiXWdO7YVfSVIu3rpeGQ1RF5FzE9Ja5zW5UvJ8yAhiv9P8vmz9LMYqf9Zks8bTb2ONSCsTQ+ej/SPbSH8Uzf+9ad+gru9CE9ve0Ce9tmepoD03WANa4AAfsiFrFeXXWSR3HA/wIONhwiGIcdc3IwA2WYJkAgMM51SFwqrDx3fA/GnCL+OuElSV4x0AMlCJ+jHdIQhjoHNb4woCIE9yCPp3u9G8PMO9gDefffdfdavX98f40ezFdG6SvnbiOHRt39fnSrDxgpMOUPOPPNMnUaTk7NBd03u1LWLrtmi3lsD6UMQIFA9evZ0CaJHdEp/wqXfocf0jHT91hvkEv0xyoheIRj0U8La23v6JYQ1JyfXxYph00YMJfouD0jCkhfhaC8MvuzsbJ3qw7TVlq1auUzJj3wsrE2RJ9+NubkalpccLSQ/4mDAAF5YxMTE6Wck0J2JXUfUlbA52RuUZOCHEUc88kEIb9cQbn5+nsZjVIGyoU9GuS2sH+gAow7ynB4a+SU8hAHxg7jkj0G96bqVfKQ+1Jef+Pnr4AfT99BJYkKipO2tcTd9UR+AviB0tBMjy+iMMOVl3iwD0qXtrRwY+c2lnUgXKSnxPptlaVMerjPIJn60U0pyihruRlCSU1J1tJW8Ibq8FCAuhJwXFuiH0c9yid9O/MgHfeVIH6CslJ2pr7zxJ6xX3jJ9uZGYKOWSOmRL+1dKfMLzOYYhQ4ZoHShTaWmZGDYdNP+y0hJ1txfCJ11cmtxHelS75v0qXUKHGhcVlyAkNhTAB9WF6Ky5GPzJaRkuo0UblyS68Npxc0BUk5JSXLqEYUQro4UQA23jHb9Xi35i5do6bDvijhGJIpwFNeKFH7MedhSWDteD/A+5Jpt+o/OtiT9cpDjm5xfzj49PcGuWL3Mrvp3lPpo4zr301BNu/Ksvu3Evv+BeeeYJ9+qzT7lXn3nSvS2/J459xY19/hk3ffJEt27BXLd80QJ9abOjIO/Kyiq3fO5st/q72W7cS8+7t1950b3zxmvuTTl+TfIci0heE19/1Y175QX31ovPucUzZ7jFX3+p9xD6OAivl0l4vU0XkfzDz/vFH9YvfkBO8wt5Fsa49GZp+sKS+1N2zkbtIzQzLzA2W8sacrl/ete6Euf9xW+/hQsXfi3xtXfIPWb/+fPn77FnZYCdx/aQVcA3/sP70K5gZ9LD3mjKMvwcEBDWADsEuZnLNbb5QyOSG8mPBxwGJUYwDwgMRW4wkAdcfvMAMcOZ8BbfEP77x4zwulB36oxuIEJmeENU2ZQD4RijF0MWYkUa/AaWXiS3sXOChoPdicWLFx+xcePGhp0FyB7iUyXEoK8Y6AUFhe6jjz5ykydPdu+9956bMmWKTlv9YsYMt3zpUv2wPYQJgz30GYJGgZFTWVmhIwY9e/XUCvrqq6QSbMzd6NauWaN9rbauVkkFJMhAHPokoD2YgsrUVdrHyC3HgDwhT4B24UUC5IY2bd2mjfZvf1hrM/KulHbOzfFGKyDXEkkVRFzIESOO7dt30N+RQNkhwxjshIGEMqJg8NedY/oOxIiRI77hSFnwx/D1hwWQLQw/yg7ptPNmTIaDsOSNwejBMwrxiw9dz4jGDaVloByERThjdSC8+SOA6X+AcrHbqf8aoF8RTvUtLrq3ckP+rNz4GRG28LyEgDjr6CzxBbyjg4SSrr7ckLwIy/XIywFvmnat9rdWbVrrSBQWMuv1yYuwvPigz3CvIx2kZctW2t7onfa3+vFCir7IixX0WVNbrW1Kvy0q8l5QbQ8YWY1NS3ZtRxa6X/76QHfj7/7PnXfZAa7bUeUuPlPutXLeD0aYcjbkuncnjHfvjn/bfSjXX27OJmLiR1ysEHIp85R3Jrr3Jr7tpr0/Rfr7ps9qbS+oC/d7ub6Ove222zbvED6IXvYV5yBpsyj/yChC26SmiW7kmmNUUlpWz+84Qn2TviJtriPG4lJG/PWcHEcS+h+uP4zFCY/n928Q8c+V+0VBYZHqA2GUVV15XnJsgl+B3I9ypH/RR4mvpQ+ltb2gzGVyL9iYny/3KzbPipCfHHvlKVP95knYIgnLvaqh7FuRxurs1wdi+tuWhKeDAKbzLlm62sUlsC6cNfqpeq60tNxlrc+VfrLpGveTVt18Cn8RrskQbujSpUs+90gg+fbv16/fznaqAD8CcG9mjevIkSO1nwXYOxG0TIAdRcONO9KDw+9GOodRjxFmRj2jDTwYcHk42vQ5v+Fj8Q3+NH+siFR+/HiImjGAPtARBgOGNUSD3+gIPx7yfkM93PVLuN+expo1a44WAzeKugEphauurNKpWB06dtANiRjB9Mv69et15JEpuIz8IGXljNBu+7ZVWe5NCW8lRj8jfIy2JSUnKXlhVHXGl1+6FStXuEULFzbog7ekfB7CRvpZv7Vq1So3d84cJSqLJSx9lTZidJYwkFbC8yKB8vLQI8wyIdm0H2mnpKbo6BNhEcJCZqkj59esXq1kmM16KCfGE/4QUdqdekCiKD9xEUYEuWaKJQ++Ffn999979RCB0BOeMEhamjcaz3UFKBt14MFcEzL+qUNqsldvP1ZK/SkD7UZ+wG9c+pEnBjT9Mpr+K4Y+IB/5o9c8U3YBeaSERI1GwgiKhYyRNuRPR5yFiFhdKZ9dA5QFl/oifKTdXn4hpE97IfQZCC2lIe01a1ZrHAvL/cj6mo4MSxtASHlRUFvj6Yv8EhITNB5TtFn7RlxG/Vm3S50hurRPopQZvXD/Ygo75aQfsW5p9uzZev1qWMmLOhGO9LOkDiyTSJO68v3Bzz//XMtPPhY2WdwiITTbjSjRbY0Y49WxrrJ2oyuqmi362OjS21S6+OaMSm7eflxX5aXFrqy0SK6fMpedtdYtmPetGvhbQOpYUV7iystKvLDr1rj5336jhEASCgXaNtCp9uPi4gMyMzP935ncDNJHzhdHbx7WX7hOAFN8W7VqraN+vNyREOq/Pdi8qKH7o5FVjsW1vu7v95H8OA4PEylOJCEv+oL1B/+xX8L9LC7ih/ltTQDxKaM/ze0RQBr+8tvx1iSSfvx+W9NXeH4mENSs7AJXWlbuMltk6v03LVXu32nei8n8gmIhrTl6DOjPngh5rd9EYOlPEFjB6Msuu6yvXNd5+Mu9q3tWVtb2d+oAP0pAWrnfBth7EVyEAXYIXbt2vVeMvN9zszfDAdd/HO6G+wGOfW80G87xwAL+sCD8tyGSPw8xDEV7GO5pYFhjCPNgjQTKF47G/KifGoGh38Ae2gbz97uR/Mw1Ef2vl4fxaCFlX+vJ3YQ5c+Zk3HPPPYvEbWXtQflLmE5bWu5atGyhU2GlNUW8cgLC8BF9dktu0aKl696nt1snhCMuzhvJjFQ3AOFYv9obOWVEiw2ADARhhIawxUL8IR0YYOiYaZ+MbPG2nqJoWDFgGHFh05Mli5doGpQyQcrQs3cvJTLSSOqP4ePptcYtXLCwgWxKSq73Pr2FuDRz9RBECcOUSoBBvFCIMPUk7JD99lPiY9PUvpk5S6ePUo8+ffuITmIk/1CfF4e6su4RUk3e9BdI94BBg5SsWT7EYNST3T7nzP5WySvh0TFra5ulN1fiq+onXTHaMfzmzZmro8voiOu1X//+rm37dlo+0lSNSzqMLi6cv0DJIyNeRx9/nBIzXq5MmTRZSQkjhn3799MRSLtucSlDXk6ubkjBMfmwsy+7MyYkJWpeFpaRqLISqcO33yoJpg7obaDUgZcBkHwJuFlb8MKDqeeEI+2+/frq1F/KTDEgyNQB/SwRAsrIIQT4kMMP17bghcdXX8zQNdGUnc3BGO1n2jJtRDz0RVq8DIG4x8Sw8Va169S5k04fhzQzGgbZpVyQIjaCWp+VpbplCnLL1q10TRNlROiH2kaSPmR2haRNWsMPGKFrGQ2my3DgjwEeLe2R2L7MpbakvEIQNzRzZeuk7rVCyCV9A+EhfOWlZfpygbwzhABoe4XawA/0Sd+EWBMWnUCoNN+tlCkc6JBRaunjJ91+++0TxWuzQHI+TZx5kkdnrl3CA9qfgPb70+mfud699nEtMptLOWI8AoLIuW2tYQWkw+Y863ML3Jtvs+nSV5wVf+8eTDhzTYC5fpgfetka/Ocjhd3a+a2lvbVzhkjlNoSf8//eWn3B1tIFdn5r9cU14Z7gdyEVzEJgdkNbcdOaZ7jcvDK538W5Lt2605B6TcXHx8r9p1QJK+2WkdFM17TGC8ElHdt8yTZk8o69tazZ2dmf/OEPf+iZlpbWVq7FErlftmjqnYKDNawBmhJyXQWbLgUI4IcQ1vvEIL0GgwrYw8fvRvLzuyD82P8bhP82RPIP9+NhtLcSVsoWju3xs99+/0jHfndrfpRNDL49QljvuOOO0V9++eV4Meaj0AtlgEisW7la2w7DHgPSK5kHa1HaD0LRf9C+roUY9Lk5G9QYAZHqR73Q//cLFuCjaTPteAtIvpA91hASjiQwZOk3WwLSGi0GER/n99oUAwgSRvk1+1CBcSgHhAeDiK5JGMJCkLzAgBPeEdNCWU8aJeU5/OijpQ5ePRih/XTaRxoF/XhlC0UCoSQYUU1OTtF8CUs9IOtbXiuUlbDJ3kiUnKYekFiPxIeCCYhKeozu0WZeWkzXL6PfeIF8IG5CQmJDvz/9nLOVwBTk5bk3XxurBAySTB00LQlv2fETXfnrQH3Ly60OvoKF6sCIo11f9A/KtWV9vXIlJXnr4gFhdAq4lIe8wkF/gHRBUtjgiBcpjLp+/dVMN3PGDG3XLdtyE2z9qoH6GrH2g3Kw9pL1i9SJOvKCwEbBgcaQP6Yfdoul3kcdf5yWyU/kI8H8ddpjTbTkIga/+tS46Fg5F6FMAL3afZOy00cigfCbhRWdbG+Z/MCPeoluH0hPT78mfHMbyf8ccV4UHUbTtwnvn8KJH+27bt1at3zZcjfqoINcVL2QfglDWHLcHsKKy7W0QQjrG0JYly36UvS16aUhoun5wvuPdwSR+p4h/FyksI3F31q6kdBYubfXf0fjbw1Wdr9rQj+zYyOsTMlv166969Sll8tav861bN1W+hCfP5M+KeG5ZrjGSkrKXc5Gb7d2pgp379JBrlPvOaSkNdSH9RoTlzjMmrjlllv0+pW8K4TANn/ttde8OcJNhICwBmhKyDUXENYAAfzo1q3b/WKUXm0PbxDJDfcDxMHIQDjmgQH8DyM//HH9iOTv9yMdHjQ8hMyY2pNojLCG1w9E8gPmj0vdEL/BhD91Iw+MNQvnjxfuhh9LO6yXnycuXbp0lp7YTbjqqqvunzdv3tWM1FFmRsHSUtPcvkOGSzuVq1G4Cf62jdIpWzrdU8jPh++/q2FNr/76mEvazZunu5499/F2yRXyt1mS20SkwKS/yd+ONvcVbDOfxgNgPLP5VEFBntsopBw9McqYmpbuiosKlTArvKpqUl7+pGmewPLw+4FIeYeHMUQuZ4Nv5NMKyGNmS6ZWx+lnYBKFhFZWVbu83Fx9QbAZSKexIjSCrQdv5OwO5kEdmjdLl74jhFOnoEe5Vm3auuz1G4RUVkpbyLUm4bY/WQnJ7rybwWKH+cvPza+HTYCkpTVL0zLxIsb6Pdd9JPxQ/mBH49Df5Z75nRD+YQ888IC3sDgEue+9Js4ZIvrtVaDPEEmL9MyPFwVz585x9XJuv+HDlPwridbwjRNWQDoIpGV9Tr579Y3xbs3SbzY7h2ztudcY7Ly1V2No7Lzn3di5xtPcWnZbK3Lj9UEHocMwNLUOcCMJ7c5LNAjr/iNGuMMPO8LNn7/A5RVXutZtWmvFjHhCXD3SGu/Kyirchg0bXZW0e2pqsuvRraNLS0mmRtr3CK/kVdxEIbM8q/7yl9tdebkuPajMyclpFhDWyJBrIiCsewHkGgsIa4AAfghhfViMisvDH9z+Y7/LQ8ZGVnhbjz9+do4HBAQkXEgf4QFl4Q2Wdjj8ee5thDW8DiBSvYhDme2c6cEv6ARYfQnPyA55+tO0Y1z/MSAfSWeDyEnLly//Uj13A2bOnBl3zz33fL1kyZIB1vYQAnYYPXb0iboDK2++Q8USyIHvWEcb5Tn45YzP3PeLFuooXnhd/C5ppaQ1c4cffYwSXfTlnQ6F8f/1HN8BZ0LHDU5YWKDHDWe8v3Y+dNDwN+SPY+W03mu/OYtxVSxG0ldffKbTPQmDYTbiwFEugSnCoQ1yNsVBl7ibE1k7y8mGY8GmeIKGc6G/myJ5f+23uvLH+28e8tdzzfHnRb8qLyt13307W6e58k3WAYOHCHFlvWrkkbrNYSkJtnGdb4LFaSR86K8vZYX6hEUhDC85uIa/mfmlkMNy7a/tO3Ryffr3l+NN97rtQyNl2szbXzI5ESmKBEG3TP+e9dWM0DXjxWusPD+UP9iZOEI469LT04ffe++9fGZLA8r120Ycvr3awrv3eX1IiaikRXvY/RA/7oELFsx31RXlboC0F9P8q+T5A0FlpsXWCCvgflNcUuGmTP3IffbRRNEx15eXD2EsnP8Y+I93Fptdo41ge8KAbYXbkfJuT9imrj/H9tuOec7xOagB/QfotzeZEvz1N3NcUVm1bmwnhRDS6T0/VeR6URIqLiOqFZVVbl3WBrm2q11SYoLr3bOza948TcvuEVyPtHJu3bosd9ddd1rfWiW2S89gSnBkyHUZENa9ANKPA8IaIIAf3bt3f0yMgt9gPABu9vaw8rs8YAjDtEbII7CHDoYXxwjH4WL+uDwwmCpHWvz2w/Lzw/LemwhreLlBpLowQkA8jk2odyTxn7Nj4rOOz9KwPCK5iOg2V8KdvHTp0s/1xG7ArbfeOmjGjBmzsrKyxCbY9K1YysvOv7Sv1NRXNs9AhKQybVV1KM3MtFlGkhurl7+tCcP6VFwQHp50GO3jp5TG02PDmlILS76ht++hEWzulqTJbrzhaeIiEDTSNP/qGrE3pBh2HqgrorvmioGsvyVdjGI2GrJ+gx99Cf2wbtfWPwL0xmiyjbziT21xMb7oC8TjvH9aJ+ctDVzyor/obykL61i3bBPPZQdW0rXykV9NaAqrhQGcZ/0saz/x1Q2MpKys49RybAoaaiPvczyQdk1UgN4oxyYQyTtJ+nzGwosJUYF8eATG4GXh/fX7+xHuTx0oB+AcbYEfoqN1obpyjjytrMDSIqz1c2BhdTMXz0sR2txFw1If1bf8029+Snv5w/rBtGBeTvlBHv78rK2tTH6Qn9/fr+Pw8JSLdM2fdP1h/McW1qDXlIjfDxAHP3+6gGNeMIl7/eOPP36vnNeTksbF4jwqvxudDowfAmEFtCHfVc7OXueaCcFpkdlCiQ7lYU16bU2dklcjrJTQSkIYdFRT420CJ8mKUBfJgzrZsXdC202PAb/rfaltXvVG4A9kpdjkp0ebpeP7QfDNzvl+hvlHhBXbc7YCXwg53Dy8eUiGmufmZxuwhTceXiEb+ogmEbo/hfoIsxm4L7F2PzU52WVkpks/SXDrs7PdspVrXUpahkvPaK5tw/NCp/eKsP6b+5X+5liE+xzX8eq1G3RZAJ+T6iWktXUrPpXmrV+m7VOSk3STtPvuu0/vd9LXPm7duvWRt99++5ZrIXYBPyHCeoc4N0t77XljK8BmkHsRLw5eFwkIa4AAPXv2fEpu4hfxYLcHNa7/GOMFQ5tpNRjL/DaDBpe4+COExx/h4YAxhuFihA8hDOvGIK789sPyDcfeQFgby5u6Gqz+rCsMPRzV30alESUtEs7q6hn3Xt3MH0GvwHaj9cPyNF0jktdGkVOXLVs2XU/uBlx00UXXLl++/F9szEJ5LW9GiCgv6xxNT9TB+gnH7KiKwQLQB9/TNHIFLC3AixHSIz79JE3qz5Ra0rEwFp71SexKHCP6ZqdiNk7y7w5o4UkL/ROetoFwYQixdsr6paWJUEZ2cY2J8zapoY66BjJEggDhiAsxzMvP02Mts7QxGwGFjPbN0gX5eXlKZtgQpKKiUsrL7r/NNCywsKSFrik3ukIXpMmmTeG6IKzuRC3knhcCeq2Kv34WR85ZOBP6IbsbJ8QnqOFOX2VnZXTjB3FJi8+6WJtXSpnZwdPqZ+CYdiNdXNby8u1UiIa1nx+kxQZE1I9yVFVL+8k9g/az/g/C84iEcH+7Z2kfk3wg/nY9ki+gXrQrO//a9QfM5TxpoBPi0CcYKbd6h+dJWGx3+oi+gBDdhe/UTBzSYoMjvvWKXvybLhkgbJSS/AgfnhdlKy2TviykF6AvdOe/jxg4xqinPKRFWMpIvSycPzz9jPQJQ98njn5POCxNAPHnhQTrDUkXfwS9Sxu8K8+YE2wdq5x/RJxLJL0oRkUBYY2cQjS03SVp9GfThHnhxMj4hg05cj3k67VbXyfxhcTU1QpplTiWt0em6IcSl3+8TJDy81KEfq5rgNX1wjeEC+WlsUNpKMxP/24LhPL61ibXi2m//NDQm52IFGpzbJ5qE4B6hw69tHc2B+4roUPSCB2Lb8OLPE/og+IvgmrpGEnJqbqpm/pJezAy7oXjvubd27iX4UJW9bcIGzHxwmK5kN2CohLdgKl3zy6uY/s2eq0TFsL6xRdfuEceeUR3KJe+/YDcy37/2muvNSkJ+KkQ1gAB9hRCt4gAAbYPvXr1el6MlvP8hgYwlwcGhg5GM2EwhszowagxwwaYPyC+Gh4C/NiEg50jIV6EAzZaa78NlrcfhCNvZE8DwxdDMLycwOoLKDdh+HQHhiD1Jy66M7IP/HoCpnv8iWd58cC1cxi96M8P0rB0QuHZtv+0JUuWfKyeuwEnnnjipA0bNhyH4U7e5Fsh/aOksNidfPqpuuss9URoKwxewmB0fzR1qps8aZKOEh593LHusCOOULJAWMIghKf+C+bPd08+9rieGzp8mDtvzBg9z2/Ll7AIn5C59+57VMedO3d2V//+Gm0DPzmxcqDLf955l1u8aJGGueHmm1zPXr2UiFgbWB+HlDzy8MPunQkTdaT1mmuvdYcefriSY9qFMCaQjrfeeMM9+MADSl7PG3O+u/iSS7S8hLUyI+xUO/PLr9zNN9wo11a5O+TQQ9wdd94p+XovfwgDcDH6s7Oz3eWXXOpWr17NCyb3yGOPKVm0dAFl5hi/315xpZv+ySdK+h554nG37777qr+BcCb/vOsu98RjT0heUe5vd93pzjzrLNUDYiAcZXnt1dfcn/74RzEQq92FF/3K3fz//qjnSdvC41KWb2fPdpdfepmS5wMPOsjd/98HNA304U+fsJDbqy6/wi39/nvXoWNH99+HH9IdiK1NTMjH8vILsLoD86PNH3rgv27C+PHalj1793a9+uyj5LBS7iczPv9CdwC+4KKL3OlnnqH3Of81R5pszPXO+Anu+eeeV4OZbwxfc921ep7y+evOCO7qlavcA/ffr1OPyf+3/3e169yli96//HXnHO7TTzyp/XfYfsOVdKEPdvSd/fXXGufMs89yQ4YO1fuIv+6AsB9+8IH7bPqnVNr1lWvv5NNObeif4WFXrljpJrw9Ts8lJyW70846U+/L1NnCco52Ym3vu+9Mdhuk78UKCTjuhNGuRauWSk4tbVx0xPGn0t/yNua5QUP21bw4hyvlLpDs+7/88svrKIf4DxDnGZEhErfhJkgxbVqwtQFEUokoJDY0EkrZID8QVk+fkqb8IZ6kor/1WMT8ET2GmOpvLy2rh52Xg4bfWib9EzoOuSFfhXd+0318M4h3I2e2DVFL43Et/51OfTNESoUcNvPf1EwN2MJHPULltpOhemgzi3D9cIxoO4rLjtW81DK9W5cgLHGA/pVjjcthiPzyHOG+xUs/mmfx0lVuQ06eVKDe7dOrs+vZrbNcZ569MF7uAWPHjjXCena7du1eD98MbFcRENYAAXYMW1rUAQJsHbH6IPAJ0AeCPFQwlGy0xB4yGAqQTUZJAcYghArjB+GhALni4/qMXkEMCIvBnZWVpQYJxgxvVIlL2n5YGQz+cu1N8JfJHrZWJ44hUHxmhZEpiCg6QR8IZALyjr7QHYQOIxYjmJFIjFWrN3pH3xBfa4NGJFp0udsY/XXXXddajPoRvKQgP0C9iwuL9FM2AwYO1LalHkJs3Zlnnqn1VD+pf1lpma6DhIQNGz5cp3fRl/bff383evRo/QQI9UdXuOgA43vYsOH6PUvyhbAdddRRrreQD8KQF8YNo1VsygSh6Nipk55jFPIgIUt8ToU+Rpkhw5CVkuIS1759e9dvgEewabOhQgwGDRrUQCb41irGMuli4A8bNkyNIdKhHP0kL9qOsKSL8IkWLbPUjzYlX9Zm9ejRQ68LwjLSw0ZSXBNswESZW7VupXriWhFjSvuR6ZdRT4zsfCEEHTt0cN26d9N0rU+RroE606/y8/K1bAMGDFDCQZ1spJ54XH+cb9u2nfTTAldVWeX6C+FBD4Sl7JynrQhL3bp26xr67EmhHtN3AXEot45kCohPfemrkDHINXWgfqTLsZWZevC9PK4J7jMYr+iLeof6dIOQLnlaPRDyJU1g4Qyc55M1fIqH6ydnQ7amC5hCDqmEUFN+Rg9JH73bdUq6GMV9+vbTNuVTOkwH5oUDICx1QTiuq6l13Xp00z7PtU+e6JoyUW7qxeYyCHmhg169eynJrZT00RcvcHS6q7isgWa6OtcOeqKfokOEa4E0uA6qKiu0XbxP/XgmgIWzsFwP2mbJqdr30QnnaFtczls4rjv6Z4dOHbUOfE+XvkpYymHhEPwh6pDy7HVZQra9mReAsNIn0iXMSPmpDSN1nCfOgSK/lLZ4TuRrCZclZSiWxmGb7uqY6Kg6pnempCS79GapLjOjmWuZme5at5RnSmZz1yK9mWvTKtN1aNfadWzf2nXu0MZ16dhWpJ3r2qmd69a5vevWpYPr0bWjkJZOrlf3zm6fHl2ExHR1vXt1c7179hDpLr89t2ePrq6XSM/uXVwPlc6uu5CdHl07ue5dO7tuuPIbt5v+9oRz3SV9FT3XcZN06ei6dg4T/Bqkk4qXpiekYdLwW/L1S49ulK+rlpNya9l7Sp16SX1693B99um5mfRV6eX69tlS+oXcPj7Xjj3p7fr17S2upLGZ+MOEhDzIS49D4UJ5U45+vaU8DSLlFOnbu7vrLbqmvdjpl/bCRTp3ai9t21bauI1r17aVayvt3apFun7iKKNZWn3ztNS6tNSk2tSUpOqEuNiqlOSEyn379ypv2zqzgn0RFi5Z5ZatXFMrfWu29LEXv/nmm8VyP6un78q97HMhq8b8AwQI8AMhIKwBdghiTMWaoecXjCcMJIzIUDgVbvg2tQyDzgwyBGMQI8VcwmDEYphBDjDsMJSWLVumaWDYYBwShjh+kN7ejEjlw2hFJ9SF9VIIxjBEDPKuhrHoi/Mm6AmQnhEDxPRs4BxTWdEfejWY7kMSJeF22z0gOzv7YDFS062tyFNHqyorxRjupm/LMWAhIBAWDHSMX4BBvXTpUj1uK4QMAkr9IBUQSkbU0AXGM+D7mRwTjvDEp96QREgZeuQ8RjufvsCwZg1p5y6dlZDSdxltpX9BFviNDjcIaWHEkqnAHaScojXVNW1nYmVgTe6qlSuV3LRsJe0nRIW60l8pgxE2wvNGfZUQDzSTIoSDqdHlFd4LHcgPbU/+hEVvWVnrlARBlCD7TCGm/qRJ+lY/wvKiAtIA8Wyeka4jUZwjDPXHteuODWmYYks3gHDir9Mn5RxpaZuF4gMIm16nCZuuQcsX4IfugL1EIU+IFCAs9SINxNqwGn3Lb8JChtEx5/iNoA9+a/kkLJ+ewJ/pw/Qh8rXzVgZ0w7VE/6JtuwhJQvhteVt4XPJMFtLD9UQZbVQNYfoqU7ClQvqdVtKnL/LCghFphJcS1Dkl1SPJ6Dkvd6O2BfnRb0eMGOEOOOAAN3LkSA3HKB73Oc6T//r16zU/ynvooYe6ww8/3B1xxBFKNOmzrdu0VZ1SZ1zCkk6G9BnqsWbNaiWG9LfTTz9dXwKdddZZmk5lVaX2M8glpDZnwwadwg41PPbYY90FF1zgLrzwQnf++efr/UfuOK59x/aaD/XKWrdO6801dckll7jLL79c5eCDD9ay8eKEzW0ox1opB9c6ZPyqq65y11xzjbv22mvdr371K+37TJVPSUvVEWt/36FNRW/H3nrrrQ03TNFNpcjLIhdI2P1E+sTGxgwQ2TcuLnao9P/9pf8eKE+UwySNY0VOlminIXJ8rshFIpeLXCNys8htore7xP2XtPF/5PhBkYerqmoelev1CbnPPFtcXPyC9PWXCvI2vpqflzM2b2POG7kbN7xZkJ/7tqurmRgfGz05IT72/YS4uGlJCfHTkxPjP09KTJiRnBT/ZVJSwlcpSYnIrNTkJJHEr1OSE2fL72/lt0jiHCFOc0Xmye/vROaLLJDfC9NSkxeKuyg1NQl3Qejcd2kSVmSupDMnRdNImi3uN8mknZQwS2RmsuQr5fhS3BkpiQlfJAnRSkxI+DQxMeHjxPi4qULUPkiMj30vNtpNpg6lxUVvF+TljivM3/hWUUHem/L79dKSorEVpSWvVpSVvFJdWf5SVUXZizXVlc/V1lY/XV9X84Srr3k0qr7+4eio+gfF/W9Ufe0D4t7vour/HRNdf29JcdG/1q5e9c91a1bfKfK3rLVr/rJ+3Zpb12et/ZPIH3M2rL9xQ3bW9bk52b/fmLvh6oL8jVcV5OddUVRQcGlJUeHFkv9F5aUlY8rLS39ZVVl+Tl1t9Zmx9XWnRUd57elr15NFThQ5QeRYOX+03MKOjI2JOiwuNuYQuT+MSkyIP1DaZIToaH/R236pKcnDk5MShycnJw1NiI8fkpgYv2+/Ab2GVFRWjG2RmVm3bGWWe2/qrKelf41ZsmSpPpvl3rRa+kS25BkQ1gABfmBsaUUHCLAV9OnTZ5wYFCdjKMmDokEAhj2GDcYeRgjGuhmOuAjnAAYaQjgLj7Fi/vhhOBIHAxEDDaMNA4g88IsEykJahLF09jSoN2Unf0B5/EB3jPRAjjDWv//+ex0lZSQFQ9dGIzgHOPa7xDf94wIjrYSBeABrG9LF4OfYyoQr6ReJ35kLFy6cop5NjNGjR/8vNzf3MvRBflEi5ULqCvPy3QW/ukin1lLvXuIOHDRQCdw333yjbZyzIcf99/77lQQeN3q0O/Hkk3QUCp1h8ENeZ8yYobrlO5v3/OMfbsmixa5f/37u9zdcr7ogT0Y5qfvs2bOVwEN0mVb59rhxms9tf/2rENy2Df0LQ51Rbjb1wOj/euZM99fbbtd++Ltr/s+deNJJSvAgGRAfyOGqVavUuEH3V112ucYffdKJ7k+33qLTNTnXtWtXTYNzgHxuuuFG986ECUrWn3z2GV1Lywhthw4d9FrgeqIetN8Lzz3vbvnTn5ScPvLEY+7gUQe7QiGP6IP00SM6gbCvXL7cnX7KqTpayRTm/yfxuF4IR9+gnGVSX9ZosovqySeMdp989JE77Mgj3JuiF/IEhKfP8BsXPf7jzjvd3/56h47wvvv++0rSSA9yBiCejPbRHz/56GN3ppAm4t//wANuzIUXaBtwjvrRLxgpJC7tfPzRx+hmJ7/4xS/c/x5/TMtMWO4fpEH7A8jZ1Vde5V595RXXXXT31vhxkp43yk45gV0Xdm+x35znurI68tsE3cybO9f97oor9aUD61QPOfwwDUc5Pvtkulu4YIE79fTT3E1/+IO+nMOf9IlP+1q6N157nbY1feyef9+neuYuQL0tP3TBfeCVl152r770kvqdd8EYd/Kpp2pdKY+lzf2M9Olvf731NtdfiHLnrp31xUVKSqqbP+87982sWW7Q4EHusiuv1DiMltvLPfL6+uuv9Tf9f9HChXp9XHzpJToy2q1rNyWcBq7DgsICt2DefJ26ThpD5Vo65oTjXbL0iyFDhjTcW5kFM1Py5mXOa1IP2q299OFTzzwDBbsDDzywYYScNnrvvfe0Dd5/9z2XK2EPGHWQpo+gHyG/iyXovmPHjvXe4Pw4QPOagCheOBj22WefhocAEy/WrWunvzMzMxv8RUd6LNd7iBwtcUuWeEfS19SvfVZW/aZvkM2S6yVV/T+S61cQitcAfpsEaASPPPJIXNtOfd9s2bLF8UVFhdUL53/73JxvvrxQrt04ua8+K8/ni0W/3lu4JkQwJThAgB3DnrfmA/yoIYb6+WKo9A79VGD4YDAzmocRw28MN4wSI5gYWxhfdp5jYK4ZvGZgWhh+2ygWow82AoYBSroW32C/LT/S2dOgrEa+w8uHUYbRCBni/HIhF+gOQoM/9aLsFhbgx7G5AJe0cREMQQxc0kQvpAWIwzkMYyuP6UXiVcn5sRs3bvSGMpsQ999/f8K8efPuFkO5heWJJspLSvU804GZwkfZIVbficG9bt067QfU/2MxwFaIbihnz969dKQMvUIsF4ixjd4A5+cIGf3s00/1NxsGDRSjHZDOihUr3PJly3QkkTZZs2aNm/D2eNURZANCC5lATxs2bFCSwRRI+h15QWwpB6N/TAfuIu3EyFFxSYmOiENa2I1SWsF98vHHStJAu/btdC0h9YOYrRejHuOc35R5iViiY195VcsBERx54EglHrQVaTItnGP0xqdMXnj+OV1TSNxBgwbrdE3OM7IFiWGkkZ7BKOykiRPdR9OmaVhmKgwZNlTrR16ELy8rV1KJflj7+NKLL2paCYlJ7sCDRrr4uAQtc6m0FSSYNKtraoWo57lnn3pap+rTmoP3HaztwoZKjGhDghkdJV2+rzv+7be1XZgm27pta5327LVhmRIoRrbRJXl/I+V48/U39DyjyAeMHKl9gTIzqltaWqab6qA/RgYhq+gTv379B7g2bdtoOuTtF+pBGuYidm/yh+M3Ovr222/dp9Ona/vT5p26dPGORXJyNuiIKWUYMGigXmOlUm/qTl8hD9qLck398MOGvFq3bqMvN1h/zKZH6JQ45Ee+s4UcLv1+qU5vZhOh3vvI7VUulpKiYlciekJXpEPakEHW0nKt8ykP4kOuqcM66Y/k2aFjB92lefHixW7JYiE93y/Rfk18ws2fN0/7l/VFpueuWb3GzV8w3y2Ua2uBkHLKSJ2ZYbB0yfd67VDX9h3aq5753uncufPcd999p/2BtmL6Pv1a9Sz64N7PWu05c+YoAUbQL/mC9euy5LpYJ23XziUkJehocwiZUq8JUg5dx7oXgVtYY2KgEiqi8waZNWtWncmECbPqhACpTJ48udZk3LhxSM0LL7xQ68nkhvMWfoIvnVmzsuosfX++PolUThMejFsTbMNI/rtDtlYeKy+wY/vdJJgwYULdOWde8E5FTeXxLVu27rBi2ZJhG3Oy5PLXNdV37rvvvt+J7tFnk+KKqy47pnmz9AOkmjyM5f7Jpmpyv62pkvt00cqqCvcsZQsFDxDgZ48mvfAD/PTRp0+fyWLoH4uxZYaHGkuh6WIYQJzDeMNgwUBWo0r8AUaQkhcR/MzFIAJG2iAT+CP4EY+RLPJkShphILCkHQ7SxIAkLvH2NKg7JIT8w0H5IavoBp1h7DFNEQOUMlMvBAOVsNSP3xyjXzvGBVZ/84OYkj9hKQN+CCOC5Ek4QNnEv0Tiny2G4ST1bEKMGTNm+LJly76U9o8iL9qEvIvzC7SeHKelpYobihAC4SA9JSXFutYNswtSkiqGL8QyFEjqLWSkXEia3MFsHRzCdFbWDEJ6mJ7IjqiQScgCmUF+GAWkT0GWmBrJCxDiMqII0B9GOS7h2UFX9Stkonl6cy0jcagX+seQ5w05RJN+TFrV1VUuNdVbp0lfRgDXA+0BySR/6gghJFxa82ZK7mw0jvwx/tEXL4Mon/UH+hBIFR2yxpXNZnTNpKTJCwB20GWzEchkema6/iYv1taiVMoBiWfjG3ZTZQ2g9dvmGRmqK0bFtD2kfEq0hDQ2lEPyYeOZVq29j/UzM8CuXV7AVFRWCHHLdYnUW9KgHkxlphzoPDWV6dFROrLKOXSHDo2kQnTSM1jnWeeaiV4YnWfzphIh0ZSddcK6s7HUgS5EOcib0T90zaY76BKyR1tgfG4N1JP1prkbchvamHY89IgjtD+hu7mzv3ULhOxxjj7EizQFBZAGU0fOFUhdKK+9WKOstCn6sesPmG7RqemaNiAM7UqCm0JrFtrX0Xu37t11czHKwXT1qooqN/X997005fphajP9M1Q0BeeMTGofC+VHPVnHt3lu8kvyoS0pt71Iov/pvU3iamgSlwNNS9KmT9nIPNcQOqI9+K3h+SO3xVq5TpmpwFTxPv37uS7duqouAHkVFhb+6Y033rhTfu4NBrupMByR/BsLG6BxbN7xNiGSf2NhdxlvTPy4d11NxbvT3h/fpa62NkqeQStiYmL3f+qppyJP59pFBCOsAQLsGIKba4BwYIWxkNBbTBgGIYtTxIA5CkMMIwRDBcMDIxnDB2BgY4CZwW2EBeEYAeaPS1xcjBXSxQW4+GMkYTCxnpW1jqzxIk8Mf84Tx0CaeythhdAw6oVxxugEU1RZs0gc6odQF3ONoPAb1/Ruwnlg/oBRaBvtRjiH0Ui+lMnaQuKWSrrnLFy4cKJGbEKceuqpN2dnZ99JO1gbM30xP3ejjlKyyykjQ5gfclpBOG5JjGzxTT0rpxgNbtnSpbprsLa11IcRpCOPPlr1x12MkSlvB0j6j7cGlum29BH0MvKgA3VKI2nbbqAQJ7sBMiX2qy+/0vzoWyeecrKOeAI2MLL+ycgio7tvvPZaA/E946yzXPce3TUtrGtc1ueSB+SAKZ+M8vL7kEMPdUcfe0wDkdZy8E1RcSGYH0x53707aZISHqYGX/iri3S9n9ZbwkDCyIB252XHE488qqNwlG/MBWPcoMH7hupF6t41Zv3qmaee1pFM0jns8MO03EZstR3EhZST9owZX7gXnn1O0+Blx1W/+52O6OkumhKfRmNErEZIJKN+D9z/H2/UTtrml+ef70YdfLDulExemoiAsHw38+WXXnSffPyJ6nq49IMLLrxIp0Pzm76KC5GBQM759lv37NPPqD+k+NLLLtMRQevX6II8qF9BfoF74rHH9EUQ7ULfG3HAAVLPM1UP1M10TrEomL98pMk1yRRYQP1GHXaIfm6Ic6yT/vqrmdrHRp90km46BRm29Eib9mGk5O23xrl1a9Zo0oyGHz96tMbT6zUUFjA6P2/uPPfRtKmaB2kdfuSRrmevnlon/2601IHR8SnvvqtE/GCmK2s7sFlRgvvwvSn6ogcye+Cog0L6JB/uDZqd+i1asFBHdckPHHDggTojgPyAVx/v3o4Ov/jsc31xQz5M9R08ZIie091zNV0vcb02li11ixYu0t+s4z5CrlHIrXd/8uptaUO+P/rgQ900atCwofoSBNB2cv+aJvrl25d72wgTl3eAPY9QD969+M1vLn0iISH2Imnm6KSk1LdTUhLPaOrvrxoCwhogwI4huPkGCAeENUtkvchCkRkiX4SOVwhh/VDIz+GeAeIZH0yzhIBhUOFCyiBsGLAcY5wAXMQMM1z7TVzAsY1SGVlFPCLifRuQqZuszwIYp/gDc0lzbyOslAljFXLK+kXWrVIXSKSdM0G3pAHQp503nXMM7DcusHPkzegOZN5GOwjDGjVGYPlN2aqrq8tEzl20aNF4TaAJcfTRR78v7X8k+VJ+8istKtYRtUuuuNzbmVfqpvWTcxi1hFMR4sQ/RrXwpz70sX/f8y9tT4z140443p173nlqSEMOW4heqTtr/8iLjWjuueuf7utZs5T43f63O1QXjPow0oxRzOgRcRgFmvzOJF0zS/7X33yTkmFIP0QfomQvXxgxZISPdY5MwcQg/+vf/6ZlopejX0Dbkhbt/fe/3qHTbjlmrSoj6nxPM0nqxUgwI1PoiXJN/2S6u1JIGXldf+MN7v+uvdYbuZV6owfKC1HmN3U489TT3MyZM3Xn5LFvvanpIKY7wmLrNUtr5h7873/dn/7wR03nNSFlow4epfnY9Uba9A2uNa6rIw851K0V9xIpzz33/kvrRZ0i4eJfX6wkvmOnjm7qxx97m/ZIWhaeMvGbfCa984674LzzNT8+SfOLX/5SR2RpNwifbhJFHaVcTHVmbevC+Qvc4Ucc7l55fawSdElMiHmspFuvL0IgduT5Z6nfI//7n760gcD+89573FnnnKPfsTXdaHkkPIQLMxg/yknZ8P/1mAv0pQT5Hyg6gqhTNtr746nTXLNmzd3Djz2io7q0M8amvQShXBDcl55/3j384EOa15lnn+0uv+pKLYORQi2L5A/R5Dr4ww036n0tMSHR/fXOv7tWbVrpiLbpDSGPjMwMN3nCRPf8s8+5o48/Tvs0LwIYzf/s40/0xc5Jp5zizjj7LF3jTPtSPkuDnazR13/uvU9fNNIXrrz6d7oZk45GS1ksLC+UuDY+njrVvTtpstbtgIMOdMfKtcdINy+FaENAeGaJ8Pul519wG3NzVW+nnXlGg94tXRPK8omkzbrgkQcf7I2MSzjaQcpdItfqgDfeeMNb9L13IrCfdh/2CEH147zzztsvMTFhSkxMbHNeKB5z0lmVifFJxxxzxP6fyP2hycsTENYAAXYMWw4BBfi5g+/gQVC7ihwncqsIU0ZZNPi53LhjMO7MwINwQAL4jRGCwYGBj1GPH8DfYH4AIxCDi/AYmH5CheFDWAw8NSQlXQxpjH4MG9tExowc4E97b4KVS4mUEEmMSMgQI8WUn/OI6c9c6suGOxjijFgTFz+Dv76mY/Iwsk7aZiADI1EmEobpuk1+D7jhhhvaSxmGmzELKB8GLvXREWAhlhBGXjycecYZupvpGeKys+npp53uDjvsMCVylBnSxSYxTG+l3PSHrl27KVmFlHcW8ssGJ+zUqlNdpU+uW7tOd0xFQ5BjRvsw0InPDq377befpkM7YKiz2Q8aRMeUEXJB+t26dnUD+vd3raQNKDPEdcWy5UqM+VB9JyFojKIyWgSBZBMi1iNTbsrCS5uVK1cqeaTvQhAgoBB3+nt7EcpEepRjxYrl2maQJUZWC6TMljZ6gxRQDsKyayv1BxAOykYd6V8pEo7rg3zYCRaCnL0+W/OiX0D20D/1p23wR2+kR/9hHSbTOyk34UGB5Eu9AP2TMpMG5a2s8EbS42LiND7hLG1AeYlPn0BfhEUoM/cPNqdiRFP7t8QhbYTP/uAnQV2VEDPKhz6IlyYkrZncL0ibtlI9JcQ3pE3jo2s9J2nR1VXn7dvr5346duioa3DxIz3CQOaYgkz9EKbXEo96sLETZWENLssRSLelkFNGWgdKP0YgeJA12oORc+LSTjr9VerOZkX0PXYLHjpkqPeyQogrbU1+7BRNv7XPKNGvuRYQ+uLGnFxdpw1oW69s8kPqy4ZbuKtXrVJdM1160MCBuk6bPNmlmPoRBzJJfrQTO1tzbdLH+ayTCTqi/xGWb1fyYoi1roXSn0iHNI888kiVUaNGabqA9cQUiWuI9ca8kDJ9+oVvt7Zp117XvtKndcaFgHPS51JF56Pk56ab3N4HqhnI7pE9CrlG4uSe+2BCQmIzlpv0HTDEtW7dNqG8ouyP06ZN2/NvvQMECLAFAsIawI8+IteIQFbDMVvkeDEEGwgrBgrGKQYGvzHIMG4x7jAAzYAJB+cx/CAMxMeoxwCEhGLwde/eXeNausCMHIDhj3FJOkZwDRZ+b4DpCVB2CASECOMVAsIxxj56szqgE/yY6spIHAYlu3CiGwgA6RA3HP68cDHiSZ+0+Y0+ITJ+nYrLZ22aXGFC0A6ROjR87JP8GDGjT7BWzQgQ/pQHEgKxMKE/sEOulpWAoht2vmWtHvVh99Z27dsp0aFe9Bn8GYXFpW+tz1qvI2ySiebJyB3poRMA0UIghhC1tWvXqH+mGO2MkJE2bUFZSZM2A4Rfl7VO68K0ZaZIMiLIG3LahTxoJ9qQstF+tB1gZ11GlUjPjHOOSQsQHgOfNKgDxIR07Bx9REfMxOU3hFhfDMk/yCzltX6Ea30LkCabJgFIM4TWNjEysbC0CyOb6AWyAUkGNlIHSM/icQzp4DhGiA2bB/nPm8gf71hT2ATvlJd/Q1j1Z5o069s9XenIq5QZEJY8EEBYiB9lDXVvyadeRykV4ok+0B/CfceO0b/Gl7TQu95TSFeKwadgiMsmVUlJ3mem0Atklb5A+3KtIRyTBmWjPXhJQpvQd5g6jD/3Let7lAFAhJl2TVzWYDONnbTpR4RH7NonDdYvcy9hzTL9QK8j8W8m1wG6J3651Bt/SO8+++yjO2BDWO1+2V6uH9IjHhuCoXH6BWEh4Ah7BaAzroe0Zt66Xj5Dw/deUTEzFwYPHqyf9mGEnxc9XDfthITq6L4ccx0yDT8SqCvThrkm2MxKCqb+lI/6ixzj/7xNgAC7C3369Hk4NTV1mFxPUXJdTu7es+/kqsqKupjYuCMLCqLZPjvohwEC/MAICGuAU0UeFmEEdYHIfSLhhHWyCB9zL5AbegNhBRh89hsDCEPK/CIBYwQjDsMLIwzDDYMRg48pcXx6gWMMJzP6zYCxPCAd+GEgMo3SSLKhsbz3JMLLQPkgVkY0GDHFj3D4WT2pMwYphiY7ajI6h57QEfXFeMXQRYcG0iCu6YC0CI/OLBxhMCBNp/wWiZI4TX4PEAP9GMmL5D0P8g6NVPUUw5npqvQTRoQWLFzgpkyZ4t7/4AP3wYcfuA+nfuimTp2qO5XSzhjh1HvVqtBOpGoQt1OiSLujU8JOeX+Krm+GKEBoWUtHWHTAZ2PIj0180Mv06dN1Gi3x0TWjWexYCtB7m7ZtNW/Kt3jJEv0kDmXgRUlaszRtE/ov0zkZTWW3Yz61QruwMyvTaemXjJoVFxfpiBs64PuwLVu28EbLxUiH+EKyKSNpkyejcbQj5IGysL6POlFuiDx14jej7sUhwgoxIy90QR0hAGySxHVIXviTX35evqaNHgnPNGHO0U7Uhzz5jQvhIS+QnOxtRsU5I6+UmTqSPkSdunvtXa8b+jBrgnPqJ/+pG+GJBxhNpSyQbb6paoSbUV1Iqve90OYNmw8xml1RVq5TZjNbZGo5jPiRl9Y9nR3EvY28uBJIG/3THzLkPCOEkEd9KSKSK/rMkbbJEz/S89JI13bnPkMq9FtqxS/WBtOHGblk9JC+g451J+rly91S6X+0B+Vu3baNrsslPCSP9bO05TIJR3+dP3++7nYNqU1Pb659Q0myZJYlfbG5lIPNvL7+5hs3S+6Js2bN0jXLEE7SppwFjEqjQ9Ex1zX6Zoo5/twzaAeuq9dff92NHTtWXdqJ+nXs3FlJJTpfu2ZtqD9muedfeME988wzKlyL6IW+0rpNa60D8blPo9MJEya4hx9+WOXBhx7S6eO0BdPC7aVU9vr1WkbqZfd5e9GC7gjfStLeuDFX62D3DE//7pBp06Z5HS5AgN2EMWPG/EOup4vkMFru8xu//37eJfGJcc/U1tfXSf+PjUmK+dWrr74a2MoBAvzA8J4OAX5OsKm+x4ZctocEzC2EmL4bcj8XIexbIr8Q0U2YBg0aNEOMkf0xQjByMd51JEYMDQxcjDje8HOMnxkgdowBh5FkBi6GDb9Jj3SIxzFT4CAJjLRhYCP4Y0ARjx2DMfIZhcRgxEAjbcvL0jfCtidBPTD6rTwGiBM649MRkC7CUF8MNwx56ovbp08fJVWMPPIbQhCuI9MbxwADj/qGDD3NhynH6IEwhOUcoyIY1EAMxCoJ98s5c+a8rh5NACGbibfccst30h7dKY8USg3jksIinQraoxdTZrvpaJj2DDnHv9DhZr/ZREk8xLj/zvFpDesDlH/kQQepscsOt+iE9X1sYMNoHCOrfJqkorxCR2UH7zvEDRg0QEkSuqiuYaqrt7ETzGaWkNeFQiBIn9Ek1q9i/GNAM21Rklb9IXzm44P33teRN9r3oFGj3KDBg7U+mraI9nE+dSMRp3/ysW6qw8hXOyGgJ558spab0cKqShst9coNeZ349nhvKq6kcZSUg42iWGtZVbWp3NSprqbWvfvuu27enDnaRxhFZhMl0qbtIQfUFx1CC1fJNfLmG2809IWTTznZDRw0WPOxPoX+IYtM95z0ziQ3V9ImLNOczz73HN25lxE5Rl+tvwHWTb4x9nXNl/CnnHqqG7TvYD3PyCvpA8pCud4e97ZO8eZ8n7593RlnnqGbaEGIuBYgbpyDiC9evMSNHzdO86OefAOVOPQR2ga9NKQt+YyXtCkP1wwbNzG995TTTpP7Uqa0p01R98gy7erBO0YXTE2d8t57+mKI+N16dHfDRuwv9WAUPEo3CYLw8jLh6GOP1VFXdmiWJLx05C/pLJD+xGZFHENwh0g78o1UXesaIusAFTLl/dNPprs1QkjRHy9CRh1ysL6UoJ9YeQHtz+d1+HwSpHbEgSMbiB6bk3347ns6rbiTEFI+HQXQncWXKqju2EBKP9ck+VGe/gMHKClFR17YTfmxvnjunLk6bZhz9LF+AwZ4a4ilfBqSOFIGLR+fwvl+qYblfn3KGadrGYYOHar3QCsPn7nh3k1fmPHpZ27EQSOlvfg2tfdSTfpTvRDcQ9566y2+WRWqQIAATYa4888//wHpz5dIf4uWe1OFPHNPfP311z98e8qnw6Pr6qcnJMTHV1ZUzly7cv6BTb2eNFjDGiDAjsGzOAL81HGAyCkiENR98QiBjZT8JNUPRlrZgOlX+isEIayzhGgN5Rjjk5EFM4YwRDD0eQNvwJBC7BijEwMLwZjB+IG48Zu37pA2DFymyLHWcN68eWq8EAaDmDiEhRRD2pjqZusESdvy2ZsIK/phhI+yMj2UsjJ9jvKbLtAdZeZ7jdTz888/17ITL5KOOMaPeIS3NgAc488oDGkwqgEZIw75Mt2YMEJSqsTv/Llz574WirrLEAPgwCVLlkyXugj38UZyeRgXFxQqKaI+kaY0bwHtMt7IMWsBE4UYkBakF8JA38NYBropDu3sWc7qRz/Bj9FNXmagD9Yj8skSRuJ0wx0B6TMqlZKc4srKS92G9RvUQCc85YZkGlE2MHLFpkf0c/oe5yxt22wI4FJXRgmZmgohpY0BU6RZW0sf8KfN9cNIICOtG7Kz1Y/+xKgYLzksLAQZkpcmZeGTPZA06/PomRc5iaIDHbUTiLcQffoDmwd5I7v0DfTIOtB2HTpoXIBukpKSXQrlLilVcgOR1LSlLOzSyzklXhKeFxLUnfbOkrR5mcS1SLn5HFH7jpI214IEJu1k0TXkt6K8THeUtRcLpI1OGMVW/UtdSZNNjigrU1chOOiUOtL/WYOqlZOw3pTgFPUnH4gZ4RiFbaibiHcUGYTnRZFdLx06dXQj5D6EP/lOGj9B13VSPq5D6hWeHuWm/tQRcJ7vyJKe9xJmcxCeMjPzgHpwPZO2IlRui2Xlp+3pO4cffZSWC5KXkprmPvlwqo4io3u7d0CSPYRcceweQj2pC+0LAebFSUPwEOhD3EPQIe1A2oA+6QFC7ZULqZbyc52iA9r0+JNO1BdBw4cP17WxpEO7MoNk0qRJ+tmfCW+N09kX3Xr11DiAehUWFv5lwIABt++FuwUH+BHj1FNP7dG8efMH5TlxjPTHKMiqPFvP69Onz1v0tdff/bR1bE31IrnO0qurKsvLitann3322V7HbCIEhDVAgB2DPQcD/LQA0bRRVKb8hj4YqDCCysjpCjwaQVsRdgreDEJYvxFDSEkvhgvTMDF4AIYIBjdTIjFIMMTwQ+w8RgzGEYYPxhTElFFZjG1GUzEWOSb+6NGjdTdd8sE4Ix+MMOJCWkif0UhIHKOWGDiWpxnvhN3ToLwYoNQBUCam8vXt21fJKut1IR+UzcoJcSAe68aYVro0NEqEjiBB4ToiPOeJi+Fp+ZiLrhiJRF+EJyxGN/mic8JIfmIbVo357rvvXtGITYDjjjvuViFxt1EXyoYOGLHbuCHHHXDgSHfEUUeFQnr9AVj/MX3hcg5jGtfCoS+OH3/0Mbd0yRI9P+aiC3UkiTR0HaX8w58RTb7T+e0337hH//c/MejrXL8B/d1lV1yhbQMp8AiE951fXPrmA/++38388kud/nnZlVfo51ksLDojDEJ/nP/dd+6O2/8q/bnc9enbx/2/W25RcspIIXGsDqTNN2Hvvedf7p0JE7Uev736anf6mWdom1B20rYyUB76wO9/d7WuU+zarZu77z//0TWwpEt4dlJmRI31gYmJSe7uu/7hnnv2GdXT76+71l18ySVaZn/a5IswtfRXYy7QvsT0zSeffsZ1EFJJOASQPqNllIVyP/Dvf6v/5Vde6W764x82SxuQPvUlTXYAXinEkn779PPP6QgtYS28tie6kbo++cQT7q6//V3PnXf++e6W22/TtKmnrleFCElY0mf084rLLhO9z1ci/J+HH9KNtrgWaHeKguFHibQuvjz1nH7ehfFmrz95/psE0F5MUb/nzrv0hQfriA86xOsDvDTh27/saqvrMqnHHoQ/N8rDNPQWrVo2tAXE/puZM3V0t3uPHu7iSy/R+qAfwlsd6dtcky+/8KJuuMS5g6SfH3Xs0frihfDeSLA30g2RXr1ylRv35pv6/VQ5o7v/8nKBeznXuumQ/kWefP7nyxkz9KUSI9T7jRihm2JZGRrKIn2APCaOe1v1OWz//bQ8gL4nhPVTIayHBIQ1QFPhF7/4xRVy/75dyGor+p7YD+vk2Xr+q6++Ok1Oa8ccN+79NnKDWiD31ozq6qryssKsgLAGCPADw7MQA/wUwIZJN4swlZcdYl4SYV0GU3n/J3KaCIvRjhfB+twaWQVbkFUgN3hlgNzoEQMGCL8xWMJhxglGJ2KwNIhjBq8JBhhEC2JgfoSxfIAZShAz8zN3b4CVGwPMRknVuA7VAfHrBuONetsGP8DChevIH4/fBvMH+HM+HJaGCBGbVGFlZWVHQcIMlKZa6ozxOWToUK0H+qCeJrQf5IYp3hBzXPyoi4XVY3EBO6uyYQtTngcOGqQGO3rt0bOHO/DAA5WQM22V6hGHaY5Myxw6bLga+YTFqIbs2OeRSIMpjuTHMWUYNnx4Q9qMTPcXwks5tQ3lH3WyKcmDJa12Uh7byZiNwxCO0UdCgrdhD+klJyW5EQeM0HqRFn2DkXXqTFqUoXmzZtp2EIJ9+vRxXbp10WPiUL/WrVrT2BqetZIZGemaD31o+P77q56tnqwPpe9Z2oywUwbS45uz6I1yadlCsx5oONLjN+t0mZoKiWGqLy9BOEf5WJvKNUpcCCbp0Ya0ETrsJmSbMhOeMmjaAkbR0F+/vv1UR8SHZLH+lnLhl948XcNzjrowCtypcxc9ZoQRnTGdVvOWNmbUWvuLiH3Tk/ojrJONj4tXARqHcD4xvwEDB+joKH3OdEZdS0tK3UGHHuJuveNv7uZbb3U3//mWXZA/u5tvETdc8LfzYXFu8smf/vIX96tLL9P2pnzoixFmXhjSduiAc9SJ9mcpAOu+uWboN4ymMrWa8/zG1TSkrZjuzM7bjNLT12grviXL7r+mI+0PEpY2pY0R+jv5c7533z7evVv0lp21XuPR3rQF5TJBx/i169BeCa29rASkI2GGffvtt93UI0CAnUf0GWeccfaYMWM+T0tLY2S1Ff23qKhoSlZW1qF+sgoSEpK7xMTEpjLzQ7roHLkOghcmAQL8wAgI648XrD0N3zDpThGm//JZmj+IDBFhh7srRBhR1XWouwIxMGIwKDBu/GLAAGkMnLPzZsQyXY9dcJlaibGCkWJhGJU04xWDByOcc+Zi6FAWjCY//OX5oRBeBr+x5tcZ5UcXwEiAGfXoAoPZryP04deRxbXfwNIOL4Pl6xOm7TbZPeDCCy/sKuUbYmUCvDlmyickCSNZyZ6UFaG9IY0XXHABb71Vzj33XHfOOee4s846q4HAkR7CNFw2cUEAIzwUnzD0Acgqo3noD11KBd33S5aovhhtbdeura7DowyQHdbT2Zo69FGQl+/Wrlmj8ZhmjMFN2pxjdJzPoDDNmrRZo7pyxUqd+kh/hNCyhpJzhMHoZzQbQPSo65pVq3XUknox5ZZykDfhIHkY+/Rz6pQldWTmAGVhA6JqIeicow9BQEjDyD+Egv5BOdED5aafEB5CiaAT6zd88qRY0mYqL0SaNbOEBRBU0qAM+FGfvPw8Tdt2e6WenKMvkxcElrQhjUw1hayySRKvQhixIyz5WtrUQdOuqdYXCwadpir5kRZp20ZNxIWAMSooxWhoc6aS2iiqX7QsIrQB7UufQHr16qXT8o1Ehwv5UK64GK9e/DYSTMaU6YP33nXPPvWEe+m5Z91Lz2+SF599RuTpLeSFZ5+KKM8/LfLUk1uK+D8n6T8nx567SZ598vEGefrxxzRf+hX9gPZBd2miL8i57bZNvdjB9+STT3annnKKfjaKlzRFRYU6Yk+ddAr62nU6bZ371CkSjmsQueiii7Rv00cgu7X1nm7XrFqlMxrou1y/hEM4BrxE4YUFyMvb6O1oHCqniYEytpF06GuQVupj/tJfEsU9RH5ufjMLEGA7cNJJJ7WR58qV559//udy33xZbIoDpH9FlZaW5uTn5/+ue/fux7333nvfS9DNDJeKmqoDUlJTo7lHyu3m+cMOOywgrAEC/MAICOuPD5eLvCnCMBwuv5ny+7II602xktnR9y4RPkXTpBBjUe7hmwwOjDqAEWkGHzB/A+HxQwiL0YNRzfpCDCtGFTG+lGgIMLD9hAHDirjEs3TMsCFPf5n2NlAuyq3GsBjrlB0/6oqLPkx/1JdRDYDBho7YAMZ0hFFv8RDCAI7DwTnTjcHyDgmEtcmUlpube6jk2bCrJ3lAYiAaTGvFGCZ/A7+XCKF888033bhx41TefvttN378ePfGG2+o0Y2+DIRfu3ZtiCRG64gc6ygB+mMqOusnmfJKWEjOmjVr9TzGM7v/ojvCotfc3BxdI43OCU9+jOqDLl27btZWrD1GyL/ByBeSyAguJKyDEGDbLAkiSjqE5Zh+WlFRqbvSYhe1EvLO1GH6BGlzDfBSgnXZ/GbKJjv6Wt+HFNj0TNoTIkufoA7SilrewkJvumVySrKOTDICRniuKbvOtC5SvhohGpBOfkN+mZrLMf3Fwtt1SBqQTgmghIP1uxwDwlBG+iTxAeF1Oqn8Q3+6MU8obSWzog+EcJiIfN9TIceMZhgIQ1nQC3FJHd0mJSZp/nof8IIqyN/EQH+wHXxZuoAw1Z5p+cDC+l3SZZSXl2X8pn4QMwxXAMGnr1C3zURIImuht5C4RiRS2B0Ue7FgoG+kpKboyxl0zU7GhGHXbXYJRl599VX95jAvTrjPcJ+lLSCV1jbPP/+8e+6551SeffZZvfdwm2jXvoO+qOHFBVO/+eYt+vzf//7nHnvsMffoo4+6V155RXWYEJ+go6aAHafZKZn7OXmFC+FbS1nQOZ+38bcH147ECz5vE2C7ccopp3QSknqeyHPp6elzmzVr9qDI/nLfjpJ7Z4HcO/8t9+f9pa8+2OhU86j6c+Sajy4tK6tsluRekH4aENYAAX5gBIT1x4f/E2FklSm9TO2FnGaIsJPv0yIRp/I2FeTGrZ+1ARhqGG8YFmZ4YMwjwMLhWhhc4gEMLIxSNvTAwMI4xDgFrE2FoJGmGqwSD5e08TODGiOINDgPLM+9AZQFweiijhiXHFMPI06ctzpyDhLEyBA6ok7oCAIRriP04DdW/SAegrFK2qYTXEbD7Djk32QKE1J0rOQnyYaSFJdRH7Lg0xUYuJTJhGmX1AdiAbmj7hwjECzKasLoHCRsPptwiZ4gdS1attA0lUQJPv74Y/f5Z5+pHhnlhLgyYoquMMzT0pppWmwQtCFng/tixpdutZzXEU9Jn918jUzhx7RT4nEOYv3dd9+p7km7vKzcLV60UNOmrdi0ic+/8LkP2mzJ90t0rbL3WZp0t2L5Mpebk6tlY00gpAIDnQ2G6OdrpP4QO9JOkGuKdZLSiNo47GaMrhiBpb9DICCslC0jM0OPV65c5eK5rvQyqNcpxTY6CekjIdJmg6WVK1e4MulPrIGlvtSBsKSnJLS6SvXNyC660N1kJQxTTosKi7QMhIc0EZ4w1Bs/iDrloSwlJaX6ciFd/Ck7uoMo0/aERa/UhTLyAoKpo6RJvoShz9P3m4mOGJ2nvxeXFGtZKDff+IScqx59gs7ZEEhfWkieJlwLvGCgvhaOvoNL3a2PUB/KpG4d16BXx70d1I8+q9cKfXDxYtGntw6ckUv6GZ+8QReEgdza/QBdLxdCjw64JmkXXqAg6B2iznVDX0f/bE7GpmOMgpMuBHa9CPHoH7QjfRPwkmTRgkWuuEj6ocDuTyb0K/o+bc6GVrz4MX1TJwlz8OzZsxu+6xwggA8xF110UadzzjnnRJG/nnfeee/JtT1H+vHzGRkZ58txK/qQ3JOWyzPlbpHhL7744rXjxo3DfvKMhjCMffvDc+SesH9sXGxUTXXtM1lZo4pCpwIECPADYu9/CgcIB1N+IaXbWoO6WzBkyJClYqR0x9DAqGAEAyMVIxAjkqmNGKyMAhkhCxeMHgxdjNFIYOdPporOmTNHjU6AMYOhhTHEAwgywDTTQYMG6cgXO05yzsqFAYYLQdjTwODDECRvykC5+X3IIYc0bKiEoYfRjB4oMwYmLqSUtWPgMyFf+IWDdDE41QD3DLrNxADxpS3wM3LL1EgzUqWc9SIXiTH4rHrsAm699dbUyZMnLygvL+9InQF5lgrxZF0nxLJ16zaqD89O2HTr8YL7fm/+R/9i9LLjL6SW/oO++B4n0ztjYzffxZdPzjAqxsY/fGOVUT5GKDuJXhlRpE/RXwH6o72Ysvj9EmaGUTpvV2dGcOl3HFudjNAxhdJGciHljN7yKRF+E8dAH6+srBCDfaESR4x9KazrtU9vHfUlbGyc9PFQ2/HyhZExNnSizvQd+kq//v01LO1u11W1lIPp1suFDK9YsVKJLuWjnt27i15ET+yaS43kypOyMGJZ4ubOnSvkocjTgeQ5QK4hKwvXEOHrhKhRFq6zuXJtQW7ZiRYiOHDwIB3p5PuzOs1T/tEeXPOLFy9yq4Q8UxY+OdO9R3fXjbJIfAiS1/JsMlYhRKdAP51jL3PQ8MDBg5VY28sNItBGZVKWHCFEphdG7iFQbLjF9UD7buoBHmjHqJDnZufQdejQA7oXRwrAyGN29nrJK0f7DfocOeog3S3artVIaMyfenk68voO9SajSOHpO9qfRJfUORzbypu+wosDPhHDJ3KYQt9a+iV69MKIeP9Fh1G6iRUj+fQD4jJ62rpta3UJ76W6CcxAKJe2ol9RRtJlTbgHX9oitAajpYSj/lwjXLfk5ZWFUF4O9GWmhjP9mrYcNGSIy5Brm9+cQxfSF4988803pzZECvCzgfSXqD59+qTuv//+GfJ87CJ9qL3IAOmzveX66i/SUfpWc64drjf6F/d0sUdy5fhjSeKV5cuXT5LnqffGZCt46aV3eqRlNv84Pb15+/z8vOyS/Pr9fvGLQ9fIqSbvd8GmSwEC7Bh4agQIsN0YNmzYMjGau/FQ4OHAm3WbJslDAoMao4O375zH4PALwB/DGCMJgx6jBvDAgayyvpDPbkDeIAuEM9JAGIgx+bIZDISVkS/7lIbhhyaspgcD+jrqqKN09JDROupAPTHyKTcu4dEH9WXzGvRCWEYb1aCU836j1vTGuXAX/bJBECMkhMcPHUJYrV0woCU/CKu3vewu4MwzzzxCjIL3JU1J2mtr8izRKbZRut6UXVZFEfxv6AueE7oNiQOZ8Y5DR6E/URIJsgeRAdQBHS6cv0BJOdMUsSgwcrtLHVl3ZwayQtKBQFVIn1qwYIH2LQrCSFD/AQP05QF60hnSlL22Tkd6IMnsugrQFy9J+vbrp2v0+F4mYLoobU578HkZpqBCFgjfu08f3bCGKZIY+mr3yH8+nUNbz/76Gx1VgoRRp2H7DXetWrbS9rOyQM4g4UyrnPnVTDXgyYv2HS7hGSVM5GWNpI7WPOO/2i1Z/L0QvHkN1yabN1FX2gGSL7RJ+yVkkGm/7OrK+mD0jP+IAw7QPgox0fYSqRGSXClhIdWffvqpTvcmLET2wFGjdDQZsipeCr2+heguW7rMffP111oW1tzyMmBfISZ6nYS+h8voJ2uMqdvsb77RqbuEpx0pS8uWLXRk2voILw4g1VrxELxD+Rvy24x2qfemcyD8N22ZJ+3Bt0EBbTh8xP46pR0dUtdIiOSPzngxwLVNm/Eyr4f0TUD48Dgrlq9QssxLFUZ97Xo2bCtvPuXDCPHC7+briwB010L6CFPKGcX0gskfXFEh/Wq13DdpI+4tlJG12+RveVuOND99hBkLnNPrW9JkXSsvRcjbkgeELy+v0FFzyDFxGL1t276dxtUy8x+XwILcDTn6nWNe5vTo1Uv1DWj/goKCf8q9/g/BbsE/fhxwwAFJ6enpqdK+8a1atWom/bOlPKfS5Zme0lwg95s0ue54E9JB+kem3Jfbyj2hjdwf06VPp3n3aW+2Ev0H4TqV9Mqlny2W32w8+b48Fz595513tnvG2UtvvNOjWWrzN+SaGShktbq0uPS4M045cpr011CvbloEhDVAgB2D96QIEGA7MXz48OViZHblIYHhATHk0zMAP4xNDDNGZjCAjByFC/48eDzD3Ns4CdIAeJOPsYIxaw8mjC/iccx5jhld4zMwH374oRqu+Fm5MBIt/J4GZWdUzJ835IoRVgBhgrhCztEX4ThP2dEZ8XkA26gXdTOjF3/CYgDyG5hxiWtpQKz4DTFDz+SDH3niT57kI2ld9PXXX+8yYR01atSd0hduJm/0DgGrrhCSlZPjDjvySJHDhexwDvt0875AHHaYZaMebkgYuPyDOEF+7Hd4PIjaB1OmuJdfeEH0napkhx1yf3P5ZZ4epM7iSB/y1oVCRlg7+tzTz7rxb72lfYuwRx97rBIv1acUQNfpiX4Q6nHr//uTTkVm9Oqvd/5dyRbtwBpZysboIWlBplYsW+au/b9rdMSWHXXvuvtuJcWEtb5JvSgL02RfeP55969//FOnRF70q1+5a66/TgkEBgyw/k88ptBed801btLEd7Rf/Pfhh9whhx2m026JL0F0hJA4GPlM1TznjDP1ZQ7XystjX9Nrk511VTESgXJQh7TUNDf+7bfd5ZdcqqNhp55xhnvokf81EFL+SUgtB/FSpCy3/OlP7qH/PojK3J3//Id+Soe+av0RK4/wlIddnc8560w3Swg3/XrsW2/qJkjU1cIrJDzkft7cOe68c3+hL1wuuexSd/tf/6rXgJVF/3NsQlxxIVEQMfNTIhVa50xbAouj4SVvi6t+Uhl2Ev7rbbe5yZMm67Wz79Ahruc++zToIhIi+dPO06d95DbIvRCSf+0N17uDDz1Er0krgwn3t7Vr1rq//eV2jXuoXDP2Us8QKQ/g96df5GRvcNM/+kj6Y5L77TVX60yL8gr2B/BmcSC0O9OHGT1/5cWXtJ24/3I98GLL7kEN4WO89cOfffqp+3DK+/qCqL3cS8469xzte7yEoF9Zv6XPoruPp05zc2bP1jB8HmjfoUMdm3Lx20tbwlN8yZ/rd/KEiVqWoSP2b0gL3Ujbz8zJyRn50UcfeW/pAuy1ePXVV2OeeOKJTnKv6SzPhF7yHO8g99Y+0qfaSN9KkXZnrnhLkUS5NyRIXwHa7ibcMxCO6ScAl+dYSIrk2lgv97n58gxbKMezJI05r7zyylIJuuX0hG3gjYnTjk+Ii3u0bdt2HTbkZOeUFBZdNO/bz97dnS9IAsIaIMCOIVjDuvvADr25Iifqr58I/A8VHiCQSoRjHjAYWBAqW7PmB2GIB3AxijDecCG+NloLccDYIbylYX78ZsSRaYOMBBiZs4ebP/29BZSF8kHiMdbRlxEKjEMlSgLqZjriPMY6+mDKNTqirkpmJAwgnB37XfSEsYtOSQeQP+sGiWOCH4bCrgIDRcp3VHh7Y8RSjl69e+maz/LyMq0DQrtb26GDrl26um5du+qoOce4rVq21DrwORF1wwQDlxEc0YTmxwhdn359lagyGkkfHDXqIDdw4EAd6WJKLlOEc3I2aHjWhTLipVMjpS349MewocN05JKXIpSN0U92VKVuTAtlBIq0IaTsQMtnWdA58fHLD7UVRhXEFtLCKC2/IY06qi7haFPKg3j2epTr0aunri0lfYx0Rq948cG6QNIlnr7YEAIGuWjbrp3LzREjR8qaJESF9ZyQDA0v5UG/lI28bddjZj5QX3TOp23IP29jnoanDAA9tm3HJ3oqdLq9vvRg2rKAvPKkPozKQnhIn35Evy6StOiz9Gf6He1P3RE+/0NdaBvKQR8lbfLlmPKQD3UnDcg51wlp8Z3ZEtELYdFbQb6tx5RjE/mNn62T1L6t4r3s4je7ChOO9ZwqogfuJejDjkmb9uMTMLxkkApqudCMXWPbA70ORQcZGZmhNdfeKLe9cPIL/vTn1m1aS74dJT+5RiRPyryjgDSmNkvTFzRMGWfKb2lZqc4YyJB7ZqbcMxHaBx1QT3tRWCbXJzqk33BfYFMmE/RIX2HaO+0H+Udf6I2y0n581onRXGY3AO5Vnbp01rD0rZwNOfpyBX/6lieV+ps0eOHTQUgw7eGvP31AyjNY7ve95Ofec2MPoDjttNPanX322ceefvrpfzrrrLPGvvHGG7PlWfOdtPlHcl94XK7j2+X3L+R+doT0tRFyH+idmpqaKZKcmJgoTevt68B1INdavYjcXspzpG99L/eyr6VPvi3X+ENiH9wi1895cg86UPrEYJGBzz333Gny/PnDWIGQ1cVSnB0iq2Pfntpn/ORPnmqRmTmhRYuWHdevz5qWm1t6+JmnHTM5GM0PEGDvws+VsLKTLm/isEBMflLEcnfBiA7CMQ8biJCRFYwZjBgMGI4x3MwQbgwY1BhyIcOkIQ5p8hvYb4xcDF9GEjDomTps583dVn57AlYOE4xyRlUxFDEQGenCOMRYA36dmmFscc3Q9RvMpm+DhSUMRB6yBUiTsLQHeuO85YM0BV5++eXuUsZB/vLxxhjjtGXr1qHPsmx6UWzhKBdlOP74493o0aPVRY477jh37LHHuoMOOqihTltA/DH22UAIQkKYpKRENZrRF2mzcRejyrzcoI9Rb4jBOnYOlvi0AaSW8LQLn67Bj75FfNKFPEHoAP3NpvoqYZTfpG19lvDrs7J0JI7RYnYDRg/kTZuQF+EB4ZGsdVnqMqpoeuI3pJkplJA21ZPEob4QVEZE7RrgmqFe9iKEfkZ8/CAU1Je4pGV9wQgi8c0PffC5G81LjpliTNr85jpGSF/LLelB5uhjElTTgJTYKDLhCE8emrYAHTDKSjjC8Jt0yMvqQht44b0XVZxDWHvLb807ghgoL3nzsoN14Ii+ABHhG6HWDwzhaZhLOoze64is5E+5OUdZtheEJQ6balkevJCj7cJh5+lHmdL/yE9JMvnvIHghwCeT0AP9ZX3WOh1xZonBGWecwdR9/WSUkAxtN/odeVJn1kNvkDIyhZvP/5x33nluzJgx+qka4qA7+hH3e8rLywFeMECShw8f7n7zm9+4Sy+91F1++eWaD8SXzbKIgz5Yg8z9rjE90n9ah771WphfoC971F/aXvpHnJT3MPUI8IPimGOOyTzllFOOlf70D5GP5LqdK/eUyXJ9/VXucWfIvXEAZJT+THsXFxeXik2wcP369Z8I2Zwg97inhYDeJc/ym+UZ+Fs5f470p6OlDx4gz/MB0m8HDhK0atVqwGuvvTZMCOkpQkavGjdu3F+FoL44YcKEz+X3CjnnzRnfUdTXR705ftrBb02a9rQU87v2HTpcVFpasjJ73borTzj6wKPGnHPUfOmjm24sAQIE2CvwcyWsw0S6i5wkwtMTmSASYBvgIYTBgWDwYLhgjBs5xQ/DnVEPjGiAP2KGSrjLOWBpmr8ZrRhTGLSkiZEMCcFowvBm0ycMXRCe7g8NymFloV4YcJBWRtkwKCE9EG7KTzjqiwB+GxEirunCzpn4gZ7QC4CooDPTPW1h+SCmZ/LYVYjRcZik5Q3BCUgXI5mNj9hwx0iUtbOBcIDP2TzzzDP6CQ0+pcFnNRA+bUOdIhn5fIoFg5lRG+oF0WvVqrWSRAxe+iCj00xX/+abbzQvpuYyesMoIWyJ0R8j8YCwrD9l7SRpUm4IIqPDUlr91A2jZegOksumS4TnBQ1+pL9BylNbWyfxY7WdKQs6pt9CWNhwCz/T/8ZcIaCSOkY9/Zpz6i9EACEOYRFGLKkz5WVtImWnX/DbRisZBSO+hddRVkmfHVsZ5QOUvZDRRLmeOCY8ZeRzN9b/lFiLP+dIQ0ebJby1I+l7BFX6tsRVPWpM3S1aw1tZCK/ToCWOxdVrVo5pX8pNHCMzlAHds9GT5idp6hrl0HE48AfUgTyZcr9w4UJ1kfnz5+s6dz4rZC83tgamq/LCgLIgrDc2vewISIeXKJSddAoK8ht0EAmUnxFKpsfzTVSJssOgnNSRewvHjKhzr6Hf8fkok8mTJ6vu4xLiXPsO7TUs5cpen61tyYZ3L730UoMQHvASgnWohIccb8jeoHl99NFH7sknn3RPPfWUyvvvv691JS12CCdt2oYRbrvn4OcX+j6bOCWnpCoRtinBgLREjg4+b/PD4IQTTuhy2mmn/UZkrJDS76RdJ8uz5ka5Txwi964W9G9p30q5jhfLvWi83Ctuk/viedIX95Pjvm3atNn3rbfeOmTs2LEnyX3+V+L+Qe77/5C++ODrr7/+qtz333/55ZdnTJ8+fb7c95fdeOON6x944IFNH2neRbw6ZUrzNydNPeztydP/PnHKZwtat2n9UWZGiwulD89Zu27t5csWrhl0ykmHPyz12PELPUCAAHsEP1fCatgn5BqYxrtIhG+aYlUg74t4381wjrV+5o8wKmtTf82PY/z8sDC2VjBSOsDyR/C/TmSvgxlyCMCIgRBhAGF4QF4hEIwSYPj5wXm/CzBGSAs/M5yAGTYYtxjATKll2iYGGdMx+a4iRi7hrCzh7g8Ff/52TD0woCEDEBRG6KgvO99SZ+oFqA+6BPgT33QB/LqztAlPmpBUnSIqbQJIHz9GDi0t07fF3VVIOx9DPn5AfmBi+jmS2E2bRRkRNKGvQJr4XElxiOQgTAGlnNSDUSD9FIwIGx15bryb8+23SswJR90ISzjOmZH+5ZdfqT5SU9M079mzZ3ujV1J3PtUB2WJqK+cgOeygiy6ZLgxxYKMgaJKuVZV6MMJK2tSXHZ8hrOTJiBxTLOex2Y0QQ9KlTJSFdoH0EZayEB8/1pay0Q7x0RXXjH6WRPKGwPFyg82W2F2Xtbd8P5MRX9JkuifhCcuUWUgzBJd+AkkgHUgao2yUmWnVNTVeH6GuRirpG6RBWdlcSvtHVLQQ4NwGIk3dCcumVUzVxQ+9L1+2XPssutCN14Rg8h1YiAfh0RtlITzTgnOEPFF2HeWWurHumPRoD8pD2YlPfQlbVlaq4VetWKn6Q8dMfWbTKNqasuNuOuZckvYHLbzUhTLY1cKoMboiDOE3F+9TQxx7n+Tx1sAjTFtlSu2Ogn5E/SgPU6pp/425G7X96cObieTrjah6hL5c6m5rb3cYUnfWWzONd6XozvoMG2qtW+t9Qsr8CMN1QD2pN58wKiwo1HYlHH10pQjEl35KGzGCS3+hny+Xa4xp7MTnRY9965bNk6gXLyrYlEk0qf2CEVzqR5+h/yL443IvRzetWrdSwkrfJV2ALiXeQXKvtG2JA+xmnHzyye1POeWU35x++ukTpF3mpaWlPSbPLkZQ29IPIKhCRr+Ue9qDcvxLaUNm2UBMTxbSebsQ0heFiM587733Vjcl+dwWnnvunWZTP53T540JH54ybtLHd06cMn1aYnX8+lYZraampib/ISqqvj4vP+9f+Xm5I084+sChJx978CO//e3Z3pSkAAEC7LXwngY/PzAleLoIo6zgepF/iUAYp4jMFuFbp5eJ3CPCSCwYL8Ixo7GQzg4i54sAFtNZugjfSCWtm0X+ILJchDSZ1hQpHc6xRoc4hSKjRLJE9iocdNBBDZsuYXTgAkgHBjwuBgmGhhnECAY14TGEOOcX88MlLoJRTdoYPRgzGLiMPkC8IK1MceOtP2kSFxAe4Tekh2M/0dtTQAeMOlAfg9UVI2zIkCFah6+++krrht4w7CH3GObUH3/qhmCsmYsAflM/84cUYIAyWoUBT96cxxhkaqRtwmRtg0s5pTwXffHFF/YiZYdx6aWXNp8xY8ZCyattyEvTLxP9M8LKMVMOyQ9j3H/L4UjJoPxj111IHkGIQ52qhKyFh1dX0mK6sY1OU19A/fi8TJqQO6Y36uZCIbDJDLrlcx+aTwjdundvWG8tQQTeJ1dqa+pcYVGhGPhrvb4o5IFvWjJqqlMVRbebigbJi1KjHoMcw57Rp2Rpk06dOykB1H5poSUsmmCHVkguJLy6xttkq0PHDpq0pyvg9RtGM5d+v1Q3z4mL9UaUGRljbSpl3wQhPJIfRHfxosUNbc6Id7ce3rTYzcN7L4wgjN9LP2TtI2UFrD2GbBCe76RCMLmeKA+Ekp1/lThLXel7vXr3VtfiG4jLWkpGgTlP2dEpG4DZFGEDbcBPPtXDelKuI0Yo+VQP1wejbvQNSK/WgwiKUBo+h3JyXbFhkKdUb3o9/WBzbIpEHDYnWrNmdcM1xM67hxx+qObFb/RF+UHoGtqsDoBiUTf+TX3/fb0OKTflSc9I17y8GN4BLwXYhRcdAa6Zgw87tCF97TNheQDai7KwUZa1KyR5nfTzGZ99rn2V64M+rtTdklC1eSSStqRs1Iu24V5C/ugsPEf6YZGuE/bus4SHZCKUzx+eLHhJUljoffaMurBb+OFHHal1Yrox90HKTVzu58yGgDR/KWVnd+bMVq20buQF5L4+WojQJDncUhkBmgIJp5566hHSHudKm50gfaelPcdoP5Esaa/p0m+mSBt+/O6777JudI+0hZQpeuHC3JSv5n+d1Dw2MSU+OaZtVU111+io2DbSPfapqanrHBMT1V7Kt4/ct5KY8VJSXES8pdLDPouNdh9HRSd8dvyRIxZIf/rB+0+w6VKAADsGe9r/XMHIJuQRQFo/FIEwXiQCmTQCe6cIgLz6sUwEYskT/C2RI0UA37U0wipP/oZwEFBGTRtLB6Pfn/9eh1GjRjUQVsSMDYwd3tozRZdjMzAgrRi5GGo88DBwCG+GL2Htgeh3McJwIbpMRWQ00tb1sV5KSFLDmlArC8AlXQxwy2dPg3piIFrepgtcK+eRRx6p9YKsohNGJggPIafeGHQYk4DzxOU38TEuTe+EhdRzDiMewxGdcJ5wEBTW7xHfL+QVMkAu+vTTT3easB522GHHCkmeJPlJspvIFd9fpapsosILC8+mCd1uCOcdqaHOmj2+mWpknbpQD77hqZ+CaTAtSN/7Ea0jQwnazhAnApE3dUJ3kHQ2JQJmRjOaxGdxyJ18IaGMKkI0rT8Sn6m/SjSlLBAsDS/n2IyI9akG8eKvHgPawktfICcx1jW8eJBG6IQ5mjYjb5SP9CH4fKpFzxNODqC5Fh49kodWR06yaQ26Im4DOJTzlJ3w1gfpK4xg6W7MXoqbgXCMXJIW/+g/kGO+x8o5PmPz5YwvpE95L4hIHzI5YuRIl968ueqN9K1/GwhHG309a1ZDPPozLwrYhMr6cThoW14QzJs7T/sG4agrLv2bz/k0a2Zr531EKXRAPsVirM6aOUunRtNfamqqXUshQIMGD9Lf7CiskDheNO8vcZkKvmTxEj0mv0OPPELLBLin8R1evkvLC4N99tlHY24aEd2U2tIl37svQt9TpqxM2ecTOejCq7fFkd/ylxcqudIfIZ0dpQ9CHLl+NSThRTi2+CuXr9DR646dO2v7mX4qysp1B236C7/ZLMl7GSF11mRIhYSYXu8tFeAE/Y2XLaxj1XDeHw8ShBdBWXLf1Z+hMpBHm3as77bp1sSRcxKeZNnwbCMj9qJL+vzxJ52oeh0pfYfPbBGHtObNm6f3dV5GvTvxHddF9NSL3ZnlmgDEFd3/u1+/ftcFG+I0LZjyK23wS9HxGLlv9BFXfnr3Q7mu10m/eleuv7flHv3JBx98sDEUbZuQto2aNm1aSl5FdFp9TWVqfH1cTFRUbEJUfF3z+Nj4VLkpp1ZVVieXl1ckSn9JjI1yKTFxcUlyN06sjXLNo+vr29TV17eWLpIUHR2VKWXKkPtwsvTpKPo1n+fiuq4sryytc3W5MdHRC6ura5clJCXMrSqv+i4mMW7pSUcdSIe1XrzXICCsAQLsGHhK/dxho6KMgPJNgTdFGiOsjJQeLfKN/vJgpBfC+6JI+Ajr/SL/JzJR5EIRCGukdIDlt1cTViGfXTnGOMLYMJcHHKNeTN3FyMUowQ8iAonAgMbo8McjDEJ4DB8zsAnPKClgJAbCS1zIKnmwxgoDknQQYC7YGwirkgsBOjAXwfDm/MEHH6zrJqmP6Y46U1fE4pEeuiKe1df0iz9TKgFknjich6yibwxCXNM1503fEAxpm10aYZX2+JcQkGtJn7QhgnzOJn9jnjvk8MPcwYceqsSq4byG8crBOlSmFTKKN2nCBDftw6laVu5KF118sRrqFZKW9DSRUNyQYKwgHN9/731u1cqV2h8wdvsN6O8uv+oqPYfO5ECP9RMuISEuU2H5Duq9d9+tfYs+17NXL3fz//ujjvhCQCw8In/0hqm/pZ6eP3XR0oV+ewL8v9Uv7LeKL5z82ex3g1+Yv/qFfusxDv84MP+Qa8cE4miz33ro+fNHj0Lnvb/89Pz4jM0fb7rZPffss7obcX5Bvrvm2t+762+6SXffpX23gMRD53xT9J5//MP9W9qJ0T52IH7+5Zd191kIPWs9pdN6FmXIJX/ak2mmF50/Rtfc0l94yfPr3/zG3fTHP2i+9HO7JoiHC8iX9n3yscfd/ffdp+QasnX3ff9yo+S64+UOpAxCrnEsDREbQf9/N/3BzZo1U6+rQw4/XKcqc27JwkXuyy++0DL++fbb3H4jRui0WItvwvXPCP3f/3qH5kdZr7/5Jr5lrfdE6q2f3fEKriP/G9Znu3/e+XcdxeS6vvK3Vwk53093ZQb+9LmOmTp77z/v1s3N+IYv3w6mYAlxCW7K5Mm6Zvv4E090xxx/nO68649v+uIFk95jQv7Ui+tSDkW88tl6Uuo/c8aXOmrMTAKut/2FeDIazP2EWRENnxUSYZQLvDdpslstbQkOP/ooHWlldoG1H/0Hfdn3hD94d4rOOmCUlfOAa1buj3Ol3sN3esOdAJth9OjRw+RZcLno9ky5NtN5LtAm0j+L5N75nvSLsYsWLZq8bNkyZn1tgSkzZzYvXp/XPj42ua20eLe6+rouMdGx7V19bc/q2rpWQiCbSe9pJveR5vQX7jHax+T6pFW9+1HoczXVvKCtr5J0Klx9FG/uKqVvFkuZCuXa3yh9O1su11yJUiL9MVuI7bqykor1ac0SCuNdcvbRRw+PWMa9FQFhDRBgx/BzXcOKgW7rRm0DprUito4BkgmRvUaEEVJbV8rxESJ+sA6WIR7IKiOk3q43mwAphfBeIEKe/7+984CzqyrX/jplem+ZSa8QSKUFkJYikQAJCSWCyBVUFOx6/SyAfngt93ptnz9/96qocLFcFMjVCwkYSoAAUqQLhBRSCUkmyWTKOTNz+vne5917ndlzciaZCSlTnn/yzip7rbX73us5q+yeyhkwWOFjzYYBvvlnx0tag/hCywJaViAkUVnDC8rmR2UFL0lU0NClFRPNIB1EHUSLFbonnXSSdpnDJCq2tcOWYf3Wtf5jhd0G7zZZUPFCy/GLL76oY3HRLQ77D2GO44fjhFY/jEnEcUAYy215OKZW0KMijOODllScByzD8cTxQSsjliEOy6zZcmCooBwqUm5Atu39KD9D2mkpRMXzuOOO14o8WkvxqYuMSeUahnOKz8xAeGB/sW24LtCajs9t4BgVF2N8dI1eU+gyaw3bjn23E/ZgnCZA/sknnKjLcT1BbJSLWCkTF34YtgfXIMZI7tvXpHmwbrTEoVsrjh3G8aElDcfYGj4rgziNF0HhWJvjyjJshzVvvkycaxARGZMw9hOWHcasvfr5FZiNc8NwrR/bCj+OhY23lolz3W7hZsfVOPdTMWhJtXEwjLmFKGqXY4mxn3qu5VLG8cV5wjZjH3E9ZhvOK/Jjn+1kYLg2S0tK9XyhFRPnEKIVggnHH9c6XMTjXse4VIzfhagCWD+uCZSN42HvDZSLNKj4oYXQHm+0snt/qIBh/5EX41KxTM29N3A/oGxJqF2uUTYMXZ+xHOtAKy2uIW39F9CVF/uLffAarr9hcowwJhPXGMqBwMO+4ZhhPfrJJnFxTeFcVlRWSPp6TQsBh3ISuv74fuVDIGLyrXHyjMQ+IR3AfkEo4lpHrwAcC4hVbE83k+3AurFtGDJg70ucK2wX8ujnqODKdquJH5OVYcwtzgV+sMF222U1cq/iOYZnGlycD4hetPAiPcL4Li2ehng24TjaH+hw32F78XysH15vwrLd2E77jMIxkWfGCbK9J0rw2D7gBzgXXHDB+YsWLfqLHM/n5XxfL+ehEteYXEdvNu3e/X8eeuihiffdd9/Sv/71r3dDrD7++BulDzz8zPSVj/5tyV8eePy7Kx5++s/3P/jEpmhTx46y0qo1+YUFjwWCgdtFe35TzvfFiWSqSu61d+RqfFjuul90RmP/R66PT0r46nQysSgWi89ua+04JRTaNz0cbpkSb49PSAX8IxOdsRHpaHDUogXnjrpkwXljLl0478RLLpx95oXzz7548UVzPnbpxXO+uuSiOd+W+NsuueDc5VddPv+Fi+eft36giVVCSN8ZqoL1H2JoFUVNG+4qsc+IWTAeFd1IIDLRvRetnTD40Z0X+WAQvuhGjNoY0qN1NFd3mdvEsA4I4ZfEcpUzYEClz1bwbCUQfoDKBYQSWk8Qj0oKKhqIh6iCacVE4lDJ0YqbVJxQqUIlDOnQ9RdlwEVFFBWoadOmqZB97bXXNI1dL+jJf6zI3oZc24ZjAJEG0YrKHT69gX1FBQ77DuGK1ihUJq1IsoaKBcpBqxHEG9JpZVAMoAx0t9Rxa1qpdNZrzXve3gsLFixA5XGKG1TwvU20qNbI+UcXRZzDG264QcerXXPNNfqpjKuvvtp86EMf0hZm7DOuAUwGg4oqxquNHOXMrovjgrSXXXaZfoYDtmTJErN48WIdB4wunY2Nu1RgaauYgIo6hAauKbTG4zM5+EQO7AMf+ICZP3++utVV1ZmuyKhEA7T8Dh8xPDP21R5Piz3GPcV7yU6bHQYHCqvr8WebJTsu22/dA5k3jddvwwBCDdde13hcXD+OH9cqxEku07xyfKNyb1sQxjVsnxXZhnsBY4VRNp4TWKcF1yy+U4r8uL7x+ZXjjjtODX4YPmeEH0YwjhcTZeHaQFm4NtFSi5ZE3CMzZ87Ub/TOmDFDDWEYeiWgfP20jawP24BrGn45Ktr6iHsI1w8+eWRvI6zDmg1DDGPiMVyrKAfjRXGd2eXZeVAuZnTGMULcrl2N2Gldlg2WY5vw/VaIT/xQZJ/D6AGAiZcABCLup1xgP/Fj0JVXXqn3JO63j370o/r8xjIvWB/K0R8gRVjDj2OBcdsQq9g/fJ7KftoGhnsNP0rV1tXqD1TYd8zs7d0eu+/WhWjFbN9w8XkbO+Ycx0Sem/KYyJurEaTPyPlYcskllzwh987D8l5dIvdBoLW1Nb5r1867X3/9lXNFpE7/68MP//ihh/7esHzl05+478HVv13+0FOvhSL7dhUU5v+joLD4L3nBvFvSqfRJ8tRc5/cH/iMcbr+hvSN0fkdL+PhEZ6Rh4QXnjFly8ZyTllw0+8JLLpxz/aILz7vpg4vP//GSi+f++gNzz/zjgvlnr1h4wdlPLl0y55XLF13wxmULP/DW4sWzNy/5wDk7LrtsftOSJeeE5DqOyrWdo9sGIWSoMlQFKyZYQi3A2vli3lni0CJql6EbrwV+bz6E0YKKqXARhosWV288hC7KxjomimEca65ygDdPv8QrdmAI2zi4qHTARWUVLTCopNh4VDjQaoBf/lFJQqUIaWAQJ6j4wo/lSIsKrf2GIrrLYhZX5LeCFXhd6+8veLcp17bh2KAFCiIclW+MhYMIRWUO4g1iz7ZU2A/yw3DsrPC3xxXgOEPc45jZY4j1Ih5m/dnuobJ37955ci7ybEUT5aWSCW0hQysMxuFhXPNdd91l7r77bnPPPfeoLVu2TMOPPPKICgdU4kOtrXpeUTkdO26sbhcE/f/+7/+a5cuXq61YscI88MAD5v7779exbiXFJTqW0FasUWHGccHnbbBNmCUXn9eArVq1Su3xxx/XyV1279mt68J3UCFocKwg/LWF2yOuUI41i/Xniu8pzuvvKc4b7sl/yGbLyFEW9r0r7PWLyTJnuYgbHBd7GYtbVOx8ZxVjyXF/5jIsd5JLBhQi4Nzi2OO8ocuvzkQrLgxj4OHik0EQlvi0De55bAvA6lXESn60Km7YsEG71cOFYUw4ZlPGj1tIjWsE+QEEEIQnWnchvnHf4RrB2EnMDg3DUAOMJ5dLWYWjIuvGeGSA1kuMO8bMuhDA+KEN+2O3z2KPH7aztrZO8wFMPgURm50e2Djc45pXysX4VOA9R14Qj2cDxCrGHOMedO7DpDtTsF9byvHjIOKzy8BzBrOU4x7FvYn7Ep+xwbHF/ZgN8uJHIWwj1o1x4dqLQO5fjN9GGfi8ze233672zDPPaDnlFc43iLENaJHFD0q5ygdoIcfnbTCzN1r3bes6cPfh/fy8Td+YP3/+BxYtWvSovB/+LM/c2XIv+5qa9mxvamr6dUPDyKu+9PXv3vGLXy87Z8VDTz9y319Xt8dN7PWS0uJfSdbL5UC3+v2+37WH268Ph6LndcRbhosonbjkojkXXjT/7K9dunDOry69aN6qK674wIbLL79gt5yj3L+OkG74fP79HwIucgx7XEbIUGWoClbyHkBFChUH63r93jhUajCbL0QUxJmtoKCiA1FmK05ICz8qoliGrmIQDmjpgChDBRSVX1SuvOXDbH7rZi87Vni3IZdr9wPHBd3eUGlGxQ/HC62jOGZYbo+JzQcQB8MxQxyOC4QfKq7Ib1tcsQ7v8co+dgi/F2Kx2AWuNwNandAipi3Ech4hFvB5DCtIrDhBHNaPc70Bs9nK9mKbEcZENnAhJCE8duzcYXbu2iW2U81+kgNgYhxM9gJwTaFSDKGBViAcI1T47TdN8eMA3I7ODk3XLH607EKA4BgXFxWbmppaFdq2myKEvzWMYbRx6pZ1LVND12MxuDbOCXf5vabpy8u7xyNs4zx+/KABP1xr2eEDm5QhoiETlusrp7/c9UscrkG4+M5yIBjQ4565ZuRcoUcEykT3UAgzzMarJmlguHfRuqif/GltkUzOdYfrHcIYvQP0POJ6lPR6XbrlI2+1rNfOeIxlAMshYvAZGmwnwLnD9QNBqn6cSzmH2P60ZLPPGcTjO6M4F8iLeOwDWn/VRVdmtMrK/YSZgXUyIvmH7Cr4ZN3Ig8mggph5WLYJ1zEEHM6FvWawvzCsB9uB+xFbj3sBsw9jW3FOMcZWP+Nj82m4RNeNlWLMLsQkWi+xvXY5yrSGXgzlcoxxPNG9F8cdxwo/BmD/sS8Q1bukHGyjbk+x+2kfMVsOzu122RfsD36AwLYiHufWfu4H64KL+xqTQelxlR3Dfbdt6zZNj2Oon7ZxP2+DrteIxwzTFVXODNXoyoz7DuPEcZ4xthHXgboierHNuGeqqiu19wTKRIsxwD0t+3iWvBPqNIIckLlz55568cUX3y/Xwko5D+/v6Gj3ybURHz9x8osf/NAnnvjnm7496bIrP/L78tLShzo6w/8mT+Gxkm1ZJNL5yY729tOi4VTDwgvOPU/s04svmn37ogvPfOqDCxfukmuMguo9IvWhrl9iskjpT4uEEC/OW4CQXjJnzpzNUnnKOelSLj8qT6hkoEUDFVVUpBBvwXIILhgqL6jcWMGFPBBxSI+KmC03lwHroky0EGC9Pf2KfyTBPkIQ2ZYdbE+2i/3x+u1+YN9R0cTxQCVax4aJwQ/zHjuAdSAPKrOoTFpsuXBz+WGoOMo5ue6pp57qc5f0JUuW1GzYsGGtlJP50C7K7giFtVsvWoFHjh6lce7Sbg8b3RbZBoyZ3CKVWwgegP0bMWqkim+cTs3jZrRlaV75h8r81s2btYILcPz8UrE9fvIJKrJQiVfc9F3lyPGW9axbu1ZbcXGsAa6XiZMmqejPzCCLnHYj8B+XmC3KLReiSMMIOQucsNfv4i3L/eMGbV7geLolySz0LAPiyawBjm6fJ427CHTbEo/XBrpFAY1wxjmj6/SLL7ygghTlQKRAtJx19ll633bNkOtsgkNaW+AwQdMzTz+tE2ihLNwf06ZP1667OM7ObduVy9kH+S/naf26tTpTsD1H9h6fdcbp2hsD14uNQz71SRjXFs7nKy+/lOlujpY6iKJZp5+u9xhmTHaTuzgFQBzh26uY2RiCC5MITT7xBDP9pJkqnlDW00+s1jG2aK2dPnOmdmFFiysKQ3koEtcixoCiJReiE/ccjtvxkydrzwnddned9hrC8jVvvqnjku2xwozVY8eN17Ihdh0cF/u+6e2N5t3t282J06bKdp6ozwnsA479I39dqWXi+YDx2bhXnOPlbKeW4/x3/Phr16HxNh2Ax+lFsVUEqhXINj3GqUKo67hVjQFOHoxTxgzI2BaAc4tPOEEE49px0jvrwrWOlnCIbLjT5Ljj+CKv3vtiIsIvvU/QTGQ/Zs2a1VBXV/e1/Pz8T8v9mY/x97j2Z8w8zZx2xjmmvLIK46mTsXh0g1x8j6XSyVW+YODFS+af+45k5zE9jFxxxRV1SX9yYiqROk6u3uPkfhkZCoVHXXvdNdMuXLBgeF6w0Id7xk66FGpvMW+tfSv8wH2PrQkE/c3ptG+7nJHtxpdaL3fIhkA68PYDDzzQ7BZPyJBhvzoKIQdi7ty5m6Wy1+07rL3xo5KBCiQqU6h4IA6gwoOKGVykQTwqaTCbBsB/MLPpUM6xFqwQTFawAmwTwH56XcR74+x+IC8qxnb7cRyxP3BhyIdlaJlAWls+XFvmgfzICyHc3t5+SIL19NNPXyz5MaO2rhjlYkKZvbvQ1Rbj+5xz6CzOXf9BLPJB8GCbZOexA1q5tRXbXGhp8gfjE5EXeWxeHD9sB1rbnCPSBfJltkb+oDVHW/jcY478yIsxrHK0nEQ9kHOJLecA7JciE3HgvAcvWehlWT3RYy7ZL1xjdkwnjjG6teJexmRMB0TSQjyitVGvZRwjyYsxl8iv585lv/MlaXF+0KqIfNg+rB/XP7qUOl1FJVd2Rg/4EUcFNbZD8uIeQl4Nu2kc3BAcXZExxUVFKvAgUjF79Hnz5qqAwnF4VITgpo0bdfswplbFqmdfLIhBi73ddxSNH4pUfGHp/ll0m3G87TZDPOu9lDu5ChGUjU9IYRuRFj8ElJeVm/v+58/6LEQ+HUcs6TLk2F7L/ks8MeLFfmOfnOOIayLl/KCmYYvHJ160RON+xzYgnX3Ge0rOgP3G8w/3IoYInDJrlvs8cdYdCoV+MXXq1M/y8zb7M3/+/HmFBQV3lpaVjk7gW9h+n5l8wgwzdeap6fqGEZvjyeTTsUjkkVjSPHvZRec43wQjh43F1y6uLIrmnZ1Ipd6f9vnOlOv7eLmea3C/4LrGNY9ZwC+7bLFZePFCU5BfrD/yWMHaFt5n1r61zjzy8FP6LnXuI8knafTeTqV2SyFvStmrff70ww+teOg5ScBzSAY9ud4VhPTIvHnzMoIVhsqj9XvD3vjsNOBg6YD198UAXgoYt9VfBCu2J5cBr5jMXpYd503bU74DpfGGcVzc1tvrnnjiiT4LVqks/kLKuxHHHOWhsjph/HgzdcoUKdOZoKbX4LQdJHnX21jW1xXYD7tI9lL8TmX4AMkPP+6+2GuxOz3tpKQ97BuKvXfQtR6g7F6tNuf+vFdky3o6JH3kMBWzH9hrVBTRTb2peZ8+oyC8xo0ZazasWysrlnsKCXG95zpGueIlCtdnT2SX0nPKLvCsQ/frfS3Nuo0IYwz8aBGxa954M/MsyqCF5i65T/fuIdBj6dkL5EBgXyDIG/fszmwXhGxHR8c6WXbysmXLnO/9DGWqq0dOGn/clPKKyllyDdR37Nt7RTLSOULUjimrqjTjx04wp5x6xnPFxaU/3br2pXsp8o8MV1xxxXh/nv9z8oK6Ii8YHOXz+30Yu46eHHBxLQO8G8Lhdkl/qblk0SU5Betba9aalX9dLe9sCFzNpvkAnh34EQK9FPDDcCptXpE74w9Bv/+/2PJKBjNH9s1EBh3nn39+n7oE5/LnCh9OgzDDeMVjKVgxPu9ggvVwmRWiPQnUXPFWsKKFta+C9bbbbsv76U9/+rrs32Qcb5SJVijM1HrNP10jZbutQ5pa/maeMrJ+x3HB9rheG5lxMguUrnTwewM2bVdcdplZwUwC7zr2y9PXcJdX6baNQMJdMW6eTETuMBybq2tRxuf1it8TUNx8XRmdmJxhJzJ7/d3K1z+eCMG7Tu/euYnV20W2DOsFObI4UX0rq+ta7M4BS7ELJSP2E92Sn3/+OW3dw48zp59xBn600WUov+fCci9Alp7oeVHPS3BPY8KpJx5/XAUdtgnPv7nz5pmJEya463PyH2DVOTcsV3ocz0x8jgTyJHZ9WWj0/st6SK0t+WvXrTOPPvKIHnuNk32VZ2wqHA6fuWLFihclqqfsg5niMy5Y9MExY0ZdNX7M+NPHjBldhZm10eq/bdMG84mPfcw8++xz5n/uX25qGoab7e9uaw+3t++ORaOvRCOJ/177/JPoHTMUj9sRYcGiBZ+rKC27tbCosCYeT4hITThd3d0jjPtRnxOuPxQKm6uvvtIsWrjIBPz53QRruKPFrFu73qxYvkqu9e6CVcvQ/07ZuA8xnAbPIbkntqXTye+cfebZd/BHCTIYyfUeJ6RHIFgrKyt73SXYGz5QmsNpeHijhRXd7o6lYEXFEWB7joR5hWguUXogvxWsoVDoo6tXr75TN7SXzJo16zSpLD4vgtVvjzcM+43ullgHQJx1vX5LrvhsFxVWgG6l6qqCgAd5nZhMmvfg9iYN2G97DpDe+oE3fDC3ax3Ic/D19MVF2erX//jT++3qyfWWiT/w22UWXCe5cOJ7WOYZF2vR1Acsa3/6Gg+yl+HHJ3TVxXML+4Z7B4LQ0vM6ctcbUzn2zXKo+4HxtOh+bMNwMW8AttnLoZafTU/x4HCWhecJ5jawaXD8cT7k2XXLtGnTvj/UKucTTzvjkimTT/zeKSefOvX0WbN8Y0aO1tmgy8rLzL/+63fM5IljzeduvMFs3rrNfOaLXzYXLFps9jXtNU379mkLfFPTPtMSan2+MxS+9c1nn3pYiuz54JMDcuuttwZX/+2p20tLS68pLyvW96Fzb9v6iJPO8TsBuBhGcO65Z5sPX321GTl8DGLN3qbdZk/TLrNj1zvmuWdfEHtF3tMYJqTZusrQ/27ZiHMWZoRrNBq9LRVPfFbe65ytmQwqutcqCDkIEKxVVVXawooKGx6QqFBki1Kvi3T2YWv92ekOp2Gb0MJ6KIIVeWHAltdXINww6RAqVba8w2lWdMK1fhvG/mbHWQM4/jYdKrMiMD/62GOP9UmwnnDCCV8TMf59e2ywnoO52XEgV3xv3N6k6avbmzR9da0feMN9cXuTpq9ub9L01bV+kB0GPd1HB7q/+prncMWDobjuwxUPjnRZ+DFQBOvjIljPH0KC1T/97Nk/nDJ12hdnnXqa//iJx5lhdXXOOEc5RJh876Zv3GyuvnyxufLyS017KGQ++JGPmgWXXIqDqO9EjGduaW0xrbKsaV+TCYdCP3h1zjk3GbbI9Rm5Ln2LLlv0l2QivSgRT/jz8/NMcRFmt4dw7OqBhsvXcZ3r2MZhRvKa6hozfdp0nWQwEukwW7ZuMZs2bzHN+1qk/uCMEXezuX4Uhv9uPOKchc74cVkxxt13hNu/UV9X9/17772361c1QgY4R7/5iQxojj/++C/Ki7ESfogefDIB307E50LQqokJRdA91BVDmclzIJSs3yug8IC14VzmrfxavzcuF1iGFhC8MFBGb7BlYjsl78vyYrhd/OdZAdgXsF60CPRGsHr31a7LG/Ya4rx58PLC9toXo06CI8cchnMAF5+rwEy4OD+Iw+yotgzkFbtv06ZNr7qb3ivq6uq+I/nHu0Et72BudhzIFd8btzdp+ur2Jk1fXesH3nBf3N6k6avbmzR9da0fZIcJORLIs2uYiNbf/+Mf/2h1owYz+dPPmfunGTNnfmzqCSf6RwwfoZ8bionowezbePbHE3GzcdNmM3b0CDN21Ejz7s6d5rm/v2iOmzxFC8B7AqjEkfcFWmUDweDZVes3HD+iuur+nTt3UrT2kpPOOafu5RdW/yQWTXwo0hn14/2MJ17CHasqh9d9DnbVYbo/E30qbNvbw/rZvldefdm88cabZsfOXTouFcNqtEBVoz1jhasKWYv4/T4zp72jbdO1H7nu9dWrVx+kFEIGBqxVkD4xf/78V6uqqmbqA1oewPhuHz6+DyCA8OBEPFwYhBHS2gcq/Ph13KbBcoQRb4HQs+Xb8pDOhgH8AGEr2KxhGQQaWjq95WaDdDDkxwsfIlfc9VLG12Txg2L3ybbMLywsDKA7oC0L6zgQWK+Ium5dggH2AQZsGXYZtsFWKBCHYwmBjziEkR7lIs7mgR9m9xlpkQ9412O3G5OwnHTSSerH8tbW1pTs74ceffTRezSyF8yePXtUY2PjGjkuZW5UZnsO5GbHgVzxvXF7k6avbm/S9NW1fuAN98XtTZq+ur1J01fX+kF2GPR0z/QUD/qa53DFg6G47sMVD45GWXiGyfPrI3ffffcfJNhzAYOAmefNvXPScZP/aeLYcX60xmEGaLTo+f0B/XwRhg9gNuwNG942uxu3mxlTp5ht72w3b6/bYN5/0cX6PoxEMGdBhwmHQyYEC4W1pbUzGjGtzc2/mlRX9Wm2yB2cc+fM+UwwL3jTiSeOG/HOtkZfJBIz+C40vtuMb4fbJ59zQXbVSzA8wHG74hXEqeO4GsYy+Y9WU5vHcd1lbvqe8PtQJ4CATj8diye/8fQTTzwl0fxBggxoutcqCDkI8+bNu66ysvK/MAEGKqV4aEJIwSD6rICCcEKLHuKtGMMyhLHMiiuktcsQRiUE5cIPg98KLqQDiEM6GJZhvCjKsYblaFnE9kD8ZoN8SId1okVYLCLrWiGLUPFZKRZFOpdpYh+SMj8o+zwJ3a6w77YMWDbYx2HDhnUTrNjOkFQO0OoJ7L4DLIfZ42T3y8bZ/DC73zYNDOuxrbkIo+KCOJsO2wuzPwQArH/fvn1viPcCEaw7NLIXTJky5cOyHhwnXV9v3ew4kCu+N25v0vTV7U2avrrWD7zhvri9SdNXtzdp+upaP8gOg1z3CegpHvQ1z+GKB0Nx3YcrHhyNsvCMC4fDv586dep1g7lb8Alnnnv9mLFjfzlu9OjAsLphpqy0TJ7xIo5EqGLcIkQrJufBPVchQvbpp540699eb9rbWs35c+eZkROOM23ix/s40hkx7R3tpr2zXb9zrt86F4vJO6utufWfXnv6sbtklRQ2OXjf+943rKCk+M6C/PwL5P3pP27SSBNPpMyWLbtMcXGRdsmWZTqLOMaT492LKzcp9QwcX1sfQks4vu2MdzDe7/b6ltoE/jj+A9wPB0eevamI8cl1EcwrxvrSiVj81mG1tf/KHyTIQKZ7rYKQXjB//vw7pLJwXWFhoc+KKCus4LcPYoTh2oey17Vm02Y/vK0AtoILD3u8XBEuLy/X9I2NjboMrZloHQXIj/VCsCKPFayIs9uDcpFelqNp+I9ifxLbiHQHoEjsQrFrpcwLZd/zemp1xbbX19d3E6zwI37Xrl06vhX7gG7TMLzo8GF/bBvSoEwrigFcxNljnW0o37pIY7fF7jvKxTLrxzpk39eJYL9GxCpm2ew1Ujn8vZRxjXd/bdkHcrPjQK743ri9SdNX92BpcHy92HB2OgvC3jwIZ6ftybUg3NN63ovbmzTWVV92PK41Txhk+3XiKE+cM4GSmEZ54j3XUTY9LTvS8cC7rGtr5f6R+K7dsh7vD1fe1O993V4GSjw40mXhGsOzTp7l78hz7KRly5btcxcNKiaddFJd9bDh/xg3ZlxDbXW1vDcqtCuwfR9gUh7tduqmx3tm0rjxJibvFbS6NoVDZveevTiIKpJi8ZiJyHuxo9N596BLalsopN/oDYfbt3eEm2euee65QXksD5UpU6aUjhk//vJ4Ivb1/Lz8yfL+9KH+UVtbaU6YPFaOb4t599098s4uNOVlpaZIxGthQaG+w+37OC7HvTOCHww65fhj2FRM6yF4F+OdDEO6A90HB8e5CtKpqPxJGF8AVRbnHYKWXznX32uoHXYrRSsZqHR/uxLSS0S0TpOH6/vEKtva2oaHQqEvoWUP4EGNFycelDAIJ2/l3T7E8ZC2eB/Y3mXZfuvC0EJql9s4GCoze/bsUcGKbbFp3dbUsLxs0Jr6ezHMkHgoM+lNFrta1oNW1xOyW13xImpoaOgmWLUSL8ttRcv67XLr2uPkTe/12/1D2O43wvDjJWqFP1zsL5a74WdFRP9F8uFltUa2+ckVK1Z06Mp6yamnnlohx3HtsGHDGux6rQvgWj/oKd7ije+rC3qTBhxoOfzZ4d64lr6kO1ha61rstQAOlra38d7lB1oGuoXFb0O50mf7u+UVcJ1Y1Jf5g3sW/v3pKU9XdPeM3vReEL9/FseTq6wcUYJdb66yxJtjNmA3uUtXYvi6bavHi8BB9wN/cHjdZF3pu/LBZ+MzSfFHApn03khxe1itxOducOshuUMPhfW8b/pX/dnsn8cnz/O4xuNZKs/5uXffffdqd2HuQgYoJ82Z9+Xauvof1FRX+4vyC4xf9hlPBbSo2tbVYF6+itiComK574z2sClCl1ARUM1tbRLnl3dBh4m0d5hopFPFUyIWN5FY1HTKO7ITP2CK4Z7tCLd/5sVzzvglJ2EyZsGCBQXhjo4bystLP19WVjphX0sbXniZZxvesWPG1JvJx483HZ0xs/2d3Sbc3mmK5TzgB+mSkmKpFzjDn/Cpm6gIVXyjvNOph6ihroC6SXYdpm8425PGp3SSIlbl3PshVn34Md0py/7ImEzE/1/E+H/0zKOP7swsJGSA4FzphLx3zhEbJVYvli8VCYxxHCOiraqwsBBNfdXy4K4Xf5EsC8oDulxerPkQdXigo+IB0WdfBl5Rhwc4XOu3hjAe9PZhD2w8JhpCK6oVblKpeU0W/7fY3WLbkPYwgA8DXiD2Ednei7FvaHUFuQQrzO6TxYoS7IMF+4DttvuEFxpebADxEOKSHhONSH0jmpRlTbL+3fF4XHY10in5tos1ShqI8Rax7WIvi+0R6zO33nqrf82aNcWbN28eNnz48O987GMfmy3brb8yY1/sdnr3Kxuv+OoLByozm76kPRgHKuu9rqe3+ZGup2PrRDvLcmHzAfhsbsRnlnjS5OKg6+j2J7MG13XQq7rrTya53QrdTht23cxmqSft5BQvGmltS62TJqnxwNkv/ENAI1y/62KZeJyyxO8WijiNddN582RvmzxlMss0i4Y1tive62JxJs4JIDXidWd0kQY86bpcZ/1yDSCkcbrUOQ6azwnAZ8txkrpxGvC4No+47u7Lf/U5xwPLc1yaNtsxw67f3TbMirtrx7smHGrzyTP2bXnO3drR0YHhDW0rV67Eg/JYb/FhQc6X79TzL3yqvLzsrNK8PF+NiKB8EaP+oAgRfO4KJ0YM3/BMQfSI349xlIVFZu+O7aa2vgFlyGWRMkERuHinpiUfrgc8u/FOicq7sbOz3bS0tJqYLBPxunJCZenCod4Kd+7cufPygsEfBYPBk0aNrPXt2dOsohQz93rf4TiO9fU1ZsqJE0xNTbVpbgmZHTv2mPb2iAkG8kyBjm11vkuO9zje3Wjhhni1k2UlkxCs3X94PzhYv5suLfmTaKlNaDfggIpVvG+7l4NtDgb9Jh6LNyaS6W8Mq6n5L7a2koFEjtcTIUcMCDyoOLi1YlViELPlYmPk5VAhrrxXA/UiXsfKiyFPHt6FUikZIcuqZRkeukUSrtCXL17Q8vKwohdhuOhmA8EqlZhmeQncL9nQmroK+Y8gmDX3Sln/h2V7ptluv3abAF5YeMEBxMt2RiWuVZanJD4q4Xckvk0Wp8S/R2yr+DskTVxciM7dYvBjICz8YTEU6PSHPkIsXbo0X47lKDnWp8nxnCrbM6OiomKEnAOcSx/2hZD3gt4hmbfRkX8tZX4+6fY7it+Vbx4kAkkQ7/frX8QecbodgZ4DR4VDWeOReCLY7RAX+joViURaw+Hwenl+vi3Ppr9LeM2qVauaJcl+p3EgcsnHPjbi3U1bXx3b0FBXVVVtQiJuOkTsYOcDARGgIoSCgaC+//JESOk8tamk8eNHFHHz8wtMMF9etfKuTKTlvQjBJGWghRXvSLT6JSCW5J3kh0mePfv27WzqCJ3w9t//jvfQkOTcubO/kp+X/2+oiOA4Txg/wmzctFPf3egtJpGZXmO4JuOJpCkszDOjRw8348ePkuMeNG1tYdPaEtYW12gkbmJxZxJFGI679xyk9Hw5QtWZmMnZjgyyEs+1LyCBXARp/Kgthh8sZInPj15eqE4hVa47UOLTzpAjXyDfRDs67ywsKLhx5cqV3jk7COm32PuAkIECRNJw18XTeYKYfhdWQKvuWWIQvr8TwwQSx+JhPEvs82JocUbL5gYx3GshMYybtZWBJjG0gPZrrrjiiiKpGB4nL7oFsVhswcSJE88cNWpUEVquCSHkaIEf/2AQDOD111/f1Nra+qQ8m1aIAHi2qqqqcbC0Gl1wwQWn1A4f+Vw6ryBv8/btjmASsaFCSQyfpfH7xAJd8xngcygqYN3ePWi9S4igwm+mcuRUECVF4CSTmOjQmSwRlhTBVFRYaIr8JjH7nPed8bUvfekVyTTkfomcO//93xOx+jURjwGIy5KSQnPcpFHmnXf2mKZ9baaoqFCvvXw5vla84rhDbCbk/BQU5JuKilJTWloo58CZzyMawWf+Ok1HZ8QkRLjih4N4RsBiCI8VquKKvwvx63lDnGNOGtsSixj8gOa2uGsVw5s/G1mexjsb10+BycvPMx3t7f8jJ/+q1atXH8rQKEKOKrjCCSGkRzCWR17OaEF+v1RuFpaXl582Y8aMWnzTVV/U8uLFixl+Qgg5VKwghVkRZsPoMglxhW6V4sb37t0b2rx58zrJ9qwsf1ieQS+vXLkSPwIOihbWD11/4wVNbW0PiCAPQKhCHGEWWjkYshTPWueY4LlrXQv89rg5wO/Ee9PbdBaUUFhQMH/Vn+9Bj6Qh9UC/+iNX/qylOfyZeDzhx3EB6AJ8/HGjxM0z69Zvk3cdvrHuzFmB8akibh3hCpNrFTgiVI6vtoKmTCqNuSXiIlZjcrxxaeK4y3J0A3bdrnOCIU6Id+I0jTXZJBiKkLMm5VgDBztVOPkJyRtVsWp8+KqAM0lXe0f7N+pr6r4/WH7oIYMXe7UTQkhOli5dGgiFQtXyYp4hL9E5Ulc8U17Yxw0fPrymoaGhqLq6OgDxipc4wIsXAtaKWPvyJ4QMTax4glkR6hWjAM8J/PilYytFlHZ2dqYjkUiio6MjLhZpb28Xp6NN4ptl+V5J21hQUIBhE2+JvVFUVLR92bJlaEIaFA+c6efO+0xFRfnP5MDIofKbqsoKU1Jc4szALWAn7fMVz1yIH/vchWhyXKcbKlr/kAbY421dgPK1HCm0I9z+T6+sfmRIfd7mq1/99Ge379z308bGJtGd3X8kwRjVcWPrTTSWNBs3vmvw3dXS0hIIe53gKr9AxKsIV4g/CFxUqyE8YzHnSwc6IzC6AEs4noiJcMUPvGIpz/sRwlX9XefUOb+OHTrutZKKy9mEWJXt8zvzbADsayqVTCWine9fvfpvT0rUkDnnZODR9cQihJAeQCurCNIaqQQdLy/yGeJOlZfxeHmxDpeKYqVQKsK1UNy8qqoqv5gPn+rBCx0vcrz88RJGJUorV64hDsD1VqAIIf0Le69671P4YbaSn+0iD+5z3PdoHUUFHkMJYCI+0yI+U2JJMQjThLgxiFMRpB2Stl3EVpuU0QKT8vYFg8EmcfdK+XsDgcBeiW+SNE1lZWUtU6dOjQ6m77GePv+iOwqLCq9NJZN+fNKmtqbGFBc7MwE7khzHFudFnqnuccZ41IS4EKzo8guxGtMxk86xh0G84txY8ENjQX6Bpo2LkGptbfnPSbVVXxgqLW6f//zH65Pp1Jpt7+yt7uyIdutijeMEGzNmmBneUIcLXidV2t24T8Rf0JSJcMVXAvCeQ3fgPBGuyAf0eIpQhWDF2OEYJltyz4GeB1ne9T7ECe0SrIqcovf2RpTc2mIbExkaV7HqC0Csdi8V7+dopO3v72zddd7bb7/N8ayk3/Le7gdCyFDB98lPfjK4ZcuWssLCwjqpUI6WCuNYeZmPkRfuSHn51ovVSLpKeWGXYsZkEawFUpHMKy8vD4iQhfkxEVVpaalWvOzngLzjgGDOC7zLbLwFfm+FixDSN3LdQ7Zy7q2se12LvS+9IhSGVlEIURGdpr29PR0Oh9PipsSSIkIhSpOyPC7p4pI3Jnkjsh1oEe0Qt13WExILy/OgTawFJsswiRImz2uVbWiVynVIygrLc6NTnh/Ii1mBk4NRXJ1+/oVrRbAeX1pS4hsxfLipqa4yJSpYnR8C5E+XUE2JQJXzgW+tOucFLauY7AeCVc4PTIVTXM8RhBPKgeFZjE+x4FM5HXLu4rHYuz/67rfmzTzxxA2yvOvBO0j57Beuv66woOA3a97aEkCrKN5HXkM1Gd+7HTmi1jQMr9XW1Q4Rtjt37jFNTZis3y/npUiPI4SrbWXFecH9oaJVW1uj7jlAa6uYR7DifHrt0HHvaRWqcZNKynkWIewLYJIoEas9zB5s0iLU8/ynPfzA45hzY9CfczIwYa2PENJr3E/cBJubmyFIy+Vli5mea+UlWyf+enn5DUNY/NXyMq4QQ5pSsWJZVhgMBqWumZ8nL/ag5A+KePWLqIWQ9UPIit8HFwZBa3+91nFCrrDVF6xgX+5Sdsa1Zl/61iVkMIN7IpdlC0+bFnjvH1ScnRYhZ4yopxVUTcQmxKcKUYm3LaOYqRfhpOST7Al8Yish5SWk3Ji4MVkXWmwicu92yjZ0iNshcRCnYQljErqQpA2JvxWuWFjyhd007bJdnXLvR6TsWEtLS3zGjBmJ4cOHJ//lX/4FN/agvblv+tZ3Pv7E8y/8srioMDhSxGpDfb0ZVlOdEaw6xtE+70ScQPw4ghXn0G1RdX9MsGIJn1NxPqkSU2GK84zWtbLSMv1mKMbHIs++5hbzrc99fses9516vRz7lbK+Qf0Q/cznPv6tioqyb2zavCPQ2LjPFBbiR9SgvnN07LC4mNxKDrypri41DQ21pra2Ut9NbW3tZndjk37OJh5L6n2G8a54V+E2ww8JmEU4ocLVOScQsBDGuN/0/LnvK6/1DdzP7u2gXYsxVhUmflkWCOTrrMBd6bwgLmnyAvIMSCQvOeusJx/4l39ht2DSP3HeXIQQ0jd8Il59zz//fB4UqLygi+QFXCIvX3yiqFwqOZXiVkoYghaGMOLLpBJaKi9lpC0Wf5G4BWJ4o+bLC1/qCFJFCAYDUmywuLjYLxUDf2FhoQ8ufsUWoYvuxtrl2A2ri2/gWnPGEzmVDlQiUMmDZVcKZL3qz3a9aYDXT8h7AdehxV6X2ea9Zr3mxV6jEJtWcMKyWzytoeXTNYhMdSUNxGdaKtMqRMVSkjcl8fi0lhSbTMo9oSbrxye1EnBl++LiRsWFKI2I2wlXDC4+s9UhpqJT8qpAdd122WYs65B7FJ/sisgqkB6f+IpJXFzu2YTc64ndu3en5syZkxrs4jQbOU6f+fFPf/6zux643z9+9BgzZtRIM6K+wdTV1phSedbJMdTnFMSQc949594VRWhRdbqhxrqEKn6AiERNp3s9hNvb9TlZUV6hrYZOK6vf7GjcZSYPH23+7Ss3J/2VeZ/wBXy/lXUOWhHzqc9+9CPlZaV3xGKJwNp127SVGuNScWzU8GOpK17l4OsMwdU15aaurkpEa54Iw7Qc35hpb+807eFO09GB775DmMp5kfODbtqYlVnPFWZtRhjjWOX84Tza+xj/9L/nXaM+G3Rvf/sUQMupsxCGcpLiFVe2B0IVEyv5/Xni7t+q2oWkS0flb0r2L/+UlStXvSqRPSUm5JjS/Q1ICCGHhm/27NkBqWgG5MWszajy4i2QF36huMXyYoZALRUxWiLLyyQO/jKJK5PKUKnkL5a4EnFLxC2SOAjZQrECSV8gcXnix3d5YfimBSwg6aBu/TApD8LWX1BQ4IPAFSELsasCV1zEQczC3631FoZlcGWztZICV8rLCF74UVG0WL9sS5/Mm8f6Sf/Bnlevm+3vybLTgOzzK9ewVlytC4PQQOuLNQjNXKITfghM+GVZRnS6y1VsYjnEpxiEZ1rKT0v5EJwAG4MWUIhPWEKubQhQNfFDhEKMQoTGxNXWUbGohG33XYjSTFdeSYPuvJ3WJNwp64SA1XxuXnXlnorLNqkK3rNnT6Kurg5uasKECal77rknJemG/M0g5+bG+Dut/3nJFz8lJyNpJo4dZ0aPHGFGNAw39XV1OmYSQOzodQOh6l432nqHLr8QqyJMI7ZVFX78UCHXCT6t0hGV66ajUwUrnm+VFZXo2aJiGJMHxRNxs2bDOvON+Vea2UsXG1MW/ydfIP8uOT+DUrTe+OUbhwUTiTcrK8trQ6FOs2HDO3Ie0iLgnR8+vYbjhW/fyg0u4aC8W/DewLsBP3Y6IhSTKqEVG5Mz4dg7raluK7j+uCD3PUx/dPC8G+DqFjl/9QniPEawOteLZTAdvJzJq/90EVqCIawhUg8kVIFI3lRUBLkPz5Vn62pb59x77xp0sSekX+LeDoQQctjxLV26FBMw+eWFGNiyZUuwsrIyKC/+vHA4XCAiEC2zEKVqUsktkrosxGqx5FUTf5G8kIvEryJW/IXWlfRomS2QZSpoxYWozRfLk3JU2Io/AFcsAL/k9buGgUYqdF2x6xPXJ5VqHwSvbKL6IXQRdgWuughD0FrX9WdELio2EMAIww8XFR0ss67XZD8yLWpAtlVdGwbW740DNi3cbL837OVgYYA4rCvXMi/e5dnblotcaXoTZ8NwD+b3YrfPu53Wb9MjDJPrIyMirXnjIAqsuPQKSizT1i0J22VwIR496SAoVVy68Rp200NUqsBEWMpLuZaW9QPZvDTEAjzqiqnolOsGQg+uFZ1eFy2ianKdxSQv/KiQqoD0+mUZhKiGXb+abIMVqzG5dqOyfTG3LLhxuFiXbDvWkZD0SRE/2M6k3OMpK0jvvfdeHHRrJAdybOcH2gMP/vG2O4L/9uBd5sSJk8zYsWPN2JEjDboFj2ioNxXlZXpN6jVlrzP3GtM4CFTXIFDVRKSiZR3dgGHtEK7tHUbOj8mTZ1NVZaUpL3PmFsAsxHK+zfbGnca/O2T+8+rPm/zTx0eTFQVz5JH4vCwblOfv05/9+A3V1ZX/GcwLBCKdcbNx03bT3h4x+ISNPtshWO3zHH4xPLvlVeI+e/AcwXMCY1PFMF41HjVxPB/kfOGyx2MH5w4iNZVEV27nmaO/I8GP5xDSoiwIWdwqiHPzql/TuGnFUmk8o9HWimcZBKp9Bh7oNCGNrFe2NeDXbUglE4nZq1c//zdZcKCMhBxT7NVNCCFHC+1OvGbNGt+mTZv8dXV1GL+qIlIqXUGp8walIqaiUyoL6CKcJ/EFsjwfJvkhUDHdIUSvtsC6frsMYSxHKy8Ebh7yyXsZ+SFktfuxGOIham3LLcStClyJs34VujYsrmRxRK+EM354LLIdEMFwfVKZVxdhiGBrNozKEISvG58RrzCkgVnha/3iqtk0Un4mzvqz45BWNk3N+ntyvZYLb7xNJ8fFjXGQY+P6urBxSAu/NW8Yfhv2unKOVRR6XWueeEnufBoFhso8DPHZri0XZuPdCj/8EJDqoly4YimJQ3qISG25tCZIFGqd2NwuP3bVxskxSsnxxcRAKjBhCFu/nCN8uD/T6il+Na9fylFX0kAoojUUYRWhCEtaFZJuWM2NU2Ep68C40m5+WY4WT4hNLQ9+iVcBDBfbVVxcrAJZ8qFFND1s2LAUuuuKm54yZUp6qHXZPRLIsa4xzdGXEq/tHHvFT282LYG4mTx+ghmrXYJHmbGjRppRIlrLy8q0BbSzs8Pp5huFYHUEqopVV6RG0JIagThFF1VrHaYdY5IRL4I1FG7XH9aqKqtECJdnRCu6wyL/C2++Zj5de4q56MoPmtTEkjf8lUVnyXWBcceDki9++cYf11RXfTEQDEL5mZ079+qMwPKI0LHDhYVuDxwxK1oxwRJEKy5/dPt1WlDdFm8rWuMxk5Q4dOGW8ywPBH0s6LPNmvxx/bpE0nUtc/xIAr8m1ZsNQtUBLmIOhpMen7hJpaLaxRllRWLRj58/98I7B9MM22RwkrtGQgghxw59LllRK5ViuP5QKAQBh2/C6rhWefmj67EKXfjlhR6EXyoSEL1obVUxKpVu29qaJxUuCGGMlVW/xGmLrJRrRStaalGO5oErYY0Xf6YrssfN+CWNDWfEruuHuM3Eyfo07Lradwt+cX1uWPff40c8XBXGnjDEoiL74vocv13kiVd17cmjQtNjdhmcTBxcF/XbsOsHGpbtgYFM2HUzNSl4EXZdGwe8YY1rbGzMq6urg9jKxHncXKAyiJY9LUa2Cx418Ts1xKx4IMcHfu2OinQwiYOwRBgCMiXXj4pKSY5lKMsKTfXbsPVLOhuH5RCV8OtkROJCECYgECVdJux1YXKNQjTaMaMQkgm5RtVFGOuAa/1ueRpnt8GalJsUYaKtniJqdLIktIJKHGbyhT+9adOmNFpCXQEqRWRqwNYlR5Bke/SHvqbAPy//5a/9tzy3zBw/epwZj9bVMWNEtI4y48Stqaw0hSImMWMtuvhi3KTT5VdEKrr5ZrWmtotIbRdhq5NluYI17IrWsIhVpCktKXVaWEWwYiwrugZjPgCwdutGU7itxXx/1mWmcMkZJl3nu8VXUPB9ucYGrbD52k2f/3pxSfF3y8tKMZOCiUbiOhswJmOCIC0sKjTFRUXut1chWNHS6jym5T6TNE63XwhWx9Bt2+mqDeHqdAt2fmCDcJV7Uk3+OH4pR8PiU8fFexNmnsi9BjmkvFRCW1XFI6I7D9vXnEqmb5w797llnGiJDAT6fu0TQkj/wT7D0GprIHB3797tk4q4Tyrg8KMF19fa2qoiNxaLoVXTL5U6vxW7EofJnAJSmZd6v9Y+EKd+qTyoCIYhHq5UOPBxeV2GOPilAoKxtBi/m0kn0dpSi7CNs3ly+FGMuhKnNSAhI2itH4YFNoxlbpzm8ca5+ay4VVfMUZ4O6trl8Mv22sXqIowAwtZ10+dE8ti6VTdX9k2yqVf/ZKdzw+rfunXriLfffvu0OXPmLIdIc5erqBQgvDICE343n4pNNw7sF4bZOJteyOSV5d0EH1wYTq8bp2lsPPxyjXSLRxiuFizx3uVSQUzm5eVp+YLGyTWYKUuuq5SE0ZKLCY9Scp3qBEhy3SI+HQqF0hCaLS0taVmWrqmpSYmwR1y6qqoqvW7dOrR+6jH0tHxavH7Sj5BLZXRqV+h1/4s7Kj7x+x+b1zt2mRPHTxKRKoLVFatoXS3EWHsRSkWF+SYqYgiTKNlxqZ0RZ0ItFartzszOYRGrYfEjDNGKMathiFhZFgqHtHW2srLCVFVUmoqKioxgRStrYUGhaWreZ5554Tlzy7CzzGnzzjPpmXU7/fXlM+Qe2etu+qDkpm9+aW5pScmPKsrLTs7Lz/dhrGpnZ8w07tpjdu9pNhERsZg1GN9dzZdzgkmZ5Jio0JRzqWJUJ1dSsQpXxKoKVWdIgY5hlTRIizyaz3XxYIX73tGS5D/WAXEsjx1ZH74xi+JTycSKzs70V59//vm1TkJC+j89VjwIIWQIoCLuW9/6lj4LreCFH6L31FNPNdu2bYP4Q4XQJ6LWV1tbq25lZaW6EMFSEdGZiyGERfxqWMSJH65UTtAyDLGsE0KJGNEJomDwS8VFuxHDlXRIr37ZLrSQdouXdBoPvyetxgtQhZoHLvJZP7YfrqRT14alDHSFRVmI6rYsV/pcLkA6Wb92oYWLuGxXticTtnEJqcDJcdIw/HAfeuihn4l/ogiyX59++ul/wSFAvJSdlvXo2E6EEY8y4dplkk9dd3kmD+IRJ/sJEYiu0hCFmTDSIL1si44fhdvW1qbLZZmOMYULESnnGPFqEJbYD7Rc1tfXq6iEmISoRDz8e/fu1TgRnhpnWzRFGGjYdq2VaxDbiCiLLieDG7kAv2T2+H70+l33+a9/6HZTU1OtrasQqhi/OkbcuupqU5Cfp6IVkwGhJc9pUbUtqWhBRUuq24qKMaoqUtGiis8ROeGQGMRsWyis60Z34EoRq5h4CaIVglVFa0mp3puPv/iMOXGP33zl7MXGf+F0uViLPmoC5ndynQ7qFrnPfe5zBaPH1lxfkJ//hbKK8kkiWuVZH9PJrEKhDtPaGpZj6swGDLGJqnTm1pWwTqikwtUdsgChav1ZYtVrTvb3etvLqcHveCpURaTKdskLQtcfjyWek8gfPfXU839xEhIycOj2diSEEPKe6OmZqi3A6G65dOnSTBorjgEEMlyI5ObmZvWjGzRciOVx48aZLVu2GLQYIw5EIhH1QzzDhYCGwQ8hDdeLVJg0rqqqCuvQGZR1gSAiC60r++URoeUT8aZ+qWxllqNim41sr7oQd3DR1RACTyM9QOxhfbLdGsb3PbFNy5cvv1j26Q8ShfU0ipA7SSrs+AwKxo9pOVYQikA0jY2NGkY8urjCBbJf6sfx8gpFuAAtki+99BL2Nz1nzhyNe+KJJ1Q83nvvvQhm0gL33HWLExDGdmbHE9Jrks3tj/jeib//57f/3PeLN1aZyaPHmbFoXRWxOhoTLo0YYarl3ijMCNYC4xMV4nwX120xVVHqWDjsiNRQRrS68WKI03SSJy8vT7sDQ6xawYr7Ffc1xrPKfWVeX/umeevZl8xPT7nc1C0806RHFi7zlRZeJYIVPQMGPT/84Q9LSiv8l8ttfl08HpsjxwQ/OOp4d8z+G43E5PmGbtlRcRHntKpiUiUIU2cmYPgdAWvDEJKOLrVi1fpdFw7I8WSxwlgdt2MKpl3SxChLdChEqtPpRt8DmMn7oUQ8ccfTT7/woERRqJIBiXvpE0IIIcecl8ROcbzKP4v9VCxH1Y2QgY2Il+r03vbX0m81jbr+l98za1p2mIkiVseMGq3dgEc0NJjhYmh1LcrPV8FaVFggYjOo3XpDobC2mlphquI0LMIULa3tYR2rilZW73JMtgTB5Uy41CVYYeUV5Spay0sdd8euHeZ/lt9nvjj6bDNn0QKTmlC6zl9dMss/iCdf6on/9x/fPSkRTy9MJhIL4rH4qcG8IGa3N3FM1gYBG3UmWkKrq9Pt107C5PohWBOOYFWDOtX/XsHqPOYcMdpVQVeRqmH7GHREqpPepwLVSexToZxIxJtTqfTzxpd6MG6CDzy96unNmomQAYy9HwghhJBjyWIxdFXzvpd2iU0U01ZWQgYTIlxONHs7Xt7z/LrCq277rkkFfI5YHTHCjKyvN+hFgO+v1tXWmLLiEpOfn6ddgn2+dEZ8hsIiWlWYiolf41WkQrCK24Flrt8VrfheaHFRsbbcYuyqzhSMcazuWNby0jId34qWw9/++Y/mHF+9ueGKa0z6+Ipmf03JdBGs77q7MCT5wQ++MzHc0XxmNJ48JxmLnxKLJyaLeKxAyym6/Tqi1BnTipbVlMRrGC2tEgehiTjVrPInjZmArQDV/7pA16WOnG+4riZ1/kgYZbndjDGu+E05ry+ZlO+pwsLAcw8+uLpR4pxCCBkEULASQgjpD2S3rlrYykoGJSI4ppvm6CtvPPZ84Ppf/bu2akKsDheh2jBsmKkfVmdqq2tMTXWVqa6sVLEaDAZFoCTQ/V/Hq0KkdglWiFWI1g7HDUmcClZH2NrZgVHzszMEo2W1u2DFd1nLxO90C/79n+8x1Y0d5v9ec6NJT6roDNSWTZNN34wx4c5ekJtv/uLw1vbQ5HgscUI00jk1kUxO8BnfCDlPI4zxV8jhLvAFJEbn08Nhc8SpDusXV2PgqulSR8RKIIkW2hTGo6bbRfC2StJ3xb9DTuL6tM+s8QX8a+Md6Q2rVq1qkmWEDFooWAkhhPQn7hC7TmyS2CZEEDIYEcF6omlPvfLY//614Mt3/MwMq6kxIxsaulpWa6pVTFapmCwzJUVFJhgISs0trZ9N6YxEjU6oBFGqgtTpIpzpJhyCeHXDbmtsBJOM+fwqjrsJ1kqnddWOZcW3WQvyC83/Pni/2bl2o/nFDV8xgQlVrenKoml+v3+7uwvkAFx77bWVJSXB2m07362qLquojSYitXJOSouKS0pNMl2aj2nC08mCeDQeKCjKjycSyVg6mYrGYtG2aDTeUVJWGjKp9O729rZ9I0eObtq48d2m1atXOzNmETLEoGAlhBDSn6BgJUMCEazDTMK8tnLZAw1fu+2npqG21jRArA4bpuIVXXYxi29FmYjV0hJTXFho8vOD+lkVdCnFxD+YLVgnVXJbW53WVIhUtLB2jXG13YchdDHhEsqFYK3o1sIKAVthKtEtWNYpwtTc/9CDZvMba83tX/2W8Q8v3egrKzjV5/OhpY8QQo4azjRihBBCCCHkqCGCcLcJmrcra6vTAZ9+91gnzYGoxEQ+aEFFF160oGKCpdZQyLS2hUybCE98zgbdguOJuDv7bFK7kWIyn8yYSbebKcq15q7XBIJBEwgEtcU2EAio5Ykf3xWFoPX5A1putDOq3+80tRXGFOStkexs4SOEHHUoWAkhhBBCjg0Pjxw3Mg3hCIGISXQgWNF1NxKJ6HdTbXdefDZKZwaWMFpNO2Q5Zvx1Jt7pEqUQqzoeEqLV9TuT/KQNvvXrCFVHpGJMbCDY3YX5/T5df+Pe3aa+otKYCqku5vkelu3l2FVCyFGHgpUQQggh5Njwp+Ky4mhNZaWKT7SsouUUXX07Ih2mo9PO7guhGjZt+jmbkIpYfG+1s1NEa9wVrSJW0zBXnNp/tqXVEvD7RZA6ghWtpwHXr4LVbXFFK2xLa4vZuWunmTBxguRKoxvwfSJ4+R1PQshRh4KVEEIIIeQYIMJwQ/Wwmj+edvLJKXT/hWiNiGBF6ya6/YbVIFodweq0sDoTLDmitdMRrbG4SSQd0aoC1boZc1fok/9+n7agatdgEatw1XxiImDR+poUAbxpy2bTsm+fOX/ueVj+GxGrO9xSCCHkqELBSgghhBByjBAh+O3pUya3BIN52sKqXYFFvGp34KxJk+BiDCtMBSu6BotgRassRGs8kXS+/YmuwF7Rqi2vadGrzr/90G+ryH+kFe+u3Y3m5VdfMcePn2BGjh6BWYF/INuZRFJCCDnaULASQgghhBwj/H7/1tNmTPvc5EkTk50QqmKdIlbbYfpdVRGrrrXZllZXvGJCJnQNbo90asus0z048+1OKFBHhMKfAfHyX8e42nGvzoRPEL279+w2r7/5hln/9gZz+aKLjD8v8CkRq3vczIQQctShYCWEEEIIOYZMmjTprsry8h8G8/JTEK0qVrWF1W1ldVtYbVdgbWUV8doG0YpW1g4RupiEKRrTSZsgPp3Zg93xrK5ghYtWVxWoImqRDuNf0RW5U0TvvpZmFarPvfB3c/LMGebsM2Z9LRgMPiiC1at4CSHkqBJwXUIIIaQ/sFjsJLGfiTUjgpChwAt/e2pV/Zhx0/Pz8k8U0an9dlVsirjU8alJEZmJpImLwITITCTiKk7jcRGc6oppt2DXxB+VOLSaoqsxxCnApEr5+flG1uPMDixh9BJGmc3N+8y6DetNk7iXzD///8465eR/F7HKiZYIIccUClZCCCH9CQpWMmSJ+M1DpSVl8/ILC0dGo1FfV3ddiFanNTQu4lXdmFhGtLoiFQJVwzEVqugirHEiWFGOBd9a1U/b+J1qYDKe1Nbbd3e8a9Zv3GjKS4u+EIh2/nju3LkUq4SQY06OkfeEEELIMeMOsevEJoltQgQhQ4mxU2Y1DBtR8z+lZWXvS8TjPgjLgoICFZl5+p1U9zM0IjZ9OsOvT7+v6hdDz198cxUTL8VE1GIypkgkqt2LIViRDhQXF5uy0lJTXFQkZRdqHD6l886721P7mpo/8cbfHr9ToihWCSH9AgpWQggh/QkKVjLkqZ40qXz8uIk/LykquRrT+kKAovsuxKq67vdSVah6RKs7n5KIU2d8qu0ODOFqxSq6GSNPYWGhCmEI35Tk2rNnz45Qa+iGN59d/QCSaWJCCOkHULASQgjpT1CwEuJy0uzzry8sKvx2YVHRcHwbFcLVilQIVnXFEGfNTrKEFlXtOiyWDZYjbV5+vnYZbm/vWLZjR+NXGte9thWLnVSEENI/oGAlhBDSn6BgJcTDqJkzRzbU1H85mJd/nQjXKvT7TSZFvHrGpFqx6sUKV288/E6LbEDHvEaj0dXt0chP1jz5+HJZTKFKCOmXULASQgjpT1CwEpKDcSefPLa2pn6p3+dfGgwGTg7m5+c541admYTxuRqI2QyuiEUan8+vYXdm4d2JWPzhjnjyt289vWqVpKRQJYT0ayhYCSGE9CcoWAk5CCefd/6Jgbzg+/Ly8qamTHpGXiAwXGTrMF/alIr6LJDKHfoOd0rSplQqtUdsfSQSfVOU7Uu7O0Mv73jhhSanJEII6f9QsBJCCOlPULAS0gtmz54dzMsbVhIKtFUV55eWJFLJkrTfnyeiNOhPpzElcMKXSncm076OZMLXsiO2r23r6tURNzshhBBCCCHkEIBgxeC8CRoihBBCyJDG77qEEEIIIWRwMFPsC2Ks5xFCBjx8kBFCCCGEDC6+KfY1sWINEULIAIaClRBCCCFk8IDW1cViw8U+L8a6HiFkQMOHGCGEEELI4OETYrZ+h5bWEY6XEEIGJhSshBBCCCGDgwaxa8Vs/a5Q7CtiAQ0RQsgAhJ+1IYSQIUI6nZ7jevstEyZM+OrmzZsX3HnnnR++9tprd7rRA50tPp9vi+sn5EjyI7EviXkbJPApm+liG8XSiCCEkIEEBSshhAwBUqkUZgz9N7GoRvRTRKQW/+EPf8hfv35928SJE/F5m4EOhEOrCNZxYoNhf0j/Ba2py8RKxCaLYQzr78TwY8lzYivFKFgJIQMOClZCCBkCiGC9VZxbRTT16+f+2rVrza5du8yZZ55pCgtR/x74pNPpvXLY6ylYyVHkP8Q+JXaG2EtiFKqEkAELx7ASQgjpN5xwwglmzpw5g0asEnKM2O26Fa5LCCEDFgpWQgghhBBCCCH9EgpWQgghhBBCCCH9EgpWQgghhJDBCT5zw/lKCCEDGgpWQgghhJDBBWYGxkRLHAxOCBnwULASQgh5z2zbts20tra6ISe8e7ed96X3IM9PfvIT8+qrr7oxR5bXXntN19fY2OjGEEIIIaQ/QcFKCCHkPTN+/Hjz4osvqn/9+vUafu655/BJF43rLZFIxHzlK18xTU1Nfc57KOzbt0/X19nZ6cYQQgghpD9BwUoIIeSwgVZWCMCbb77ZLFq0yNjPviIera59oa2tLWceW5a3RdeC+J7W423xhR/5j4YoJuQYUu+6hBAyYKFgJYQQctj4zW9+oyLwy1/+ckas3n333aaqqsqMHTtW41555RXz4x//2FxyySUZwYh8ixcvzoTvvffeTJ5vfOMbmfgVK1Zk4isrK80f//hHXQbxifzjxo3TZRDLW7duVfEaCAS0jIaGBvPoo4/quuFH/nvuuSdTNiGDCNvHnWNYCSGEEEJI/yeVSt0qlhJxdkTw+/3pG264IS2CNP3MM8+4sem0iEZd9tZbb2n417/+dfrGG29Mi2jtFi/iNX3XXXdl0t9yyy3pLVu2pEWQaplIZ5fdd999aezKY489llnW0tKSfvXVV7UsgHSPPPJIJg+2be3atelnn302U0Zzc3P6m9/8ppaxefNmN+fhR7Z1jzj8gZgcTWaLJcS+LcZrjxAyoOFDjBBCyGHhoosu0pbNBx98MNNq+fbbb6sfLaNo2XzppZfMbbfdZmbMmKHL0dqKMa9YfvLJJ2scmDt3rhkzZow566yztFX23XffzZR17rnnatzEiRMzy8rLy7XlVUSs+dOf/qTpMHGT3Y4rrrjCHH/88ZmxqigDLaxYD8oghBBCSP+EgpUQQshhoaSkxNx0003me9/7ngpHLwsXLjRLly7V5Vu2bDF+v9/cddddKi4hYrF88uTJbuq+s2HDBp3oKRwOm2HDhlGEEuKAMay8GQghAxoKVkIIIYeNM8880/zoRz8y8+fPN7t27TKjRo3KtIKixbSiokJnAgZoUUXL6tVXX22uuuoqjbM8/vjj2vL6zDPPaCvp1KlTM2WtXLlSx6Z6l23fvl3zQfhOmzZN/bkYOXKkuigD5WM9thWWkEFEixgubI5hJYQQQggh/Z+jMYb10UcfVT/Gk2JM6m233aZjTZcvX67jRGUz1DBW1W7Kpz71qW5jSO2YU+S1ebzpvWWJOM2Ml21sbNR1YhniMU72V7/6lY6DRXkYz2rLwDhab9ne9R8JZL0cw0qONmPF4mK/FQsgghBCCCGEkH6LiKYjKlh7A8RoNpj0COKyr5sGgZoLiOXe0Nt0hwMKVnIMoGAlhAwa+AIlhBByVECXYC/4FirGu1544YVuTO/BONVcoMtxb+htOkIGOBCuhBAyoKFgJYQQckyA6Ny8ebN+j9XHSZIIIYQQkgPWEAghZAiALsHi3CrCkM/9o0w6nd4rh71eLOVGkSGG3H+LxTnpaN5/3/72t79ZWVn5zqc//enfBYPBI37tyXX+muzefbzOCSGHG1ZcCCFkCCCVyXFi1x7NCjPJ8KoYKvKY6IkMQUSw7pTz3+AGByXuDzMjxDB2lhBCDhusuBBCCCGEHEEoWAkh5NDhGFZCCCGEEEIIIf0SClZCCCGEEEIIIf0SClZCCCGEEEIIIf0SClZCCCGEEEIIIf0SClZCCCGEEEIIIf0SClZCCCGEkH7A7t27zbZt29xQd+yydJpfRyKEEEIIIYQQcpjAZ21EaB6UYDAINZr+wQ9+kE4mk25sOv3aa69llj388MNpKc9d0n+QbdojTp7uMCGEHEbYwkoIIYQQ0k/45Cc/ab7+9a+bXbt2uTHGrFq1yvz85z83gUDAjXFobW3VVle4veWdd97R1lovthwRnG4MIYQQQgghhJAhQV9aWP/yl7+kRZiqi5bUlpYWjX/xxRfVtS2sy5cv13RSvNof/vCH9JYtWzTNxo0bNc1jjz2maRBGOUuWLEn7fD5N/9RTT2mau+++u1s5WA/i+4rkYQsrIeSIwBZWQgghhJB+QklJifnlL39pRJhC6JqXX35ZWz5nzpzppjDaGnrppZeaZcuWaRoRpubaa68169ev77GVFOWIyDV79uzRNNOnT9fW1g9/+MPmH//4h5bzm9/8xtx+++3qJ4SQ/gIFKyGEEEJIP2LWrFnmV7/6lVm3bp2K0t///vfG7++qsm3cuFFF57nnnmt8Pp+ZNGmSugdi4sSJmubmm282jz76qCkvL8+Us2LFCvOTn/zEvPTSS+a2226jYCWE9CsoWAkhhBBC+hEzZswwixYtMnfddZe2tqJ19WCC1EskEnF9XYwePdrs3bvXzJs3zyxYsEDLtq2xCxcuNEuXLtWxs5s3bzbBYFDjCSGkP0DBSgghhBDSz7jqqqvM97//fXPRRReZyZMndxOso0aN0vDKlSvN1q1bzTPPPKPic+rUqRr/5JNPavdgtM5aUYruv+DKK680t9xyi07qNHLkSE2/fft2FbQVFRU5xS4hhBBCCCGEkEFKqg+TLtlJlURwahiTKdlP3PQ06dLChQvTf/vb37pNooS4//7v/85MuvTqq69qfpt+06ZN+5UD866vL0hZnHSJEEIIIYQQQgYaIuZ6JVgPhcbGRtfXBWYE7olc6cG2bdtUwB4qFKyEkCNF7wdEEEIIIYSQPgPB6vP5GtzgoETE6l7ZxxFicTeKEEIOCxzDSgghhBBCCCGkX0LBSgghhBBCCCGkX0LBSgghhBBCCCGkX0LBSgghhBByZNmKiYlc/6DE5/NtFWdQ7yMhhBBCCCGEEEIIIYQQQgghhBBCCCGEEEIIIYQQQgghhBBCCCGEEEIIIYQQQgghhBBCCCGEEEIIIYQQQgghhBBCCCGEEEIIIYQQQgghhBBCCCGEEEIIIYQQQgghhBBCCCGEEEIIIYQQQgghhBBCCCGEEEIIIYQQQgghhBBCCCGEEEIIIYQQQgghhBBCCCGEEEIIIYQQQgghhBBCCCGEEEIIIYQQQgghhBBCCCGEEEIIIYQQQgghhBBCCCGEEEIIIYQQQgghhBBCCCGE9BZj/j86FMldIJk9fwAAAABJRU5ErkJggg=="/>
          <p:cNvSpPr>
            <a:spLocks noChangeAspect="1" noChangeArrowheads="1"/>
          </p:cNvSpPr>
          <p:nvPr/>
        </p:nvSpPr>
        <p:spPr bwMode="auto">
          <a:xfrm>
            <a:off x="1238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741323" y="2933954"/>
            <a:ext cx="83067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90404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0" dirty="0"/>
              <a:t>Memory Size / Speed​​</a:t>
            </a:r>
            <a:endParaRPr dirty="0"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7505918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fontAlgn="base"/>
            <a:r>
              <a:rPr lang="en-US" sz="1600" dirty="0"/>
              <a:t>Typical memory in a personal computer (PC):​</a:t>
            </a:r>
          </a:p>
          <a:p>
            <a:pPr lvl="1" fontAlgn="base"/>
            <a:r>
              <a:rPr lang="en-US" sz="1400" dirty="0"/>
              <a:t>in Gigabytes​</a:t>
            </a:r>
          </a:p>
          <a:p>
            <a:pPr fontAlgn="base"/>
            <a:r>
              <a:rPr lang="en-US" sz="1600" dirty="0"/>
              <a:t>Memory sizes:​</a:t>
            </a:r>
          </a:p>
          <a:p>
            <a:pPr lvl="1" fontAlgn="base"/>
            <a:r>
              <a:rPr lang="en-US" sz="1400" dirty="0"/>
              <a:t>Kilobyte (KB) = 2</a:t>
            </a:r>
            <a:r>
              <a:rPr lang="en-US" sz="1400" baseline="30000" dirty="0"/>
              <a:t>10</a:t>
            </a:r>
            <a:r>
              <a:rPr lang="en-US" sz="1400" dirty="0"/>
              <a:t> =                1,024 bytes  ~  1 thousand​</a:t>
            </a:r>
          </a:p>
          <a:p>
            <a:pPr lvl="1" fontAlgn="base"/>
            <a:r>
              <a:rPr lang="en-US" sz="1600" dirty="0"/>
              <a:t>Megabyte(MB) = 2</a:t>
            </a:r>
            <a:r>
              <a:rPr lang="en-US" sz="1600" baseline="30000" dirty="0"/>
              <a:t>20</a:t>
            </a:r>
            <a:r>
              <a:rPr lang="en-US" sz="1600" dirty="0"/>
              <a:t> =         1,048,576 bytes  ~  1 million​</a:t>
            </a:r>
          </a:p>
          <a:p>
            <a:pPr lvl="1" fontAlgn="base"/>
            <a:r>
              <a:rPr lang="en-US" sz="1600" dirty="0"/>
              <a:t>Gigabyte (GB) = 2</a:t>
            </a:r>
            <a:r>
              <a:rPr lang="en-US" sz="1600" baseline="30000" dirty="0"/>
              <a:t>30</a:t>
            </a:r>
            <a:r>
              <a:rPr lang="en-US" sz="1600" dirty="0"/>
              <a:t> = 1,073,741,824 bytes  ~  1 billion​</a:t>
            </a:r>
          </a:p>
          <a:p>
            <a:pPr lvl="1" fontAlgn="base"/>
            <a:r>
              <a:rPr lang="en-US" sz="1600" dirty="0"/>
              <a:t>Terabyte (TB)      = 2</a:t>
            </a:r>
            <a:r>
              <a:rPr lang="en-US" sz="1600" baseline="30000" dirty="0"/>
              <a:t>40</a:t>
            </a:r>
            <a:r>
              <a:rPr lang="en-US" sz="1600" dirty="0"/>
              <a:t> = 1,099,511,627,776 bytes ~  1 trillion​</a:t>
            </a:r>
          </a:p>
          <a:p>
            <a:pPr fontAlgn="base"/>
            <a:r>
              <a:rPr lang="en-US" sz="1600" dirty="0"/>
              <a:t>Memory Access Time (read from/ write to memory)​</a:t>
            </a:r>
          </a:p>
          <a:p>
            <a:pPr lvl="1" fontAlgn="base"/>
            <a:r>
              <a:rPr lang="en-US" sz="1400" dirty="0"/>
              <a:t>50-75 nanoseconds  (1 </a:t>
            </a:r>
            <a:r>
              <a:rPr lang="en-US" sz="1400" dirty="0" err="1"/>
              <a:t>nsec</a:t>
            </a:r>
            <a:r>
              <a:rPr lang="en-US" sz="1400" dirty="0"/>
              <a:t>. = 0.000000001 sec.)​</a:t>
            </a:r>
          </a:p>
          <a:p>
            <a:pPr fontAlgn="base"/>
            <a:r>
              <a:rPr lang="en-US" sz="1600" dirty="0"/>
              <a:t>RAM is​</a:t>
            </a:r>
          </a:p>
          <a:p>
            <a:pPr lvl="1" fontAlgn="base"/>
            <a:r>
              <a:rPr lang="en-US" sz="1400" dirty="0"/>
              <a:t>volatile (can only store when power is on)​</a:t>
            </a:r>
          </a:p>
          <a:p>
            <a:pPr lvl="1" fontAlgn="base"/>
            <a:r>
              <a:rPr lang="en-US" sz="1500" dirty="0"/>
              <a:t>relatively expensive​</a:t>
            </a:r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AutoShape 2" descr="data:image/png;base64,iVBORw0KGgoAAAANSUhEUgAAA6wAAAG+CAYAAACXuon9AAAAAXNSR0IArs4c6QAAAARnQU1BAACxjwv8YQUAAAAJcEhZcwAAFxEAABcRAcom8z8AAP+lSURBVHhe7J0HYBzF1cdHvVtykS13XClu2MGm4wKm9x4INZQkpJHwJSEJIXQIPUDoEHrvzWDAgGOKKcYF4957t2VLsur3/nP3pNF4dm/v1E6n97OfZubN7N7u3t7M/Hdmd5UgCIIgCIIgCIIgCIIgCIIgCIIgCIIgCIIgCIIgCIIgCIIgCIIgCIIgCIIgCIIgCIIgCIIgCIIgCIIgCIIgCIIgCIIgCIIgCIIgCIIgCIIgCIIgCIIgCIIgCIIgCIIgCIIgCIIgCIIgCIIgCIIgCIIgCIIgCIIgCIIgCIIgCIIgCIIgCIIgCIIgCIIgCIIgCIIgCIIgCIIgCIKTpHAoCIIgxDHV1dXXU3BMKCU0A/9MSkp6k6wmnBYEQRAEoQUQwSoIgtAKIMG6jsRTYTgpNDE1NTWv0PE+naw67BIEQRAEoQVIDoeCIAiCIAiCIAiCEFeIYBUEQRAEQRAEQRDiEhGsgiAIgiAIgiAIQlwiglUQBEEQBEEQBEGIS0SwCoIgCIIgCIIgCHGJCFZBEARBEARBEAQhLhHBKgiCINSybt06tWzZsnCqPn55Qdi6dav6+OOPG7QOQRAEQRDaFiJYBUEQhFq6du2qevfurW677Ta8izTsVWr69OmqqKhI53300Udhb3RAsI4fP16tXLlSpyFesV5BEARBEAQvRLAKgiAI9bj00kvVn/70J7V27dqwR2mR+uCDD6qkpKSwJwREKEZMEdpwHtOrVy9VVVWl9t9/f52GeJ04cWI9YQz81olRXkEQBEEQBEEQBCGOqK6uXkfCrslJTk6ueeONN2pImOqQPrdmy5Yt2j9t2jTt//DDD3XZt956S6dp87Q9++yzNUuXLtVlb7311to8xLEezsPyt912W71lV69eHXGdf/vb32o/H+trSmj9L1MgF3UFQWgUqE55kKwqVMMIYT4hSwsfIkHwRBpjQRAEoR45OTl6NPW9997T6W+//VaPgg4dOrR2hBUjoCeccIJ6/fXX0RHTI7Bnn322mj9/vi5LIlctXrxYPfzww7uM1oJzzjlHr4tEqFqyZImebmyvE1OGzXVu2LBB/fjjj2rIkCG7jPQKgiDEOcPJpOIyoHp9MJloESEicpIIgiAIuzBq1CgtWufNm6defvll9eyzz9YTiQsWLNAi8uCDD9b+/v3718sfO3asvt+1b9++Ol1WVqZDpnPnzjosKCjQU4XBwoUL662zX79+9dZ52mmnqYEDB9YuKwiCIAhC4iOCVRAEQdiFYcOGqeOOO049/fTT6oEHHlDDhw+vJx4FQRAEQRCaAxGsgiAIgpOzzjpL3XDDDeqYY47RI5smPXr00OGECRP0VN7PP/9cj47ao6J+HHvssfUezNS9e3e9bEPWKQiCIAhCYiGCVRAEQXCCUVUA4WoDAfvmm2/qe0wx9feZZ55RU6ZMUcnJ9ZuV7OzscGxXLr74Yi2Id9ttN7V582a9zjfeeCPiOgVBEARBaDvIJWtBEIRWQHV19bqkpKTCcDKuwKtmGvu+0qZYZzTU1NS8Qsf7dLLqsEsQBCFmqA6fSsE+VKdI3zsM1bMbKeienJy8M+QRBDdy2VoQBEFoEE0hLOXBSoIgCLGxfPlyfVuF+S5r9tl+gLwgPkFoKUSwCoIgCIIgCEIrZ/369erkk0/Wt1ngtgo8hX3y5Mn6WQADBgzQPvbfcsstqqqqSi+HvC+//FK/Toxx+QShpRDBKgiCIAiCIAitnGuvvVaLULy7GkITryVr165dODf0kDzkv/322+qqq66qfbCdIMQ7IlgFQRAEQRAEoRUDkfrQQw+p8847T4+w4lZZjJLiFWX2bbNDhw7VvpKSEhGsQqtABKsgCIIgCIKQ6Awj+5BsUhPbMWTN3r9euXKlFp8sRl1gyjDuYf3iiy/0CKy8MkwQBEEQhEaDOhfrqDMiNBN0vF+mQC7qCkLiMJqsggxDik1pF5HtUndQnTKVrDpUwzQ+kyZNqklLS6uZOXMm6q+wt46MjIx62/nKK6/UVFVV1eZNmDChNg1cvsaGtnMDWQaOjyD4IY2xIAiCIAiC0Fa4niyVDEOLTWGPkDX7k4q6d++uR0tx3yppwbC3Pk899ZRavXq1Hl3Fw5nMd1xj9JXB04G91iEILYEIVkEQBEEQBEFoxeB+1UsuuUSdfvrpauLEiWrp0qVq0qRJ+km/LD4LCwv1K8PsacAXX3yxOv/889V3332npwy//PLLMmVYEARBEITooM6DTAluRuh4y5RgQUgseErwdWQpcDQnVKc06ZRgsG7dupo77rijJjU1VU/7PeaYY2p++OEHPUXYb4ovlrvssstqUlJSapf74IMPmnQ6MKDtkinBQiDksokgCEIrgBr1uyk4JJQSmoE7k5KSniKTeXGCkBhAsOKhSzeT/ZMs9BLSZoLq8KkU7EN1SrP0vTGtNz8/P5wKDqYGd+rUqVlGVkmzbqSge3Jy8s6QRxDciGAVBEEQBEEQEp02JVhbAyJYhaDIdCdBEARBEARBEAQhLpGrPIIgCIIgtAkyMzN7lZWVXUBR6f+0AB06dHhx06ZNP1K0JabaywhrnCEjrEJQ5EcjCIIgCEKbID09/eT27du/1K1bt+Sqqip9nx4bXvFhpm0z8UtHKguC+GJdJ4kAHZqwD6Fdzq88E6QM8FpnSkqKvjdy3rx5N9Jx/we5mlUshhHBGmfQeSKCVQiE/GgEQRCExmZvsjvIniL7L9muPVtBaBlu3Gefff68++67a8HKIhWCCnEvQxlTZ3DcFZrlgOnzCkFj5Zli0RaQjZlHAkyHJuyzl8PxLS4uVi+88MKStLS0oRs3bizWGc2LCNY4g84PEaxCIORHIwiCIDQ2Y8g+JsPrI9AxrOvtCkILkpGR8cZ+++13XMeOHZMgrmxh6mXQGKbO4LgdgiC+ps6zBSOHwCsvSBkQTXmzTGZmpn4/6Ny5c0+rqqp6lVy7Kt6mpaUFK57yPoa+J3l+TBg6P6bT8XiDrLnPBaGVUVe7CYIgCELjIIJViDt69OiRtWXLlhkHHXRQf4gn4BKnbBCACDE6iDiM4bgdgiC+ps7zE44tlZeWlqZWrFih3nzzzddIvJ1GruaeFtyiglUQhNiRqzyCIAiCICQ8W7du7UFCtWtGRoZzOitjii1gpxMNU+ja+OX54VquoqJCde3aVRUWFo6n76AnuWJbuSAIbQ4RrIIgCIIgJDzFxcW75+TkZGLUNBLRitREF7UuohWzOEbp6emqX79+uSReTyWXCFZBEAIhglUQBEEQhISHxNKQdu3a7SKSIKRM88IvTwgGRll322033Ev8U0qmhrwROZfsMbIUnRIEoc0hglUQBEEQhISnurp6WF5eXhILz0gCFZhlXURaPhaaYp2xTu1tTLANlZWVqmPHjqqoqGhEamrqvnCHcp1AqC4gw5PG+5LJiKwgtFHkxy8IgiA0NvLQJSHeSM3IyPj64IMPHpaVlaX7PuYDlrwMIsuMm8KP414haKk8l9C2fS2VhwdezZ07V3344YcPVlVVXUYu++FHEKp4V6spUpeSPUnWkKfJ9iI7j+xGMnnokiC0IupqOUEQBEFoHESwCnEFiVQ8cOnH/fffPxeizhSlpkXKc4lDOwSx5PmVAdGUj0ZAgmjKBykDvPJwLDHS+tJLL63dunXrYHJt0BmkZcn+RAax2pTTf68nE8EqCK0ImRIsCIIgCEJCQ0Jur7y8vKzU1F1vm4SQYmtJmuLzTVFr45fnR0PXiSc0Z2dn417WLiRejyEX90XLyK4l60f2KJk5mjqd7DCysY1guB9W3vspCK0IEayCIAiCICQ05eXlu5NI0mqKhWEQkRqNiPQr2xR5sRKrUG0o5udWVVWp/v37Y7T1Z5S0+6KY/nsRGaYEs3DdQvYp2SeNYIvJGv/ACoLQZIhgFQRBEAQhoamsrByRm5urH7gUi2BrCuHYUPy2KVZR6rdcrHku8LTgLl26qM6dO4+m5O5krhWYwvVVMhkVFYQ2ighWQRAEQRASlhdffDElMzNzT0xDxcgehF4kAWqWMctGWq6l8du+WEVsQ3F9LrYT07P79++fRvl4xY1ffxTC9d9kIlgFoY0iglUQBEEQhITlsssuKyTB2p+s9pU2JuxDyBYN0ZYPgt86m+LzYh09bUheeXm56t27Nx6IdRq5MkI5giAIuyKCVRAEQRCEhKW4uLgPidUCjOg1hdjzo7mFZ2sCo935+fmqR48eA1NSUvAwJG+FKwhCm0YEqyAIgiAICUtZWdmQnJycemIIYpGN0y7MfLuM1zJtgVhHVm1wDAcMGIDo2WTSJxUEwYlUDoIgCIIgJCyZmZlD8/LytIpyCU8XZrkg5W38lollfaAp1ulHNMIzKPY68fClrl27qoKCgqMoWRTyCoIg1EcEqyAIgiAICQuJucF44BLe/+mCxR7CphB+TJB1N8XnN9ZoaFOA7yQzMxPvZC1ITk4+iVzSLxUEYRekYhAEQRAEISHJz89vn5aW1hcPXPISrDaRRKNffqyCsynW6UdzjJ4GBaOsJFgVfU9nUVL6pYIg7IJUDIIgCIIgJCQlJSW9Sax2cz1wCWn2eYlCM9+rTFMR5PP8ysQqIJtiRNZrOfgrKytVp06d8E7WUfQ9jYA7lCsIghBCBKsgCIIgCAlJSkrKMNy/yoKJhWckMWiWiVQ2En7Lx7ruWNfpJzhjzYsVc53JycmqX79+KVVVVZHeySoIQhtEKgVBEARBEBKSnTt37pmVlRVOuTEFXhAB2RTirTXTUKGLMpgW3KNHD5Wbm4t3suaGcgRBEEKIYBUEQRAEISEhATqMRJC+fzWSGOX8oOUShYYKThfRLofvh74n1bNnz+5paWlHkkv6p4Ig1CIVgiAIgtBY7E02JhyC3mRIwzLhEITmYvz48TkkggZmZGQ4H7gE4RmNSDXL20RaPhGJVcx6ge+oT58+OJbnUFL6p4Ig1CIVgiAIgtBYjCb7mOxOMvRmzzPS5WSC0Gx88803fTIzMzFiVysoWXT6CUy7rNC4eAldTAvu0qWL6tix47j09PQ+5GpcRSwIQqtFBKsgCILQWDxItjoUrce1ZNLzF5qVbdu2DcjKykrDA32iFZ5meb9lYxW0TSGEm2KdzQEELAzbj4sLvXv3zqqsrDwdWaESgiC0dUSwCoIgCI1FGdm/yMye8/dkb5C1zt600GqpqqraOzs7O5yKLOiQ35iiL9Z1+S0X6zobe/puY8FCleMYZSXBCuF6JrnSdIYgCG0eEayCIAhCY2KPssroqtAiZGZmDsnKynLevwoglEzzI2g54FcmyPIuYl0u3sF+mWK6qqpK5efnq65duw7OyMg4iFwyyioIgghWQRAEoVExR1lldFVoES655JI0EkJ7kmjVD/MxiUb8eZVtCgHZFOv0G1n1y/OjKdZp069fP1VeXv4ziko/VRAEqQgEQRCERodHWWV0VWgRnnjiid5paWnd0tPTkyAEbTHoJw4jlfVa1m+dsRJkndF+bhBR2VjC0ySS0GXDtOCioiJVUFBwbOfOnTuFiwiC0IYRwSoIgiA0NhhlPZvsNbLG78ULQgQqKyv7Z2dn55oPXELoJ+7MfL+ysYi5SJ8bC02xzkiiMhaiXSe2PSsrS/Xo0aPT5s2bjyWX9FUFoY0jlYAgCILQFHwSDgWh2cnIyNg7NzfXVyxBGJnmR5Ay8UBTbGMQoRqrmPUC97Li4Uu0XpkWLAiCVAKCIAiCICQWO3fu3NPvgUtBsQWgS7g2t5CN9fP8RGWsgrOx18nLVFZW4n2sqn379gdSchCydIYgCG0SqQAEQWgRqNMl9Y8gCE5IuDREBSalpKR8M2LEiOGZmZm0qiSFqcGmuXwu8yoHP4zhuB2CWPL8yoBoypsCl+N2CFo6DxcXTEtPT1ezZ89WX3755S1U5m9UpEoXFAShzVFXwwmCIDQh1OEw6xuOI6ymjlVdL0YQhDYH1Q+pFJjDobpOiKVu6NmzZ7etW7fOGjx4cHsWl7bg9LKgZVEOxnDcDkFL57EgBBy3QxBNHoimfJAytmDF9peUlKh33313cU5OztD169dv1wUFQWhz1NVwgiAITQR1SLiuwW0IyZROps5ICsXLKKyePHnySWVlZX3Ky8t1ocYGHUx0gITmA/egmZ1P9gHTx3Ezj0P2c5zhuJ2H0P4MVx7AlEPO4/UAcxlzXSgPXGXtzzTjnMfL+5XndZs+YPrNfHs9MC5r+oHtN7HTvF6APPx+OO5FpN+YKx++Tp06bdlvv/1ef/nllzdRvZBNbhQyrYbqiDqVEwASN2Nzc3MnDhw4MIW3388gjFJSUnToyjfNLAtjOO7nC5LnVwZ4lfcrw4IQcNwOQTR5IJryQfLwXdmGUVZqH9TixYtPpPPyLRTThQVBaFPU1XCCIAhNAHVGUM/AUiieSp2odAozKF06e/bsLps3b74uIyPjTHQC0XExO14m3KkBkco0xzq88kFD19GY2wkauo5YPgOdTeRzx5PjCNm88myfq4zthwEzbeabIYAoQ9wsb6btOJcx81x+FntmPotF02fGTWO/Wc7Ms+NmWb88s4wr3+XnNH+3SLuIlA9QxpUPHx2fWd26dfvDm2+++UVhYSFEK9T9TlqmgkIc0KhmYaSmpv6ye/fu9/bu3TsZx94lPE3Dtrn8LjPLAqTNENi+aMqApsjjY2+HoKXzAOJ87vFvE2FaWppasWKF+vjjj1+m/J9S0dCVH0EQ2hR1tZkgCEIjQ50O1DEwTPdLJ8slXw6FKStXrhy7fv36v+fk5PTYvn17vc4LcHW2TCLlAy4TKR809DNAomwn8CsT5DNs4WMa53mV4eXNfPbZIedzHLDP9PMywGs50x80H2b77WW8loMhz6ucy2/GgemzlzctyDrs9XAeY8ZNXOcF4ub5EOncKSsrq4LIvOuuu57s1KnTVnKV0zLFVL6UQoiUaETrw3vsscfPaT36HaxegjOI+ZUHyDdDYPuaMs+vDOA4H3fz+Nu+IGWAV/kgZYCXD4ZzjwWreZ5OmDCheMeOHUN37ty5FMVDSwmC0Faoq9UEQRAaEepkcP2SSnGI1XyygjVr1vR+6623LiooKDi5ffv2unNidqoQNztcAH4mUpkg62DMMsjnZb3WgQ6U6bPzzXUAOx8gn0Pkm2Xs5Rm7jE0s6+D1wG+XBfbn2GXsYwHszzBD5CHOIcA6vPBa3gY+l58x8/22z4VdBqFrHQBxM98rj/12OS4DvLaT48BcF8NlOM/1GWZor8OVz9jlzDyvzzHL2NjrwLlQXFysSJTM6tOnz2OnnXbaJ2lpaVuozCbKLiGrpHjdRniTlJGR8RkJ1gNzc3P1B7DAxOeZgtNlQcrAUI5Nf2g4BLYvHvLs7wbYvobm+ZUBkcrDcB7YRt+nmjZtmpoxY8YfKX0XFfeuOARBSEjqajVBEIRGhDofqF9wvypGV3Op41S4bNmyAY888sitQ4cO3b2wsFCXQ+fPxOxsmXDnxisfRCrTWPmgqbYzyGcAlPPbBuRFKgOa8jNszPL8+UyQdbjK8Hqi2QYTczti3QYQzXa4yjR0PyKB8tHuK+By5rI29rpjAcvj4lVFRYWaMmUKXmdy64UXXvg0idYNlL2ZPgMjrnU313rQo0ePDhs3bvxxyJAhnc37Uv3uUYU/1ntYYYBDEMQXJM+vDIimPH8/5vdk+/zygFf5IGVApDyYLVZhOO5bt27FKOu3dH7sT8UxVVwQhDZEXe0mCILQiFDnA/ULHqyEe1Y7UMep03/+858rqANydv/+/VW7du1UVlYW7jfT5RMVdBjNjlm8ItsZHa3heGEbQbxvJ7YPhoeuYZR17dq16ocffth27rnnXtCrV68ZmZmZ66nYDrIq2iffnaH6ZF+qWybvvvvuaVinLThdhuPk8rvMLIs4H2MOQRBfc+eZ5wDH7RA0Z55dBsYi1YzDcJHgk08+UWvWrDm4srJyChYJLSkIQlugrnYTBEFoJKizwXULHrSURZ2mQgp73H333bcXFRXt06dPH4yg6KleZifLBfLReWkL8L7G+z43xva1pe+1LdGQ75WECKYEq9WrV2P6pxo0aNBfjjrqqDdofetpvcVUpIJC35WnpaVd0KVLl0ciPXAJ2+ny2+ZXDnkwwCEI4mvuPPM74bifL5oyIJryXmXYzHtY2fDwpYULF6rPP//8fsr7DS0ScbRdEITEoa52E4Q2zttvv30INYqXLFu2bOqSJUtmUXrR9OnT11JWaaiEEBTqUKBugWGENZvSXSjc7f777/9X9+7dh/Xq1UsVFBToTggwO1rxCjpQIN63tbm2E5/TGr63SCTKfrR28D1AmJSWluoR1lmzZqk+ffpcd+SRR75M2WvIttL3hKmgvq+5SU9P/zeJ1V8XFhYmYX2muAwy7TdoORjKwBiO2yFo6TyuFwDH/XwtkcdmClU2gBH4iRMnrs3JyRm8evVqTBUXBKGNUFe7CULbJnXTpk1ftm/f/idIoNHcuHEjpqdtI1Zv3bp12fr16xetW7duzpYtWxZ8++23i1955ZXVVBQPBBEs6PihboFBsOZQGoK1z8MPP3xzUVHRMOpQqvz8fD0d2OxkCYLQNmGhUlZWpqiexZRg1b9//+vHjRv3KtURqGu3kOFFzZEE6wcDBgw4LC8vT1csprg0xaZpyININeN+5dlQBsZw3A5BS+fh+DIc9/O1VJ4tVGHIw6gr3sk6depUNX/+/HPI/yyK64UEQUh46mo3QWjDfPXVV2eNGjXqmXDSF7yCZe3atVUkZDdQfDkJ3aUbNmxYSL55a9asWUQN6mJaH0YEykJLtD2og8F1C25Q5RHWvg899NDN3bp10yOsEKzcSRSERMIUDo0Jd+oTEewbDCOs69evV7Nnz1b9+vW7EYKVsleSQbBihNXv9TZ5GRkZswYNGtSLL4bZItNlQcvB7LLmd81xOwRBfNGUAdHkmecOx/18zZ0HEHcJVfbjeOPc+OSTTyZUVFQcR4vIO1kFoY1QV7sJQtslZd26dd8WFhYOC6djAiMDaEw3b95csnHjxrU7duxYQvHFZAtI0M5buXLlUhKzy2fNmoUHiCT0lWHqYHDdYgrWPiRYbzEFqznCijg6JOicNBfN+VnNTSLvG2ju/TPFQDyB44Bta8rj0VzrhigxBWv//v1vGjNmTK1gpf3ECKunYC0oKBhCwXcDBgxIxTGBmeLSNL8801DOb8QVIM8VgubM8ysD+FjbIWjpPIA4DCKVBSuLVzYc8w8//HDntm3bhpeXl8/BYqGlBUFIZOpqMkFoo3zyyScnjR49Gp2iJgEPEsEj+VetWoVwE9mq4uLixZs2bZq3ZcuWhSRuFywjvvvuuzWLFi3CC/MTAupsoH7BQ5eyKeQR1l0EK8BUr5KSEj16zZ1AG3S80IExO2BBiWUZEO1yQcrbZWLdJ5vGWIcXzbVuHAvg5eM4iHWbolmOy8b6WY2F6/P5vIGhI98cxHIcvJaBH/tg/t6xHyxYf/zxR4ywRiVYMzMzzybR+iQeuMTihg2fF3SqL8ws57UcfGyAQ2D7oikDoikfpAzg348dgpbOA4jDWJy6DM89mDNnDt7L+k9KX0+LycOXBKENUFeTCUIbZcWKFZO6d+8+JpxsViBk0TnbsGFD+bZt29aRgF1OYnYJxedS3kIKFyxZsmTFa6+9to6Ko7PWaqCOB+qXiII1Ly9Pffzxx+r666/XnRGzIwjMDhf7zXzgl+a4nWbsfGCmveLA9ttpxuX38wHTj2PCuMpH8gG7jBlnvMoATkeTz5g+0xgz7Qoj5TNe5Vxx4FXGK4xUBpjlgJn2C9kYO4/jHMLQucdTdXfu3FnrYzPLueIcRooDPv/sMhyaZvqA1+8Z4qNLly6qqKhIj6ixj2eqhKcERyVYSVhe17Nnz7927twZ73/Wn82GzzXTfha0LMqxAQ6B7YuHPBwTMwS2r6F5QcoALx+MxSmb6QM45ydOnDinQ4cOP1m9enWJdgqCkNDU1WiC0AZ58skn9z3ttNO+yMzMjKvfAkYaN2/erB8+smnTpuKSkpKVYSG7mMJ51EFdSB27pcTyZ599dnN4sbiCOhk4pqZg7cf3sOKhS3gPKwQrdTrUE088oa666ipFnU3dKUEHy6vjxYYOI8M+M85p4MpnOB0p3xW3Q698l49DVz4w82w/h0HzOW2HZj4w09whR2eR/Wa+GQeufDt0xQGnXX4OXfnA9rtCVxzEUsYvj+M4djhuZprjXmHQPDaMRKLjDrFniiezXJB40DwOOW5+pnmOmHn2uQM4jpkn+L13795dxwF++/zQJZ4SPHbs2Fcoi+9hjfTQpbf32GOPo/mBS/gcbEskC1oOZpdFGsZw3CsEQXzRlAFB8vic5BDYvpbOg7E4ZbN9aDemTJmiVq5ceSSd/x9g0dAaBEFIVOpqNEFIUObNm9cD4cCBA1dohwF1ih7dc889Lwwn4x6MpGzZsoVHZatJwG4gMbucOnkLyL+4oqJiLtliatRXkNBddeedd7bYK3mok4H6pd5Dl/CU4K5du9YTrHgf63PPPaeuueYaPeKCzgk6WF4dL9PYZ4dmPjDTdpxDVxy48ux8Ds0822/HAafNfMbMC5oPOB5NPmOmg+YznI6Ub8cBp01/pHzG9ttlIuVxGLSMX54dB3aeVxgpD4apqagDeFTVFExs5jJB4kHzOLTjfnlm3E5DpPbo0UN169atnmC1H7oEwUrlV1G2r2AdP358zueff/4dLTPQnKlhiks2+INOD45UFn4Yw3E7BC2dh7qV4bgdgljy/MoAr/J2GRgLUzNuGtqNFStW4J2sT5NgPZ8WlWnBgpDg1NVsgpCgfPbZZ+9Tg70/dYp+pI7MNOp8fJuTkzPtyy+/LD3xxBMnFxYWtg8XbbWgw0fiVYtZjE5s3LiR+n2la0jMrsjOzl5AIvaHoUOH3jN48OBmmVZMHQ2uW1iwFlHY95FHHrkJghVTgm3Bet1116lOnTrphdDBsjtbgP2ufDM084GZtuMcuuLAlWfnc2jm2X47Djht5jNmXtB8wPFo8hkzHTSf4XSkfDsOOG36I+Uztt8uEymPw6Bl/PLsOLDzvEK/PAgmdNQhVHGvN2CxBBCymekg8aB5HNpxvzwzbqcjCdbwa21uIMGqpwTTMri/31Owdu/efUBxcfFMWiaDP8MWljiOZtwuw2bnRyoLYzhuh6Cl8yAAGY7bIWjpPFOcugzlEH744YebqW0bTOcMLmgIgpDA1M2pE4QEZNWqVYU7d+7clzpEedRojyLXpdTQPbR27dqvi4qKvuzQoUOrF6uAp9b27dtX7bfffuqYY47JOvXUU/ucddZZB5MwvIA6cpmDBg1q7lcAcM/JDncBHSqzoyUIQuh3AVEEkbphwwa8F7rW19YgkVKncByQyN0rIyMjDcfGryjnRVhdvfxIZZubWLfHr46Ntf5tinV6Ya6PvmtcpGhP7fmJlJS+rCAkOPIjFxKapUuX7p+ZmZmP+6Jw5R4dPrbCwsJcXDlPZL799lvYI5deeukN1NjH5at0uPPV2J0bQWit4LcA4YX7Uzdt2qRnTiCe6PUVYwkynaBj4ltBVFZWDqa6PpyqA+vi9UUSemZZP7hc0LJeBFk+WppinU1RNzd0nfg9YISeBOvZlJS+rCAkOPIjFxIaEqrj7NEIpCFg8cCPRGbBggXqzTffnLNz587Lw66WhvpSwTt6ghDPNEUnHvAIIab4Y2os6ir4murz4gVXvRCuu2nXI+98Wlra8IyMjCSeMgoi1TP8mWwu2B+kTGPSFOtsTGI9H/2Wc+XBx8ZpgGnkBQUFuI1kv6ysrL2RpTMEQUhIRLAKCQs1+HgX38Hl5fVv20RDRw2c6tq1a9iTeOBet+eff76Gwl9ec80128Pu5oZ7XAi1uTph6IAE6ZxxRyVaYl0ONGTZhtBSnxsrLXWMW+N36wW2BwINM0Ew/RdPCmdfWwP7DaP6m4KkJKoftCErVKI+V199Ne6VH4D3OXNdEqROiYWg64318/2Wa4p9wnFubBq6TizP5gd+G927d08uKys7C8mQVxCERER+4ELCMnXq1P7U4RlkClY0gLgfDE+jTeSO4Ntvv40R1sfvvvvuT8KuloJ7WAg9e1voiPl1xhraAYqFhnxmW1s2Vlrb9jYF2A/URbiQhum/MEx3bGtCFcfB/k4pzULVl2uuuaYHHa8+KSkpeoTVBdcvXNf41TfALBOpbLQ09vqA3zpj/Tz7+2hpzO1BvKKiQr/HNzMz81Ry5YZyBEFIRESwCgkLdVwOyM7OzjA7MOgEQsDiyZSJCqYCv/vuu5up83ZV2NXsoJ8ZjqKz1Pi9MyFuiLdObWuCRSnuqceoKkZX4ZNjGt15lZ+f35/q+mzXPb6ofrgK8qqKzHyzvAuzjKusnTaJNS9WmmKd8XBu8jZg/+hrh2jtSd/94eSSPq0gJCjy4w4G5o4uJDtWp4RWAQnTQ+0GGyMXeKJuok4Hxv4+//zzeEjLHY899liredS/dNCFtgTOdwhTnv67detW/dtlASvsCh0zT/VVUVGxN+5fDSc1jSXWGms9DcFvG2LdPr86tynq44asE8vy8vZ6cEE6/PAlmRYsCAlMW/1xDyfbQIaanu1DMq8pJT8h60u2u065wbJYxxM6JbQoy5Yty6JOzEF4ub4JOogdO3ZUuNcpEfnyyy/V5MmTV7dv3/7esCueqO1p2J2OhnRmBKE1gVFAXDjbvHmznv6LaY3wyW+gPhBiZPqdqzB2h8N6lJSU7AnByuINIY4np71AvrmMH2bZaPFbrinW2VLEeg67loOPzQvkYSo92nSyI4cMGTIM7lCuIAiJRFu/GnUFGSo3hIeSjSFz8TYZyt2uU27yyPqEokJLs27dumHUmO2GziCD0QsI2ESdDowODEZXd+zY8e8nnnhiS9jd0tDXoHscuhOBaChZRzx2vAQB2OdqQ+Cpvpj+i6f/4l56mf7rDx0fqh4CVRDDMHMGo21c3F4Madv8MMtEKttUxPq5fsv5nW/xkheNn/d1jz32yBw3btxhV199tfcHCoLQapHpEyE+JttIhhFUjL7ODRtqwj+GfRiRxZRgzn+eDPmwqWRvkGEU9lwylEU5gBFXLgcz12F+htCIlJWVHYJ38rkabjykIRGZMmWK+uijTxZR+K+wq8Wg4252GhDX5tURkY57dMixanoa6xhjPTi/8XqadevW6Xeqol6CT/AGx4ifP0BxjU5YDB48uEv37j16pKSkOL8wLAbz+z551VyW034ELdcaaG31CbbX3GY8UXvEiBFq/PjxSYMGDWpdOyMIQiCkxQzxe7KOZBCQAHE8Jh9Dca5RVeR3IsOo6pNkEKr/JFsUTiNvGhnEKQTscWSoRJGHz8L04UifITSAioqKMZgqZII0XmeTn58f9iQWjz32mCrqUrDtD78+94yRw3rjvXTtQjktht1x8OxIcAck1o5TrMuBlli2ufeVO9aNsa+xdNIb43NjoSHLNgY8/RdTf3GvKuogEaqRsc4xnaDv0vllLl26tN3RRx+Ttdtuu+np1V7nZ2OJS3s9jbXeeMXvNxTr7yuadSLNxmkT/MY6deqkjjjiCJWbm19x2mmnJfYXIghtlLbect5GhsoNohLTgjH1l/kd2epQ1MldZHi/5Us65YbveX2LjD8H04YhdEGkzxBiYMWKFR2p4zLKfp0NRjjat2+/S4OXCEybNk199tln6tJf/HrvE0+74Nk//uXGaY8/8sCsu267/qO/X/mrOy8598Sf7Tu489De+aqAirfUAdAdCVcHT0ZYE5eGfK+t9Zzg8xnTfzGqKtN/GwQdNu8DR8d468EHH7LjkksuVWlpqfoCAdcx0YjJSGWR77feaD6rLdDQcx3LR1oHLlB06NBBnXfeeWrkyH3Uhg1rwzmCICQabV2w8j2ssKYa5cRU4xFk/Dn9yESkNiGrVq0alZmZ2dEcYUXDh/tXE3U68AMPPKAwwoD7c0tKy1WnzkWq38BBPUcdeOi4o4496/en/ewXT/39hvunjxh39JtUvLmfOIWenDa7w8chvh/p8AmtHZzHGPFBXYP7VPFgJZzXMqoaHYZYoSAUCWPGmXXZ2dnrjjvu+JrRY8ZowYq633ydmQm+D9tcBCnDRMoXGhccb54xNXbsWHXwwQdrn9d3LghC60da0cajmGwxWXcyftowphhj6u84nRKahdLS0kPRabRBv6dLly7hVOKwdu1a9fbbb+spUaGHjlSrivJytWPHdrV1yxa1bRudmkkpKi+/k1q6dO1KWqT+o5ObDvTiuCen4+hUcOeOQ4Dvpn6/VBBaFxCl+P1h+i9GVTHDA/WQnNexQ8dOHzyqK/AEYM8DScd6Ga4JXPHHK9QRhx+h8PwCHH+MwIXqxJCYQRjJgpaDRSobzbpgwOU3rSnWGQ8WZDux7xCquCiBkdXjjjtOHXPMMdpXUlKq1yEIQmIigrXxwPRgiAE8bXgJGR6shCnGuG+Vpx7D5LU3TQg1aknUmI02pwMDdFzwgvFEvH/1xRdf1I358OHD9dRDF3iNz8yZM9R3331rTntvMqifGeqBELRtfO7Xw9WRDxUVhNYDhCoMD37BxSNMA2afEDtcP6BO1xEfqNrYUllZrXr37q2u+sdV6re//a066KCD9AVKPD2YR13RDtjGfjNksYt4JEM5Xr/LkGca+1x55rrsvCAW7efFg2G7XGaWgVAFuBCBd66OHj1aXXTRRerkk0/WF4VWr16tl5HfnCAkLhEbAiEuySR7nOxusi/hEELMnz+//5IlS2ZSA5fJjRyAkMO72tDQJRqjRo1S/fv31500PIHUBe7dvf/++7c+8cQTuJCCmQBNTrijmUJhNoUY2u770EMP3dK1a9dh6Fji4gE6kwUFBeqNN95Q//jHP3QcoLPKHVY7zqErDjht5tuhV5xD0w+88uwydj4w00HzGU5Hk2+HrjjgtJlvh658YOa5/GbczufQlWf6guQztt8uEzSPQzYT28+iFNN/t23bpu+RZ59Zzo5zaPtjzePQ9geNB83j0I775ZlxOw2BAfGB2xgQB6izcRwxnXr27NmqX79+N40ZM+ZVysLF4C20HK5EVlNY78rWs8++9OQRRxz5s+Tk6qSCgnaquqZaLV+2XC1evFitXLlSbdy4Ea/7qv0cfH5yMrYn9ARn3iYz7kq7/Bzn9TJmHLjy7DLAaznX8sC1DuAqwyFfGDQvEJpxG7/y9nKu9fgtb2KXQ4jjm5aWpnJycvSoKi5CwJDG727FihX6AgMevPT9999fccopp9xJ+ylzgwUhwXDXdEK8cyTZe6GoupLs5lBUmDx58nnUWP0XoxwMGjzcSzZ48GA1aNCgsDcxwMOWMJJw7733qj59+ujOng06KWjwL7/88kkzZsxotunp1NlA/bKLYKUO6rBevXo1q2B15bviHLr8IGienW+GZj4w03acQ1cccNrMt0NXHHA6mnzGzLPzzdDMB155tt+OA06b+V5h0DyOA9tv5gHTj1EdiCt0mCGE0LHm2xDMcmaa4xza/ljzOLT9QeNB8zi04355ZtxO+wlWTKmGYO3fv/9NY8eOfYWO7ypaZjMVgWCtoXg9tfPMMy8+NX78EWeXl5ck5bfLIzGTpZKo3sd6sT5cVEAco3U22CzoI94+SoVFUvBb/bEszgGh8cGxxfcBA/gO8bvDbAY8eRu/O7QlhYWFaA9FsApCgsI1tND6gGjFKCueIvQJ2U/J1pC1aT799NMnqAE71xSsaNBwhX3MmDEJ99ClK664Qr355pvqkUce8ZwOjGlUCxcuVL/4xS/+Rp22G8PuJocFK1kOxbVgffjhh2/mEdZ27drVE6xXX3117ZRtdFK4A2nHOXTFAacj5bviHLr8IGgeG8Nxr7xo8xlOR8q344DT0eQzZp6db4ZmPnDl2fmc9soz873CoHkcB7bfzANIoy5BWFpaqmczQASxj8tz3E5znEPbH2seh7Y/aDxoHod23C/PjNtpHDuXYMWxNUZYb4RgpfKrKBvTR5yCFSOs48cf/rOyspKk3JxMlZGRrj8jheoXCB2Iyepq3AeJ+z913aTTLlC+rKxUrVy5nNbRPFNME1Xs4jtoCKHvKXTfKi4MoR3n0XJ8TxhVxcwptBuIi2AVhMSlYbWJ0NJAfT1HNoYMjTlE6wSyNgk1bpkffvjhbGrI+tj3sOL+MjygISMjI+xp/eB+pyFDhqhx48apc845R23dujWcUx8IwieffLLq/vvvP4iSzTaFnL4P1C9413A2xSFY+5GwvgmCFSOsIlhDmOmg+QynI+XbccDpaPIZM8/ON0MzH7jy7HxOe+WZ+V5h0DyOA9tv5gGcq/jN4XcGUYUOMwyY5e3l7TiHtj/WPA5tf9B40DwO7bhfnhm305EE6w8//KAGDhx4w+jRoyFY8WR9T8H63HOvPnHYYYeeUytY09NUNYkdCB4UhDgN3Q8J8cMP7nFrGrQRS5cuoTrzUfp+5aFZLQ0LVrTpODfwLApMCcbFZximCYtgFYTER2rixOAvZDeFonp68DVku84NTXA+/fTTUSUlJV+hY4JOBncm0cnElNgjj8SgdOLwxRdfqPHjx6sHH3xQkQjUDboNjgMe/X/FFVf8+PXXX+9DLvcwbCMTFqswc4QVgvVGEay75kWbz3A6Ur4dB5yOJp8x8+x8MzTzgSvPzue0V56Z7xUGzeM4sP2cRj0C4YNZG7jwhQ6016iqGffK49D2x5rHoe0PGg+ax6Ed98sz43Y6iGDt37//DWPHjjXvYa2gMGrBCnFaUYEHJOGBPni4kb9gXbRoobrnnttFsMYJ5neANoLvY4Xh+QwiWAUh8ZFHqiUGEKn7k+HpxBCvk8j2IGtTUEfnEHQkIVDRAUKIDhDuYcJV2EQDTwfu2bOngvhziVWApwMvW7ZMTZ8+fQolm0WsCkIigE4yxCoEFO6XwxRgCCDUMUKzAoGqCadjBqsIZsn6YppYfBh+czD8Hvk7EgShbSGCNXHAVE88AfZ5sv3IviA7n6zNQB3LMRCnLFYRYrQVD9zA1ddEAvv37rvv6qceo0H3AvevfvvttxC0H4ZdLYkeFUGn36a1d0CkA5VYoHOMugMPdcFoH35v8Mn33LyEZ8nIQRcEQWjjiGBNLPg+1gvI+NU3sNCjVxOYzz//vAOJ1X3x4CFzhBUjjxhlTbQRVojQ5cuXq/3339/5ZGAG+/7NN99spOjkkKdFgEKtJ1ZdohU09Op5rMu2xGeC1rYslmvIsrHSXMvyCA7uU8W7HTEFmH1C84JjTvUXBUlJVF/wFyBfhCAIQhtEBGti8l8yjLbOIcMoK0Zb9yZjcL8rBG3CQJ3LURR0gniDUGXRitFV3L+al5cXKpggvP322/qBE3jaLvbRBfYbne6ZM2dOpSSestnc2KqU+p1uoerljwYRFcGQ47QrOCYYQcVvCdN/N23apM9J+ISWwxSrHAqCIAhtDxGsiQvEKkTrA2S4nxWi9fdkELC4z/UXZAnDjh07xqGDCZFqGkZcIVYTreM5YcIEdcABB+gpv17gYUvTp0/HaNHHYVezgX5mOEpfi1ajbIIQV6BuwEwEvC4DYhWiVab/tiw49nL8BUEQBEYEa2KDuaK/JDspHL+TDFOEwZ/JEmKUFVfey8rKDjGnA5uCNdHuX50/f76aO3eung7sNboK0OH7/PPP8VRNvKdXEAQDTPWF4em/a9asUdu2bdO/mfB9k0ILwUI1dJ2rDvLLRS9BEIQ2irTMbYPXyTDaat7siHe4JsQo61NPPbUbCdaheJonC1VTuHbu3DlcMjHA6CpGVvv37+8pWPEgJjwwZsaMGXMpOTPkbXFqh0xk9ERoKXDuYQQV97dDqOJ3ggcsyfTf+ABClcUqhfoVNmGxKgiCILRRRLC2HX5HZo+oJsQo69atW/dPTk7OQgfUFKtIQ7glmmDF04GHDx+u32OKqYwuIGjxHkPqjH9GSe9h2GaAOptQp1qhhqKC0DJg9BRiaPPmzfr+btzzDp+cl/ELRGs4GrdgE8UaZoIgCH6IYG0b4CnBGFHFq29M4Ls6FG29UKfzUBaqLFYRYsQ1NzdXW6KAh8FMmzZNHXjggXpUyAs8cOnLL/XXPVE7mhnqgLACMJWA1q4NFQcNWb6llo2VtrSvTQn2ByOouEUAQhXvVAUy/Td+CYsY/KFoCDhaGlwk5AuimOGCix4wtDfxYrxNfuZarqWMtwnHky88e12MFQShbSKtdduAX3ezPxl6opgejPQ1ZHggU3ONsqbk5+fvFo43Ci+++GI6NXKHoNFDI2caOqeFhYXhkonBV199pfdryJAhuoF3gU44OuTffPPNOkriYVstBasehGwtRmsSfy3ZN2+pfW2qz4VQxcWddevW6Ycq4WKWjKoK0YBzFOeNKfZYXMGQh3Osqcxu29hcZWF++UGXtc1VtrEMx4+PJV8EYDGLPBGvgiCIYG2bfE/2PNk/yfiBTE1C+/bt87Ozsw/Pzc29nWwaNU4zc3JyppL9Mysra18q0qAbx5YtWzaEGrR+aODQsLGhgUXjh1e/JBJ4nQ1eZYNpzthHF3g68Jw5c9TKlSvxOpu1IW/8ECcDJUKCA1HKF29WrVql36kK8SqjqvGPVUfoKwtJLXSFAYKKRwHRpiBtgs1q6k3jzzCNL7q4/Gyx5rv8TYn9Gfj+IVLRlrN4RVwQhLaLtNxCo9OuXbv+eXl5F5I9T6JqFnUS36fG6A9kQyg7lxrEkWRXk/9LErMzyO4kAXsY5WXrFUQBdUIPoXUloTFDR4KvBrOYSyTBiv2bNGmS2m+//XwfEJOenq5HYolmf51NBKgfEuqIimgVmgp0fPH7wEgNhCpeV4Pzze83I8QXLF4gngClW0CsJtWKVW5PWmQzCHwuG44JzPT5+f0smnW1BPy5+B74orQgCG0TEaxCg+natWt2QUHBISRQryWxOoVcs6iheZTsDIr30IUM0HlkwUKN4l5kv6eyE0m0ziJ7JCsr62TKCvQuGupMjMFVb3QoeGSVr8qSEE6oKcE//vijWrp0qRo5cqTujLtAA79jxw41depUtOwfhbwtBqtShNpsocpp85wQhFiBKMV5hCf/4l5V/E7g446v0HrAd1ZdXU1BUhJ9p9rgDuU2D2hLMNLX3OcPPo/NJShtC1LGz1zL+21Hc4PPxO8a34e0E4LQNhHBKsREhw4derRv3/5MEqqPkkDCa1M+pY7hVdSwHEDxDF2IsBs3rwYv3Aj1Ift5WlraK506dfqhR48eR8Lpxc0335xPHdJ9eboQC1YYv38VT8tNFDC6mpeXp3bbbTdPwYr9XbhwoVq0aNFsSsJaGu5dINylp8HngnRChIaAzjQM035XrlyJJ4frcws+ofVC3yEL1Rahue+dxDlrm5fftCBlvIxx5ZnmVUYQBKE5kNZcCEpax44dR5JI/TPZR9SQQww9Rw3WhdQp7AvBwaLDbsRcDRuneRm8fgb3XkKQ4am+JFo7U+fzxuzs7GfI/4uMjIx+uqDBmjVrRtLyXSDeWKiyaIWI7dmzZ7hkYvDBBx+owYMH62PEx80GgnXq1KnI/4SS7ptcmwH6fms3kLYlohq1i9jnSzS0xLJYriGfGyv8mQEO8S60xHECjXmcsC6MoGKWBR6oBMP0QZn+2/ppzPMkNqL/TcUK9tU0l8/PzNHPaI0v9rjyorHmoDk/SxCE+EIEq+BJ165dO5FIPZ4E6r0FBQXfk0idSo3FzZQ1jiwPnWTuKNuNiKthsdMQqZi2CwGWk5Oj0+h4YpRk27ZtEJ7DqeN5Ftn9lDeTyk7Kz8//v+HDhw/F8uQ/BKE5uspxbBdGIhMFHI9vvvlGHXDAAZ5X/XF8Id6/+EI/GPhD7RQCY5+fzUVLfW6sNGR7G3NZ7mTjoUoYVcVUeAjV1nY8BTdG26Ij4bDZVGQM14CiBueqaS6f7Tfjpg/Y/iDGuPLYzHyvuOlrKpp6/YIgxC8iWIV6dO7ceUinTp1+26FDh7dI/PxIrjeoY3gZ2V7INwWq3Xiwz/RzHMshjveDskhFiE4n7jctLi7WQhWC1bxnyPi8LLIxZP+qqqqaNmTIkP/NmjXrvPXr1+sRFYDlEIdow7oTaYQVIhSi1e91NnjYEu5xnTdvHp4MrJ+6FEfgC609Mfj7ZfA983ctCH7g3IEwxSwKCFXcrwrgExILqhN0pUDfeYtUDvh4u64C8DXU+IKLGdo+02+aXx7MLw+mlw+HzjzDHylulrd9qPFDYeymlw9jxgVBaFuIYG3j4LUzJFLHk93asWPH70jw4ZU3d1Ojcyw1Dp1MIYHGwm4wXD4T5EFIYQQVlpGRoYUlOpsQqLjXFCOjXNY2m/C2JJPwPXDNmjW9Zs+erR9GtGTJEj3SAsELQYfRVYjiROG9995TvXr10k89xgiyC0yp/u6775APsbo+5G1x6Gus/SKNaH34HBMEPyBKcVEKF6rkoUptAqoaQoTTzQY+0v5YnGdoY3DxEBdZozJq79DmYSbArlZSGy8psfPCtr1+Gm2nM03lSoz1uQz5JShHy2jTvlBeqfaF0jCktc8RR7laXzhulivV27GdwtisBH0EWh9/D/I7F4S2i/z62yCFhYX9SJCOJuF4ODUEB1Ij0AMNARoFr+mmdsMNTJ8ZxxVWdCIxxZfXC1EK49HQSLg+D9uGdUKM1ruKS6A8PhP3cCI89NBD1S9/+UtFIlznt2awbyNGjFBDhw5Vv/jFL/QDZVyQQK/54x//mPTVV19dRsn/hLwtA20z1y2pZDmU7kJh30ceeeSmrl27DoP4bteunf4+CwoK1Isvvqiuu+662u+Lv1dgfs92nEMvP4dmPnDl2fmcDpLnymdfpDxXvivOoSsOOG3m22E0+cBMB81nOB0p3xXnkOMsStHx37x5s65LcO4ALsdlXXG/PK+4mebQ9vvFvfI4tP2x5nFo+4PGg+ZxaMf98sy4ncZ32KNHD9WtW7fai5Z8MRMXJH744QfVv3//G8aOHfsKZa0i20LLVZDt0kg999yrTxx22KHnlJWVJOXmZKqM9DRVTfUm6k60JFVVeKcn2iC8+qxKx+FzgYuqixcvUvfcc8cus1mwnXjyfGGHjnr9AG1ReflOLRR3IbTLVCGScbyWXRxh6hdGTNem7KYQhxL7FoqEAoS6COKhJBevh53WhJetJZwIHb0wtWVCkdocxMOf6czjlD5e4YK15S2oTFZ2jj6mOL76PKmoUEsWzVd51F7gu0Eb0aVLF/0ucoTt27dX+fn5+iGL06ZNu+KUU06503WOCILQuvGqNoTEIotEwci0tLTDqCI/lBq6EdQgZOrGPGw2Lh8w/RxHowJDB5KFJDoeaNxh5jLIC/p5tg9pfEbv3r1rPwchx9kAOj0YYYXIO/jgg9WBBx6oO0etETz1F4L1hhtu0PuDK+I2mGq9adMmdd5555XRvv+EXC36hGD6rvBFwDBPkwVrPxKsN4pgrZ/nynfFOXTFAafNfDuMJh+Y6aD5DKcj5bviHOK3DbGKkVS8TxW/axavZjlX2oz75XnFzTSHtt8v7pXHoe2PNY9D2x80HjSPQzvul2fG7TTaBi/Bum7dOoXZMy7BSmENhfUah+YSrNuLt6vjjj9OxxcvXqzrXWxvJi0zeNBglZoWuohSi92s4RDU89XKuToi5VvofPpjlgv56pYNNaXhNP0J+SkdLlAb1vqMPPqH/zpOTvaHc3Qelwml9V8dIhZK8XLmMghDuRo6J2ro+18wZ7bKyMwIXZAiXwX99mfNmKHad+ygL0hDoIpgFYS2R6gFERKOyy+/vPv69esPXr169eEUHrJly5Z+6PR5jaACNEYuTL8ZR8cRhk4l/Fg3RlBhXusycZXxWg5+GBoxe4TVFK0cYruwHRB32G+Io0GDBumHFkHAUkcovOb45+GHH1ZXXnml+u9//6v3C2AfTdBgv/322+rGG2/8lpKjyFq0wabvChsI20WwFhUVDcNFBxas6HA8//zz6vrrr28WwcohMPNcflfcDs18YPtcoSsOvPK8fBwHnDbz7TCafGCmg+YznI6U74oDnBuoUzCjANP9+fdvl+Nl7bQZ98vziptpDm2/X9wrj0PbH2seh7Y/aDxoHod23C/PjNvpKATrq1ReC1aycrKWE6zbt6ujjz5an4+4kJieka42rF2vfv2bX6the+/t276a6I2nP3rrwgkdAPaHoV2ojehatS6rdv9CRn+pAPt0ebjwLxzq/2G/9oTT4VQorv+Hy9AfBNX10lYZ7Q7FzeX1f11eFwg1SDptlA3lapDMy2unJk2coKb+bxIJ1E66DKZgr1i2THUsLNSCFRc4RbAKQtsj1IIICcOkSZNOXbJkyaUrVqwYtW3btnaYPmcaGlp0CLiDgI6Di1BjEoLjKGuKQ4AGGuvSDZNRzlzexOUPWhZpCDYWrOa2sNk+xLEMthPiFfuOBzL17dtXi9eDDjpIP8gIZeOVE044QY+e/vOf/9RTIrE/5r4CarBr/v73vyd9/PHHt1PyCu1sQei7wgGFQbBmU7qIwr4kvmunBKOTEatgdeWzzxW68oGZ5/KbcTufQ1ee6fPKt+PAlRcpn+F0NPl2GE0+MNNB8xlXHhvOa/xeMaqKDivOefN3zctwaPujyfOKm2kObb9f3CuPQ9sfax6Htj9oPGgeh3bcL8+M22m0G35TgiFY+/Xrd+O4ceNepayVZHEiWI9R23dsV4sXLdIjrDvDz0ygnVKVVZVU6YX2syVxbkFwZ7A9iFgo8lrsEql0PLdtK8Yr61RWVugd6vj9L164SHXsTIKVvhsRrILQNpGHLiUQb7/99p4kUl/q2bPnYXvuuWc7jCJSg69HEwcMGKB23313tccee+gptR06dKgdwbCFoQk6FiiHByehcUanEcugEcHIJT8AiDshMFea8fNFU5aFGsM+szzHsX/IwxRhdI7Q4OHpohixxD2hZ555prr99tvVl19+qTtL8QRGl/Be1X322Ucfb3TscMw5hGE/N2zYUEONNRaZqBeMD8wTC3HqQ7rPNb9zUGg78MUljLDhoUo4v/kCjdD2oO9df/FUPyTB4EK6OfCuk2pUCrUnOC9hKFdJAhgX2zp26Kjb1pa29i5r77L2TisIYgX1rf0uVqDbWoS7WPuQFZDlhw1xlE9JwYXY0CwpbcnhWUX0LzlJuqyC0FaRX38C8f333+82b948NX/+fC1ounbtqgXqXnvtpcXqwIEDtXhFfNiwYdow0oURR7NTiBAiFQKVp+Bhei0LJMThgwg0hSN8bCZ+viB+02fm2WkT28fluBOCJxbj+OAKLZ74+Prrr6s//vGP6uyzz1bXXnstRqq1v6XB62wwKo7vDFf3TaHKcXxH9N0nb968GdPmvgwt2bLQsebeHh1yfdB9FSl/L0LbhOsSXKBZvny5Du36RWhbcB1OdcOuFXwz4GhWwqDtC434J1O7iTCb2hNcEM3NzW2zluMwL39OTp3lhg1xHMOszKza337oGIe+CNKwOPSCILRRpDeQQMyePTsFr3iZM2eOnk6Fe2wwhRT3CkKoQrxCpI4dO1ZPMz399NPVSSedpEaNGqWvDpujrRClLIgQwo8OBBoQ7kgwdhrA5yrn57fx85vY5TgNM7fXDGHYJ+wz7ouBcO3evbv2ffbZZ+rqq69W55xzjvr73/+u7w1duxavNm1+JkyYoEeFcdUc09PwXdhG21wzZcoUFMcf9yOEBSEOwe8QF1wwY2PVqlV6KiB+k7iAJrRduK6OVzAKyCOA2Nbs7KxdBJxYbJZB7TFGUvn4cl3A740VBKFtIoI1gSCxmgzBilFW2Ny5c/WrASBgMb0OVy/xtNnRo0fr+zchYDHCisf0434QGMQR7gXBfTxeoNGwGw72efltYi1rhl7i2c/nFYdQhWFUGccD06bxXtPvv/9e3XnnnernP/+5uuKKK9RLL72k3/naHKDj/tFHH6m9995bb5s5sgpDHGU2btxYg/evEvE0HdgXPu5C24U7orhPdcWKFfodkDyjQ2jboL5j6HzQiXDY4lMxcHry6B+mBiNEWwGxxe8bF4vN0EfJzMwgcRqaEhw6znXPbBAEoe0iNUACsXLlyhSIKQhVGE8P5pAfYIIRRTyACQ0CpgkffvjherT12GOP1aOtPIW4Z8+etQ/GYUFngkaEzcTPF8Tv8gHT75XHIG42cJxvGvtRjtMA+4kRZhwf3M8DUQ8Rj9cYPProo+o3v/mNfsfrE088oY9tUzFjxgy1YMECNXjwYN2ZN0dVWbhiG3/88cek9evX4+kgn4aWjC/o2OLgajOPcxCiLc/Euhxoa8s2N9hW1Cl4qBKm/27YsEH/5ljACgIItzkaOmdaQKh6/6ZCQio0CojzGYIVU13t0UKx6C0jwxphxT2sdIxxvOlUCH8DgiC0NUSwJhBUmSdDaOHeS4xYQKRidBXiFcKHhSts0aJFWrQWFRXpJ+ZCnOLBTGwQshiBhSEfo44QuuHP0aEJGm2708w+L79N0LJeaYS2+ETcNMaMm9h+7CuOKYB4x3HCva+4xw6jrf/3f/+nLr30UnXffffp0ViMeDYWb775pr7qjOnK6NyzUGWxihDb++2332KjZ5A1nXqOHfOA0ubu+n2CoL54BedJQ7a3rSyLDiiOFabY48Fn/ATghmyHkJjgPKH6PC4VCgtWGMCFzU4d4+OBS63Z0M/Ib9dO4dnO5jFOpvpB6ghBaNtIDZBAUGV/GlXqL7Kg5BDTXPFgJYwSYqor7mdFhxH5++23ny4DYYSrm/DhvleMxkLQ8jsQOcTrVSCIWUChEXE1JPzZNi5/0LJIY2SmT58+tZ/LDZqdhgHOs33s5zy/kONsnObpi7i3FMcKAhLiEu97xVN9hw8fro9rrOC7wdTss846S4+wcsfe3BbKr/rHP/6RsmLFiptokb+Glmx56LvikwJv0q/3HlZ+rY35HtbnnntO3XDDDfVeawNjOM5+O8/0BclnzDw73wzNfGDnAXwfjOk348CVZ+dz6MqLNp/hdDT5dhhNPuA0n6+oWzCiit8K6iUuy+XYTJ8Zt30c2v5o8rziZppD2+8X98rj0PbHmseh7Q8aD5rHoR33yzPjdhrth99rbXA7C7VV+j2slKVfa0PL4bH0Tf5aG1zQvfde92ttjjnmGF1vYcYNnp5fvK2YxFZ7XeeX03ltEtrjAKAg75G9kN081uZTxMxzfZi9bC1WhmPZWtcunx/KCblrqJzrg+uDEq5NCa8qTJKuEz7+6GNVUV2lcsNt586dZWrm9BmqqHs3vRK0G2hn5bU2gtC2iFzTCK0GqrzPpAb6OTTSJpxGJ4FfvA0BBD/uZdWPsScfX+VkIYGOA0QqxKspWtkg0tCAY5QE6zI77Cb29jAuv19ZGBo0fg8r9gfGnWGOu/xmnunjtF9Z02/6TD+2C4ISHRwcJxxf3I8D8Tpy5Eh9HyqObVAwCo77jc877zz9aiJ08O3PxTS0ZcuWVZPQw4EfS/aJXjgOoO8KdQsM8zwDCdYbb7yx9hjxcWU4zn47z/QFyWfMPDvfDM18YOcBfC+M6TfjwJVn53Poyos2n+F0NPl2GE0+wDHB7wJ1BIQqfhfmOexa1vaZcdvHoe2PJs8rbqY5tP1+ca88Dm1/rHkc2v6g8aB5HNpxvzwzbqf9BCtea4QHB7JgpfJ4AnqzvYfVW7AWk2A9joRqmhasoGu3rqp3z1763LYJbSS2Q0fCjtA2hWJ1f2rLGPkc8SpX+ze8nybYdx3qvyHg4pKh7HCK/aH/Rsj5doj/9I8T+FvPF3LURcPxcJnw/5CjliSdl5ebp4o3rVWlJSW67sDr3GZ8/z0d5276OxXBKghtk1ALIiQEVIGfRQ3DM2gc0CFwgQ4B8tAQIA7xh1EtVPgwCFcWr2gIIIrQmcCoKgtXW7zySCwad54S6/X53IiauHzA9iMNgYNtNkcbEZpxOzTz7fKusrGUM/3YRghYiEwcG3Rk0AmCSNt33331fcJobP2444471D//+U/1l7/8JeypGxmGAXxPmDb81ltvLaPkYLJinREH0HeFEwBmCta+JFhvKioqGoaRfhlhrYvb+Ry68qLNZzgdTb4dRpPPvwnUEZiZgboB3zewy5pp22fGbR+Htj+aPK+4mebQ9vvFvfI4tP2x5nFo+4PGg+ZxaMf98sy4nQ4iWAcOHHjD6NGjW0Sw3nffnbpNM9shzBA47rjjdBk8LyKNzucq2uY99txTdaQ2k9s/htusFLKdWFfYb0bq7YhO1PlwxHbN56Aux9jEMOQwfIgapev+hp3uuLFt4eMYguJ1CS7Kf4y8cLouSgFFQv/D1MUAHrC0ZeMGtWbNSn3vKs6TnWU71ffTpqkuXYv08RTBKghtk1ALIiQE1Nk/hzqJT5oNLEClb4MGF9N60ZhiujAqfFT8XPlDDLEPIgKjhVgPlkHnE0KMBSsMgpV9/L5Q4PpsYG8j4/KzDyG2F/fUsjhAyB1jDiPFvdLR+oOUg7CGeMV9sHyMkEZHDQ9TgnjF/thgOjCWOfXUU3UHzv4cWFZWVvVdd92VvHjx4udokbNCS8YH9F3xFw+Fkk1pLVgffvjhm3mEFeeXCNZQ3M7n0JUXbT7D6Wjy7TBIPo4DznvUFRhVxfmLNJ+/ZllX2vaZcdvHoe2PJs8rbqY5tP1+ca88Dm1/rHkc2v6g8aB5HNpxvzwzbqf9BCumBEOw9uvX78Zx48a9SvXHKlpmMxXBnNtqitdrKJpKsGJ0D/UwbzsLVlzIXbp0ae0FGMwg4GcdmCB/5fIVagPtz15DBuvfALbJJLRmYtdIo+O75gCZUW2ZR+H67vopfFsQqqnURuI44VU2O+l8ICGqOpM4hU8EqyC0Tep6WEKrhyrzZLsxBPC5/AAdBDTCeAciHszED2nCA5pg/GochLjqDbGFBw/hYUx77rmnfpowHtCEBzUhDj+msKIhQaMOXJ+PDgB3Akxc/oaU5ThCl6AwywLb5xX3wyyH/cZIK0I0rPwQK3SEJk6cqN/3+uc//1k988wzuoMGcKzRQGM6MTpv6MxhHTCOg5UrV9bgKavEB9rRCvA6D4MeW5tYlwMNWbaheB0HP1rDvkKYYt9QV+DcxAgVOu0teayF1gudN0l0PumTh8PmwvuUDc1QMg1tnf20Wzy/ABd+cZ/rju3FWlDh4vAu5dhy2NyvfGkMy/azbD/L1vuY6WFZyLcsMzOLPhNP/c2ithcXrEKWVM+S6xny8R5WHFO016nh44tjLghC20YEa2Kh3wuBDqOrQ2z6zXwWcuhc4so27s2BaGLhivspEcc7XiGqcGUZggujYRCreA0OhJgpXGGI4wo6T/10bRc6smwmXj57lIZDU4wy9vIgyPJIm8vaaeBVhn1mHoN9h9jElXh0VHB8MMqKiwBTpkxRt956q7ryyivVNddco/NxBRkXE3D1HkLVNGzvnDlzkileSquOu9fZ0P7zF027rb90NicoEioWHNcxDkosy/L2Nffngpb4TBB0WZTDbxyzK1A/4PYB+Fy/S0EIQkPO28Zh13ofwIXzOpJBaOGC4z6jRqlLL/sV1R/VznKtweiXrJKqslRVZRK1YbhoGrLqylSVVJ1V+1s3De0abofZunmTykzPUJkZESw9U6VTHbJmzZra2wd4Xbi7taXPBkEQWhbpTSQQ1KGu932yCAgqBNDowCCIMH0VIyQQrPaoK9IYdYWQRccUV15xXymEK0ZdIVzZWMjiyb64wozpVsC1Tfz5Juyz/boRc/iB6UfIZRnOZ2PMOLDzTGNfkHW70oBHTHHlG8dn6NChWqjitTmXXHKJFqyYio3PgGhF5wcXCrAMLVtN3wFW9B1Z6OkfrRycE3xshNYDOuboYGKWBl6nhfMaPvkuhViJl3PH3o5QGvV+/RFWL8Po6rr1a6mtXEC/kfD9rI5y8WwQq3kdMtXuh2xThxzTRx13yhHq+FOOVseefKja76gOqu+o7SozO0cfG3M5CNZt1I845dRT1fk/v0Cde955/nb+ueqXv7pMHbD//mrjho16eV4XjrkgCG0bEawJBFXsmD7lFKkuv8sH0PBwQw2RhFfg4J4ec9SV3+uKEVeMvOKdihg5xFRgjK5CvPIoqyle8UodCDIIM3yG3+fzNjAuv5m246aY5DwzzbjiXNbMAy6/ywdMv8tM0OFHRx8dHEy57t69u26w8V46jFIjjQdhwYeyS5YsqV64cCEWfVevoHVQu9P2/gPsl9B6wO8LnUlc3MKoKkKk4ReEhmC2C1RX6IcswZClnc2Eq56CKyWl/miin6WnpesLtfzbaHWmMlS7whpVsMdUVbTnctV7yCayzaonhZ33XED+6SorO53KWcvR/qampoXaLH0Pcei2Fj+rrqmufV4GHy9MFRYEQZCaIIEgwegcYbWBDw2CmedVFuVgaEzwwKBly5ZpoQqRCvGKUVYYTxeGiMIThdHo4F5W3IfJo67mfa5I40mxEGEQaZE+34R9Xn4T02fn2XBZs5zps/26MTV8wFXOhNNczpXP4hXHgx/kgVFsjLjimGE0m4RsMl6VQ8fyG10gjqF9wk7qHbX3V2idYKQI5yguVGFkFecpOpiC0JhQHagJJ5sdV/0MUPfjfG8LlpxarapL89SOpSPU3Fkb1edfTVZTvvpEfTn1C7XkxypVvnIEfVGpVK7+McH9p3iC8tKly1RZSYkq2bHD10p3lKhi6jssWbpU38eKY83rklZDEAQRrAkEtev6oUtsjOmDcaNr+hiXD2AZGMQU7ktZvXq1Fqc8XRiiFUIWcQhX+FEGy2B0EKIVo64sXHnEFQIWwraoqEg/2AHgM7w+34Wdx0LS9LmW5TKusqYYNUOznInt9ypn4rcM4mYaxwSiAMcFYoGOWzIe1nTVVVc9+txzzz37wgsvnPXee+91DRdvcWg7eePNnaRd8j6GMsIa//DvAk8Kx6gq7rHG+ej1nQpCrITbAPyhaAg4mhPzvK6Lh9qHtmJp6Slq28YStXzqbmrFV/3Usq92I+utllO44qvd1fJvC9XO0h16JNVcrrq6Su3Wp4+aPnuueu3tCerd9z/2tXc++Ei9+Opbav3Gbapbt1BTxuuig6+PuyAIbRcRrIlFvSEOtO+uNt7l9/PZfjTcMNxPiXtY+SFNEKk84sqjsBCveF8dXnGBp+RCrGLUFWLVnC4M4YoQrzvBkxXRCfb7bO48mKFu2MKY5bgM4HJ2nuln7HzGjJtweTvf9tlxuzzjtQyOCe5pxTElkdeDjtVPyZ7Ztm3bzJdffvl14uKJEyfu+q6c5oc3GiGbE9d3zXgdnyA0ZNm2RKTjhHz8JvGbx73tuBiFCwwY/RCExsarLmhucN6bvw1sV1pa6FVwmPWSld12LC2jWqVlKpWemVRraRl0PDKSVHYOngxcvzyeEpxL/r69uqkOBbmqQ/sIRmUKO+Wr3j2L9BTq2uNLof4OpCoXhDaNVAEJBAm931LFfnc4uQuo9NHgopOJBgFP9NTTbYwGmQnqA9y5QD7Wi6cCQ3RCoPL7XPmdrpgCDB/KofOL97ZC9Jrvc+U4piBjBAflePQN04cxIovPYmOhidCMe5UxfZHSdjxSebucGXK8MfyufAgKNO4IidLCwsLPp0+f/vqll156b/jY7UXf99bS0tKVSDcldE7gZIFB0eRQGu9h7ffII4/cyO9h5adH47x49tln1T/+8Q99vy7OJ94vwCFgv5kPzHTQfIbTkfLtOHDlmWkObR9gfzT5gOPR5DNmOmg+6gj8/vj9y1yHcL5dPlLajLvSts+M2z4ObX80eV5xM82h7feLe+VxaPtjzePQ9geNB83j0I775ZlxO42Hx3m9hxWvRcLFzv79+98wduzYV6j8asreQlZOxvez1tIU72H9z3/uolSNKinBg9hDo32lpSXqoIMOUZVVVWr1ypUxX7Cp3XiO4NDU2yOwiyOOCH2XtZjbH87iEtod7iPULUbnQDjmAucHFsEpg/Z/MX0f3Xp01+eHvIdVENomMsKaQFDjrL9P3UiHzcT0oUEAkcqafpcPYF28PrwaB50NjLpixBWG0VZz1BWGe2ExSoiHCmF0lV+NYz+kCWlMKUYjhc4BpsWi0YLQ4c+FsXjzg/PN5cy0C7sch+bncRnTbD9j+oL6TWHqB08ZRvnVq1dn/fvf9xx63XXX3pOenvoH6oQ9Qf7pdOxmUvxlsgsyMzN7hxdtLvSJY58/AD58r5H2UWg+8F3gd4ZbADD9F6+8ArF20gXBD1fbgrqMaMFKoX69m5mRqWbPmatWr9+ialIzVVVyeq1VJ2eo6pSwUR7ytaXBspSqtWyVnB62jBwyM06WmaNSYBm5FOZpS82Ctau1tGzT8mvD9Jw6SzPMldY+vaxpdeut+8zQ5/O2YLuwjdpc2x/eN1qJ3t8k7LNOU5gaMhyX2mOlj19G6DgmpalKsvKaFApTqVyW3pbCLkXOdkMQhLaD9A4TiPz8/D9Q43p7OFkPbnRR6aMTSmJFj16awoux00w0fu58oHOLz4LgxJVQvhoK41FYvM+VBSkEL0ZXMZrDI60wjLxidAeGK654yjCWxboZbIcp7sy06UfcTkfKc/nNPJffzPMKOW76o8lDiOOGV+OkpKTqCwMTJrynpvxvsirbWa7S0jDy6n6VEKV3kH1B0XfIPigvL5+tMxoBWi+fFBjuzaY0Rlj7PvTQQzd369ZNj7DiHOAR1meeeUb97W9/06/3YeEKAxwC9pv5wEwHzWc4HSnfjgNXnpnm0PYB9keTDzgeTT5jpv3ycU7he4BIxe+PfWZ5jkebNuOutO0z47aPQ9sfTZ5X3ExzaPv94l55HNr+WPM4tP1B40HzOLTjfnlm3E7bI6yon3DO8fvAMcLar1+/G8eNG/cq5a2iZTbT4hVk1RSvV5k11Qgr6liM+NoX0xBLSq7bL/2P0jpPl6P6GaH+jz/6byhPJ0PL4D+2keOhZevnmz44ECAP+xXKqvPVUhs1fLWED50ZhI8TUhTVS/GxC/nCMfgQ1//r+3g7a6rJT9GQXxfQcZ0XDvHdaH943WY+LPQKoBT6HqntonUlJSXX5skIqyC0TWSENbGoN8Jqwj7bj0bG9nuVdfmAy4/1orGHH/da4mXg5kOaeNQVcbzTFaOuuC8O4LU3GHXFg5r43laMtLIPr31BB4KfUIoODoQPjMHncwNqhiz6OG3mcRxw2svPeMUBp/38Zp5dzsSVBx+exoxpwDNmzFA33niD+vOf/0999NFH+rjjPisWqy5o+Rw6FoeRoYH/Pj09/Quyf9BxHEXZjTWMtusJ44Hr3BKaF5xT+B3hYhZmSeDCEYQq/2YEoSmx6zlK41Vt2slh8xESYTj3uW7iNF61AhFVa1Za/16oLOKhkDY9bNoXUmGh0Iq78tmn10Mhtobjpq8GcWM5gHy2EOE8StfWuLX5oVD77fJh432yfaFDRGnse9in10mmX00Tjut02Bcqs6uhzsErcUKvtAn1UQRBaNugNhASB7QetaCSZ3OB11Lg6jEaD0wnxRRdu6xrefYFKQt040SG9fPTRSFYzenCMH5IE65u4/5ajMDiva2YLmy+GgdThQcPHqzvZcU9rRDD/B5IdBTQ4ebPNC0SKKM7I+GyZqg7IGH81uWVB78rz/Zz3Ks8ji8ac1xlxlMZP//8c3X11Vera665Rk2dOlUfDz3aSo29/VV4rROQP432cT8Kr6H1f5WRkfE92W1k4yg79PjmKKD11H46bTPibJ7gIoTQcuC84gtBeLAS6gfzIpAgNCV23eRVVzU32A7XtjT29pnr47jXZ3htj+nVaauc7bPzbTjfbz275IVDP1zrM0Eaba6rPyEIQttEBGsCQZV7Cip4NhPTZzYOEKx4ENJ+++2n7yeFcDUfcsQEWS/jVRafC8NnQJBidJRHWXnUFYY4hCvCtWvX6k4zpo7xq3Ew0sojrhCuELAQcBDDGBXasGGD/mx+zL752QzHEZoileHytp8x/a6ynDbXbaZ5u4BdjrH92B+IeHw3H3zwgZ5Ce8cdd+hjlZ2dpadJY1owH3cshmVd63X5geEbTPZHso9IBP9A9gjZCZTugMzGhs8X1zbFKw3Z1njaT5xjEKt4fzJ+P5h2j7R5jgpCS0O/mfoNSjPh+h14/X5dfva58uw20g+/dZvA5/KbmGXMsn4+YMaDEml5l8/VHgqC0LaRHkliUe/7ZBFgYvvQMEAA4R6QESNGqFGjRukpt2gsIFwhLm381uvlN8G6uTHCZ+B+JYyqeglXGEZQMfUX97tCrJqvxuE0DPe04CEx6HhDEGOUyBSujLkNAHFuJF15ZggQN9dplnE1tnYaePnYGNxTBaGK/XrllVfUlVf+RT3yyCNq2bKlJFJzVB4JVUyj4uPsWofLB/x87KdwN7Kfk70O8Urb8zwd07Moy3u+8a5gZbUfxOs2cZ0rQXCtKyixLtsSnwkasr2uZXExCPcPrlixQhviMqoqxAtUH+gnAsPYFQ6bDVy88frdefkjYS4XKW5/hsvv5fMyhuOmzwtXGdtntkGxgmXt9loQBEFqhcQi2dXpt31oEMyGBYIVI54w3PeIUcv9999fT8eF2INQREfWxvVZwOVnn+3H58MgjDHCg6mILFYR8nRhTB/Gva7w4TU4eNhS79699YgrjKcLYxQW24+H+mCbIXRhuI8WHXHsDz6PP9slLr1wlec0mwvbb6a94oAfVoUR46eeekqPqL744ot6BAz3rubm5lGp0P1GWNZeHnj5bD/7vPwM7W8RBWfQOfMMhYhHghavXYGO1iXr47o4IjQNOG/REce5hItFmE4vo6pCPIG2gs5HCqxGo5kx6yxX3eVVn7nwKhvNOmxc22bH2RgzzrDPDm2i9TOufC+f1EOCINhIrZBY1D4oB2283c7bPghVNA4IMdKJe0wh7PDAFXReIQAPOOAAPXKJ+yJRBiOWXuv18tu4/NgObrwwTRlTgfGQJghXvtd1wYIFOuRX4/CIEEZVMdpqvhoH4ZAhQ/R9rhCpuC8PHXM88RT7ZgpXL3ibzG0DdtoLvzLmOsxyiOOiAab3Qrw//PDD6qqr/q7effddffwhYLOzc8Kld/0Mc70M+4KUBS4/dyDw/YdH3jdRcqd2OqDv11wB4jrt+jzGda4IjQ/Of/xucH7hN4QLBfAJQjyB+gBtUygaQmc0I/hI1FmxCCi/us4P13LRrIvLIrSXM9NmuYbSGOtgcKwbc32CICQGIlgTCOp46ntYTZBmM+E0GgYWrCxaEUK4YsQTnVmMVuIe17333ls/Qh6iBeXCnYl6eH2Wn98G2wTD5+C+VLyzFUKVnzCMEVdOY7owhCxGiDDq2Ldv39rpwhh1Ne9zRT7eEYvlEQIIV7Mzwp8NM3H5GNPP5Uxjv6sh5jQEAy4K4Im/2K97771XXXfddeqzzz7TeZiyjTxgHzPzcxj2eflN/Mo6hKpOE3jFhKdgDVN/hbum6+E6F4TGAccW3yXOJfymcPEGv2/MOjDPf0GIBzzaBd/6oylp6G+kBTd9FxprW4KsJ9rPQnm5eCYIggvpqSQWuqZHY89m4vKhgYAIMcUqQjZMB0bHFn6MZI4cOVLf51pUFHqRN/wQrva6OW36gMvv8gFsGzoK8OP+TdyT6vdqHPj51Tjdu3evHXWFcIVBuELM4uFSELhYHiNMEGN4ui43lNzI8uebaVcccNrM55DjgNPsw/ohpCEcvvvuO3XbbbfpBykhjpFW3LuakRF61ywfH3sdTCS/SaSy3EHjc8IxJRwjrOWhaONgf/9C44HzC98lLv7gd4TfrHQMhVYCVUlWRdWMmPVhvNZRLXh4GhWzvRUEQTARwZpY6HtYTZC2fWgQ2IcGAp1XCFMIE5excMVUYYy8YrRv+PDhetQV95FiHSjnEq7A5QN+ZW0/thmGz8E9rEuWLKk3XZhHXXm6MB66BJGLEWGIVfPpwohDvOLhUlgfRDDKY98w4hr0oTPYHrOBNUOOAzsNIBYwvRf7OXnyZPWvf/1LPfjgg3o/2rXLUx1ou7Et5rFwrYd9Xn6TSGXNPP7OIVTt7yIMRlh3vbHZH1qV+/sFrhF7E3u7E5nG2lecnzDcB41RVfyGcX63pWMptA486gU6VeudrM1+4mKbzHo+Flz1XWPS1Ot3EeQzo90uqZcEQfBCBGtioZUWGgm7oXD5uHGAUGBxCoNY8TLk4+FM6PjioUAQfrjPFWIQT7NFPkZs/bbBy2/j8mObYdhmbAPuTYXI41FXFq6IY7ow4pj+ixFUfkgTHsyE7TXvc0WHBCIYy2P0FZ16CEYbfDbK2rgaWpcP64RQhRh8//331c0336yeeeYZPepVUJCvXzGEV9NUh/eb99eEfV5+E5cP2H6OY7QZ9xAjdH0nBmvJKkJRT3gFCLX5rdMvz7UPQYl1WfsYRUNLbC8wl+VRVTx0DOcXjq+MqgrxDJ+/CMOmHXTuJsF0ZgvAF36iwa8+88O1XDTr4rIIzeU4beabYVBc5aNdB2Muh69a6idBELwQwZpAUOVf7/tEY2A3JJzmDgEaYXRqWaSwKHUZ5yGEYUQS4g7rwROFIVyHDh2qHxiEfBY9XtsRxAe8/OG+jBZ//Gocc7owC1eMuPKrcbD9mBKMUVe+1xXiFcIVQhbTcDFNGOvBOnF8IMTthhR+/nwOAeJ2GmAdmPqLhz699tpr6pZbblFvvPGGFt0YBcbUX/vVNCb2ehmX389n+3k/+PtE6DrWDnATsOeQKK2TV0Kr0ytkc4JtQLGAny34gO8U5ytmImD2AC4wyaiqEO/Y5yenqU6IixPXS0xFU2d5lW1IvcfLmuuw4/b67TRgnx0GJVL5SPmotwRBELyQGiKx0A9dshsG28figOMQlujcQkxB/LEghZmClcWqncYyuM8V00d79OihX4mzzz77qE6dOmlfEOFq+l0+4OXHPsDwWdgH+9U4MB6FhXhFHK/zgDjdbbfdap8ubN7nive9QrBC6GJ9GDXGiDI6/vz53KFiXGk8KAkPU1qzZo169tln1a233qo++ugjvb6OHTro0VaUwzpdy3v5GlrWFKqYOo3QPq4RWBUOG41IU4KFyJijqph9AGTUQhAajnmRkrHrzKB1qFkuUtxep5cf2Mt7GcNx0+eFq4zt4+MTZH02IlgFQfBDaojEorZnigaDjTHTHKKBYcMoK54gagpXHnVlY5Fqpk3hihFDhBCreEDTvvvuq7p166Y/D+V4G9hM/HxBymIf0OjBj9FCiER+SBPMni4MHzr1EEpdu3bVohWjrPywJoy64uFNGKFCeawL+2YLV8DHEGAbIIZRDqO+TzzxhLrrrrvU1KlTVUZGuj42GIWmBZz7wOth2BfE7/IB9nGnAN8XhCp/JzHQIMFqbx+IcTsEAt8rj6rKvapCIkHnsK4YwmGLVRJcd0ZbTzVWvea3HjMP8UifaZaxlzVDYMYZl8+LIOvCsZW6ShAEP0SwJhAkvHZ5rQ2Az+U3QWPBjQaEKzq+GIWE8INohbEwZZHqlWbhCqGHabB4Hc6BBx5Ye68oyvFommvbvLY3mrLYDxi2h1+NA6HKo64sXiFaWYxilBgPlMJ2YpQV4hWGac7wYVQU5fFEYoh63BeLqb74HGwD9g1CFEJh1qxZ+h2qeJDSzJkz9Uhq586dVVZWti5rjibytpqwz8tv4+WzjYUqvqMGjmjiHtZA0Odi47SFom68vkvBHx5VxT3YmM6OYyijqkJrJ1wf6AqB6o0WrxhQd/HvKrxtOh4UV3mzPjTzOW6HjOl3xQGnXcZ4xRn22SFw+YCddmGWwTHgiwGCIAheSC2RWOjvE40Bmwn70ECYedxocohGGXGIGog9GEQOj7aaApVFKpudxnIQr3jYEEYtDzroIC0CMfqIspjGC/y218tv4lWWG0OIMwhoPHwG722F8DTFK4+6IsTILJbB6CqLVoy6Yrow4rjnlPcLghWv+MErf/DZX3/9tbr//vv1g5QgIFAWeSiHbUAZbBObicsHgpZln+nnNL477D8uRjRQqAI8bCnoCKu5kbQpu263iV+eUB+co/it4gnAOKdlVFVIJMJ1OQVWpd5C4HcVVFj5bXKk3Qm6rFc5+E0z4bSd54qbPhOXHz673nGt04R9WE7qLEEQIiGCNbHwfK2Nyw+4oXA1GGic4WfhilFXc8TVFKm22X4IJTygCWC0EiOueDUOHjaEslgf8NteL1+QsoD3EduDTj5eZQOBCvFqjrryq3EgOLHduJ8Vr8OBYMUU5yOPPFIdc8wx+j5dCFKMtn777bfqvvvu0w9UwlOJ8bRfPNwJQt0WqiZ+voaUxXcHw3GFkMH3hhHiRmILGV5r4wntLzaIN4rj9TfSwN7+aGnI8i2xLJZryLI4r/Dd4hyVe1WFRIfqE0042SLg4/Ebc4lW5PHmmZtp+1x5+D375XuFwPSx2dh5Zhnb71WGQzvf9Lnwy2OCXgQQBKFtIzVFYqF7rNyI2I0Fp80G0uw4c9z2sfhxjbjCWKCaZvs4DQGIqbdYDve24l2uo0aN0tNlMdqKMrxtXvsQ1O/yAd4/fB62BdMoIVbNUVdzujB8EKUYKcV9rZjiDOGKqcJYD8Tqd999p9/rin3BaCzuYYVAdI1m8ufDGJcPuPwuH0Aa3xNCHEcIVXxPjShUmQ1km0LRxgXHy94voQ58vxhFxW+Qp7HLqKqQaFh1tk7QOR71SY71pJLIxMPvcJGH14swhX5LmZn1/ZHA7w9l0Y6hPYSZ8ZDtVGXU3iGOds9lyK9NlxsXeHU85DfbTa+wooLa13C8nOJoV3U8bBW6TKid1nHDQssjDyHHOR2Kc5m6sqH8ytp4hY6jLdU+KmeGptWuIxzCV01tU1VVaNlaqzRMpyv1cRcEoW0jtUACQQ3pLvewBm2IXXD/gEN7qjBGXDHNFI0PGiM0orbBz2amsQ4e+cNoJB7QhNfiQPQBlGWxh31w7YfXvnmVtf3YF943dDowMooH1kCgwnjEFSGmCWOfsa/YXgChunbtWnXIIYeoCy+8UI+84t5XjMbiNT+YUox7eLmT49ou/nwTc7tM/MqyUMX2sVBFQ99EYDpwzCrYdRyEyECY4jvFqCruycbvAz5BSHCoanNUfgFAm7Vl61Zdn69bt7729wL/9pIdasGCeWrNujWBf0f4zeGp7wP6D9Azhfr26aP69UXYV9f3uAjbrVtX1a2oqPZWkc6dw1bYWc+6wUP3OnXsqDp27ERtSUfVoX1H1Z7C9tSutG/fQeUXtCcrUO3y87Xl5bXTlpubpy0nJ1dbVnYOCXEyCjNJkEN8Z5BlZmRqyyBLJ0tLzyBLD4chS0WYBkunfad0KuVTPGScl6HSOQwvl55O64Rh3ZQOfQZ9Lj4nHE8jS8eFAPgpRDw9M5u2MYfS2SqDQsQzs3N1mJ5O+bwcWU5uvsrObkf7laeyc9tp32Zqe5NjOwUEQUgQpAZIINLT058i4fIzFgSuNh4+TGOFsIGo4SmrgJcLEsJ4OTx8CI047ktFRyCooZNgpnGfJ9aF7UKHHCOfEJJczsRr31xEU5b3DZ+H/YHgRCcE04EhRHv16qXTM2bMUFOmTFEnnnii7oBgezHNGA+qgmH6Mwwjs0gjhLiHWAd+n2/j8tng+8SxQtgMPE12TijqhrYZOwjDF5dN6S4U9nv44Ydv6tq16zAcRzzgCt8tzke88ufSSy/Vo9f8XfMxQmgeL05Hk2+HXnEOTT/wyrPL2PnATAfNZxDHxQgcJ5xDq1ev1t8x0lzWXMYVj7e0GXelbZ8Zt30c2v5o8rziZppD2+8X98rj0PbHmseh7Q8aD5rHoR33yzPjdhoXX/AaNNSnfHENbQrqMX6lGInCG8eNG/cq1R+raBnchoAKrpri9SrF55579YnDDjv0nLKykqTcHBJr6dSuUb2Zk5ur7n/scfWH31+uTj/7LPXQnXeptes2qBwSeW+8+6765e9/ow4/fLz67333q00bt2DjdDuEC5f/+c+d9NsLXaRl0DbR9tS+r5un5pfuKCGB2kUlmSOBtIX1a+6QI+QL/w0XoFantjMGH9xIw19b/RvtgI7SIdCesLsuHnYQoUXq0iC8VNidVC/NJUNh+C87w3A6tJz5PAxjWwmz3dJldZMQ9iEZihEcS9KzgTZvXK8Fu/YkJ6mdpWVq1vTvVdfu3fT5gQcYhi4EdNYh2g+0JWiHp02bdsUpp5xyJ31nDX5QgyAI8UVdTSy0ekjsPUed2zPNhgKYDS7iLFgxuomOL8rzMmbo8pkhGg8uh/VAtEJwIg5DRxviA3GEMPbZftOwDn4oEx6ShHdKYuoj8rCMiblvJi5/NGUB7xtE6+67764FK15/g4Zx8uTJesrwaaedpo8nGlF0YtDxglDFaCwLVwgNhCxcEccIMxpnfLbf59uwj5eDAOb7ipuRG8n+Foq6oe3kncIXxoK170MPPXQzdVA9BeuwYcNqv2M+LvYx4nQ0+XboFefQ9AOvPLuMnQ/MdNB8BscC5wlG8nFO8e8HcFlzGVc83tJm3JW2fWbc9nFo+6PJ84qbaQ5tv1/cK49D2x9rHoe2P2g8aB6Hdtwvz4zb6SCCtX///jeNGTPmVcrCjdpbaDlc8YtKsN77yKPqd5f9Rv30/HPVo3f/u1awvv7OO+qS31ymjjjicPXUAw8GEqwlEKyHHqqWk1hdtHChLrt2zRp18UUXqdFjx6qaatqsuuK7Eq6/zY3X8fAfjtfm15YPOdkfLhnKDvu5bXCF4aheDnFeHoHON/N0FuKIJOnjGEqHy4YK6DR2V+dxfsgRTsMR8sODLP6sWj/9oV4EPPqwZeXkqndfe1nN+PZLVdChgy6DKc+Y/dSD2gxMIRbBKghtE7+qVWhlpKWlvUQV9amIm42sCfyY0srTctH5rWuAwo1MGDNtl4GxgMRVZnSkuQw+A34YygQ1szzWx8IVHXY0WBCuGMUE+Ex7H/322SaasuhEYTtw3NAw4tU1mA6MY4gRVjw4CoZ8GAQu1oOr8RCpEBosVE3hCkMZFpte28THFXAZvuDAI7bNzK/I7g9FvaHtxsZimno2hSxYb3EJ1ueee05dcsklIliNfBwHXKjBRRt8z0h7lbV9Zjze0mbclbZ9Ztz2cWj7o8nziptpDm2/X9wrj0PbH2seh7Y/aDxoHod23C/PjNvpSIIVD77r169fgwXrfY8+pn7729+rs8/9mXrYGmG9+He/UUcdPl498Z/gI6yHkmDlh/ahHSorLVMjRgxXlbTtVeH9aDC1H0mR2j2tt8v12CUnssNnbUQUmZziTfZc1MwwCptuHPstW7eppYsWqsysTH3sUfetWrFCde3eXUZYBaENI/ewJhBmIw6RYwodwGlugO0QmHFgprE8hCQaFYymwhA3xSpAXE+Too4HzHU/q8u4HJeFoEaHHWncD4QHNO2///56lBMNF/z255ppxuWPpiz2D58F4YBO1NSpU3WHCkIaD77BPa780CZ+SBMENgQ37snF63xgPEo7cOBAHYf17dtXN7x4KAjAfvE28HbgO8A2wNCxwzGB2MUxaiFWh8NGxz72Nvb5GZRYlwMN+cxYlsUFG4Cn/6JTjN8Si3hBaAs05PfaHHB9nJIKQUsV4urV+h5L/s032Gr/4ViwUTtgW3LIUrTR9rCl2Oa4QOxntF/eFroYzZYWNju9i6XVWTqltVE8w7DUlCRVUVaqkmmbcWEY25mchG5qfJ8PgiA0PSJYEwhq0P5CHf5/k+0Iu5zix8RMc9z0YTmkcSUZU15hEKlomDif1+0CAssUrRChHHeZLWA55Ac04WoqHtCE97lC7AGeXsvwNtnb5eeLVBbHQHdQqAFl8Jn8kCbXq3EgXjEqjO3H1V+IVQhXPEUYopUNaTykCSMNGJ3FsdYNNX0ewGezUMXoLNbXwgR9B6tN7YllnmMm9vfQluDfGUZx8F5VXPQwzwNBaCtYda9OhMO4qCDwuwxZ6NaXvHbt9H2XGOlrSuMHMdVaO9PatRrD8XIZ9iOL+hj4/jt3LtRlRasKggCkJ5RAkJBZVFFR8TuyEVTh309WGs7SoBHgjgCHjCkgkIc0GmSIU4z+IUSa83l5czkTzscy6ISjUeepXrgfD51xpE2ByuLUz/DgIgg3TNHFa2VGjx6tRSC2D8KVp5Yx5rYy7Avid/kwCgqwb/g8jHYuX768dpSVhSunf/jhBx3H1GAcy912201v85577qkFK4+64r202B9MOcOTh/EAIghdCBgsi/2LA3AxZGMoGgw6R3CS6BPF63xp6+D3AcPTqDFqj+8avxtBaKuE610N1Rv1K+sWJXTxkg11WjbV6xgR5JlHYrEZLthmZmbQEcYtEWmqa9duoTZDmg1BaPOIYE1M5pFo/RVV9PuQuHqU2vt6c0dZNKCxBZwGEGF87yiMO820jnqizcRcHiCN5SAiEYfIhKjD/Uq//e1v1VNPPaVOP/10LcQwlYrvxTSFqS1kzXzEsQzuB8U+QOyxwEODx2VMvLbfz2/DPlOwYv/4OGKbWHBAqMJ4xBWjsBhxxcgrpnpidBbTnDEtGK/Cwftbx44dq8aPH6+OPfZYLVzxmgSMaPOFgjgBYjV0I3EwzJODDhd1RazzxSZSfqKB2Qo4XzFaj2nnfE65zkFBaGPgR9DoPwT8vtLRtsX4G8PyqJe5DcCFyDwSrBCtYg0zvCIHT1tGO9uhQ3uVS0KWH+YkCELbRQRrAkOd4NmVlZUXUXQkVf5PktWbS8odYjS4LFQhNO3pvsj3ExFchteB5TF6ive0oiHHg4kgUvEamFtuuUWdfPLJ6uGHH1YffPCBOuOMM/RoEkQcC1cYi1NTpLrSWAYjrhCAvXv3VgcffLDad9999fvucO8fypgdf94nG5effbafpx/booKPE7YNU3fxqhsWq+aoK0QrRl0x7RNiHlOB8bAhjLDiPl0IVYh5NNg4nnEGBOv2UNQbOi71hKphvtjHOpHB+YPfCn4nOC8w7R1pv9+aILQVjLogieKacLpB4HdXQu3TitWrSRhFfzEQP0+sQ4tWsqSkZN3OuUYMxaKzXD3CmqnvzwXojxR27kxtbiM9zEoQhFaLCNY2AAm3GSRczyOhdQAJoGnc7kNgokFgkcodZa9+gdmR5jJotLE8hBUEIqauIsTDke666y79+penn35anXLKKfrqqcmIESPUo48+qj766CN1zjnnaKGHESaINcRNY5HqSiMOgQzhihAPMcLnH3jggfqhRxB+EMUIGWw/m0kkP8cBjoerLPwwfB4EKUaRIU4hXGEsXBGHqIVgwdRiPGEYyy1ZskSLFxieRol1xBG4fzXoExidyss+Xo2JeY42J9F+Ln57uPCBe5xxDuBcgU8QhF3qCEwJ1oTTDSIzI0PNXTBf3fbAfSotKzPsjQ78Vtnw0CN9j6m+B1OsIZaf3y70lH39MKnQQwY7duyosrJC97UKgtB2EcHaBiCxOGj8+PFXHnTQQbf16dOnL64G83Rfsw8QpD+AMmhIIHAhUtHRxtRciEXci/m3v/1Nffjhh2rChAnqF7/4hRaMkRgyZIh68MEH1aRJk9TPf/5z3UhhxJWFKwSpbSxWbUMehB5EHhrAffbZR0+vxbahcwHhyiOkDItOu0F0+TnNx4Hz2M9pho8ptgviE2IUQhXThTF1GFOIcU8vQryI/r333tOvzOHpwxA0ptCOAyBYY+050OGpO14u4A9yHjY2DfnMaJZFWfx2cI7iogUu8CCNc0kQhBDGbwqRJqkQYq3EaOP07xWGNgV11mKq1yupXUHbVVlhGXyNbHh9TmCrclmV0/Ce06it2suqPa3Gw7C9ixYu0MeVyS/IV8N/MkJfCBcEoe3SJA2B0PJcd911/TZv3nw0iclTqHN8IFX2qRCAMIxCwjCdFkIKDZXZ6XaJCeTD0EijwYEgxHJ4gNBhhx2mTjjhBC0MIYIbCgTdAw88oF588UU9+ogrrBDYfEU7WsO9tFge+4yHI0EEQjAgz2t7zeNhgmUg0LHveGKxn8Dy8uP44Thim/CkYzwlGNOZ4fv000/1PmM7IWRRNs64muzaUNQbOi6885hfnk1pfg/rza73sD7//PPq4osv1g+jwtQw7DcfP4RmnEM7zmngymdcea589kXK88q3/Th3AL5XGHd4zbKuuMtnxl0+Mx5vaTPuSts+M277OLT90eR5xc00h7bfL+6Vx6HtjzWPQ9sfNB40j0M77pdnxu00hJffe1hx0a5fv343jhs37lWqP3ChrFHew1pcvEPNmP2jOuOSn1M7tkMdetCBUb2HFc8ZwPaiHUEeZvSkp6VTm1AZfgVL/fYzkDCmQlyuhmO1C+JCaDiqCZcwfPDYzXaoTMhZm0URs33fpQzydQqEEqG0+Zn4LBwTzgn9CZfQCXNb+PPq+UIL1APHcieJUv2AR0Xiv6JcX3RGW7t0yVI9jRsLwSfvYRWEtkddTSy0el544YXuJCSPDIvU0SRSsyEsIc5YpHoZrl6iYTEbZ4A0OtYAAhcjlGgYMN0W03whVjGVtSlAp+H+++/XYgYdGDRMeAgRd/Rtg/jhOMqYaRhGhCESsa8Y0cQ7LjHChX20R5tNTD/ieIAU1oeG02z8gyxvgs4ZtrGgoEA3vBDCGHXF94FGOk65gOy/oag3dFx4p6HScijdmUII1lv8BCuenIyp44kmWHF+4beDCxH4TfL5Zpd1xV0+M+7ymfF4S5txV9r2mXHbx6HtjybPK26mObT9fnGvPA5tf6x5HNr+oPGgeRzacb88M26ngwjW/v373zRmzJhXKWslWdwIVmwnBCu3LXh2Aqaywm+C9gH5yWSuEcLa5iMcqRV9FNTtYChhpmvjhj8Uhhw6Hg7NNgqfwyn4Q1mmT/8NxznUQV1ZDhEgVlvOCo0/cIW8BOLkCKVrvRq8Jqh462a1cO5sncZyZXQ+fD9tmurZu5c+viJYBaFtUlcTC62Wd95555SePXv+dO7cuYdSw1+ADjHEDwSmKUptQwfaTJujrSxS4UMjjWnEuOf0pJNOUkcffXTtO1CbA9zjh4c04cFNuB+UhSt3FiKZLVyRxv6g0cQ0XQhXHs2EkOB9t8FxgUHkolNjCysTlw/YfmwDrwNCOI6FKnMk2fuhqD+0b9jZFAqzKeQRVl/BitFmvqrOxwqhGefQjnMauPIZV54rn32R8rzyYTiXYBg1x/3Z+K6xz7yMWdZMm3GXz4y7fGY83tJm3JW2fWbc9nFo+6PJ84qbaQ5tv1/cK49D2x9rHoe2P2g8aB6Hdtwvz4zbaT/Bino5PMIal4IVPrRL+C2jDsc2Y9ttcC/m9m24YFymOhV2CnuDU/fJYeo5QgkciF3K8dGplxFy0tHXoRNHVn2XfwGfNXtgL1Gjj3k6fQcATwtmwdq5SxEdaxGsgtBWkRunEoAbb7zxhI8++uiU7t27F2A6JUQXxBSu+LKhkrcNlTxGRzHCBwHHwg4NL8QT7kvt06ePuuKKK/QTffFwpF//+tfNKlYBxM11112nnzL817/+VU8Zxf2e2D7XPawun2kQ6jzqjEYOT+bFa3EwvRm47nMF6JjAjxDHCSH7Oc64fMD2o+ODdXmJ5DgDnYDVoWjT4DpmrRX+LeG+ZYzGYN/gEwTBG1MgmpA/DiqH0CbwhSgYftNob9GemoY2tkvnLmrrlq1q2jdfq07U1rI/qOXZlmdaqG3PR/tuWV5+2NqZlk/l81UuLbur5YUsd1fL0eYop+O5+qJATk7Isi3DMvhc219nOfWN1oX1cpuIpzCnpKBtxDmROG2DIAjRI4I1ASAh99fLL7988t///nc9qgqRCRFqCtXaxo0aTLzyBUINwhbCFNNjMQKEkUMYlv3Zz36m7yH93//+p66//no1cuTI8Ke1HHjdy9VXX62F6z/+8Q+9nZhiidFkU6yyMLUFK6dNH4QrDB0OjCDjXagY5cP0YQhXXPlnEYWOFF9FdwlMFqMox3HGjANXvusKfZyxmWx9KBoTtT1Rr05pIoB9w8UfzHTA/dj4bfEUYEEQ/OG6ketE+t3gKcFcWdavSBsZrBx1e0Z66NVuNlxlQ1DZxgLWNFwUHTNurPq/K69UyVQneC3bEMN0Y9tSkl0WEn9uo3wfQ91VXZGqKnbWqJ1l1HaWo/0sV5XlyaqmErOSQhdeTUMdiGnQa6l/UVleoSoiGZUtKylTa1ev0ceO16NHuem4Se0pCG0bEayJwQqy0R9//PEfL7744i2vvvqqFqUQeHzlF1Nnunbtqu/hxBN4v/76azV16lQ97QqiDw0Dpjrhab0QhA899JCe+ovy8UZRUZGCOMd23nDDDfqhTBhxhfi2BakpVE2f6YdhqheELxrZQYMGaeG6995769FcLmuKSjTgZsfK9EEAQ+xiOcR5eqtZluE0j9zGORCsW0LRwNCua6WmLRT1JsgxiLQOL7BcUy/LHVVMXcdTgHHeQKwKghA99JujKqFhFaNePGD9ClFXvKNEzVmwlFL4zYf89amb6u9nLNowvRltLAQZ0q6y8WzY36zcLNV1jwq1x/Auap9R+6p9Ru6nRowcofoNy1Wd+1Wp9PRsfazM5dLS09SG9Rv0cy7O/tnZ6qyzfupvP/2puvDCC/UFYxwzPlb4TgRBEKQmSBzQGt9BAmnU3Xff/dof/vAHPRUR03chWHG/zdtvv62effZZ9e6776oZM2ZokYbXvtx00036lTKvvfaaOu+887TYbQ1glPhPf/qT+uKLL9S//vUvLcohxl3C1ZXmuOnDCDWEKwQkjt2YMWPUvvvuqz8LHQ7k454ZNKZmBwhxLINjinuy8PAgNLx4rQ98yGNQlo3he7jiHEwHLgtF/aF9M7t6iOt0JOFnHpPWBs4JfI945y7OQ+64CYIQPeG6IPQnDOIxkZykaqox+yWc9iA1JVlt27ZDzfxxYbieci+ghVR4BDCSoV5AiAtXdl5rsOSadNW+a7XqO+Zbte9RSh1+Ui91xMl91GEndlf7HF6sdjvoe5WVl05HylouObTPuO2oho5lVXV1REtJTVFdiorwhdceN4wYC4IgSG8q8ZhPdvL06dPP/P3vf7/1rrvuUrfeeqsiEavvQ8XID95JivtSIVzxGhXEd99999DSrRBMDaZ9VV9++aW6/fbb9YM8IBgwvdklVF1i1c7DCCmEK+IQoAcddJAWrrjfFa/v4anCbOjcYPoXPruIyqdQPIXWUUgiGiPdELooY/e5eFlT0MYxEKzRdBrt3l6E7mLrBN8fOle4UIIpwLi3WqYAC0LjQr+nqH9QpVTvHnf4ePXxBxPUn377G/ptbseKwrm7gsoN01vT09O8ayvy88WotmApqbTLlXmqdH1XNWfBDPXZ9CfVZ98/pj6f8bxatGS5qtjcW6UmpZO4rL9cGtWJ5RUVul5MJyGKiwFBbOPG9SRS649EC4IgSE2QYPTq1asvCaTfUXh+fn5+BkZNv/nmGz1qev755+unseK+1FtuuUW/miaRwD26v/nNb/RU4XvuuUffy4sns9rCleO2mcIVob6nhkQnBAhGSXEMMXKKBhh5JhCwuO8V05Mri4vVtpEjVfHQoTrevkMHLWhYlLLIZRBvJYIV70JsMLZob81gBAD9aExJx5NFcR7guxYEIXbsOiIWsQrwe+xM9fYB++6nduvZSwuomFZkgOXNkcREt9T0ZLVtQ7la/eU+avnnQ9XiKf3VIrLFUwaoFV/so1Z9vYd+km9qWv2n8ddUV6sedMy/+HqaemfCh2rCxE987f0PP1Evv/62Wrh0lerWvbs+1ryu0Nff0G9OEITWjAjWBKBHjx4dyM4iofomCZ+ZJLLuWrdu3ZHU6GfiPtRHH31Ui9THH39cnXjiifq+1kQG953+4he/0MIV9+RiRBnCFQ+/MYWpyzjfDDmOh+hAvGLkFZidKtzbilG1ZGpYk6j8optvVqsuu0yl0DK4QowG136oEpZnayWCFfdKNwTa1dAx47A1g+8bFzTmzZunH1yGjpWMBghCw0F9GdaoFIQiYaJSLVgU9S7q8ErUsfVWFRuYopqRmUmWEaNh2dZjeINAenoqHcOdqrKiUlVVVNcaHpZUWVmuMjLSVSaVM/czDRdwOxSo3r16qBQ9ao13oXtbWhod1/Q01a9vb5WTRZ+dET5WFOqvreFfnSAIrRipAlopo0ePTl28ePEYEjpnUPKYioqKrhBU6DTvtddeWpgee+yxavDgwaEF2jAYDX3ppZfUvffeq0eb8SApTCPme2S8DPkQIGYcjfePP/6opxxDsDAQnCiHqdXVJGJ2DBmiUkjcZi9frnaSOIOoMR9gZfbBIN4watsKRNxZZM+Fov7QvvAOYrgxm9J4D2ufSO9hxcUFpHE8+Rgh9IpzaPqBmfbK59CVZ/rsfJwH2G6M3ONhKthWpM3lzGVc8UhpM+7ymXGXz4zHW9qMu9K2z4zbPg5tfzR5XnEzzaHt94t75XFo+2PN49D2B40HzePQjvvlmXE7jdFPr/ewrl+/Xj8QsH///jeNHTv2Fao/MLsj6vewgvIKPJuglD4YU05TydLU9B9mO9/DigcFrd+4Vb3y5ntq8dypKpmWMcGtHfqWEBLAy5ev0KOKsRA6ErHT3C0FtjfWz9Ttmv4uguw1lbPOlZ3Unv7www+qG50rOD/w1gN5D6sgtD1kOKCV0b1792E9e/a8bsGCBd+Xl5dP3Lp160XUce6Kyhod/jfffFOPpv7lL38RsRoGwvKss85SkydPVk8++aR++u/atWt1p4hHVr3MHGFFiBE11/2oECzwYwQ2NTdX5U2bprKXLlWpOTn6s1CWG2GANC+PRthcVxwTeISV9pV3iHZN75znDprHhXH5gtKUy+KiBMB7VTEFGN8dvntBEBoX/i1S9RHzDxrv9nztnffUyP0PVDfcfrvKJ7HTkLo2MzND/Th3vlq8cp0qrUhSxaVVUdvWkgq1eXt5yHZQ3LAtHFIZxLeUVIaN46E8rGMrpevC4LYtbHbc20LbgnBbaaVzn/xse1m12r6zhgxhJKNyVN5cvrQySRW079ha2khBEJoIEaytgK5du/bq0aPHr0msfkYd5O+Ki4v/vmHDhkG4Z/L4449XTzzxhJ7+igcs4am20oF2A7Fx5pln6gdNPfPMM/rdsqZwZXFqilTT4IMoRdzoTNUapi7hycybNmxQVVlZqjw5WS1ZvFiPxGFk1kuYtpLpwBjZ2BCKNh62QGzJTkkksYoLH/j+8WCldevW6d+ZTAEWhPgFv+kdpaVq7ao1asu2bQ3+veLJt9u3bVUlxZtVZcV2VbkzFitWJds3qW1b1qltm9fqsBi2db227Vs3hGwbQqTrfDu2bTRsgyrZtom2ZaNhSJPR+mvjlu1ASPmlKBM2xNnM9fFnoUx56TbHvjStVdCxqq4sVbl5OS3aNgiC0PJIbytO6dixYx4J1FNJqL5Eje7M0tLSezZu3HgwiabkUaNGqTvuuEOPGEJ4nXbaaXqKqxAMdGJOPfVU9fHHH6uXX35ZP3wK732DeMUIqilQbYNgQWiDxpSnDmPkDdOGYbhvFmLVbGwRZwOtRLDiHaxrQ9GmI5JobAl4WjjOD0ztxpRFczq4IAhNB9UJuqIMh1GrFi1SM9J13WzWw7FTo8p3luqpqjt3Rm+471PXcrQtFdSW7KT6hA0PLyorLdFPN4aF0iHbWUZpy4eyu6a5XMh2lmHZ+lZ/mfpWtx2ltJ9lqqqyUj9ACWG5bhvd+9UkhmNMZt4iIghC20QEa3yRTAL1EBKq92ZmZs6qqKh4adOmTadu3bq1Hd4J+uc//1m/mub9999Xv/rVr/BE4PBiQqwcd9xx+njiacpjx47VAhOjZ6ZwNQUsBCtGStF42sITIYQNHvqEECOuEKucZ5ZlkG4lgnU92bZQNGZqexzoRLo6IPbxaWnQycX3jYsQmAYM8N0KgtC0hOtLDYvWxgD1Du6Z3VGyowEiqGHiCZ+LGVJoH/TFL0rzDBwYw+mQKX1frulDGsuxmXm1ZXzynBb+bNRz2DaYzCQRBKGlkVooDiDhuVe3bt2uIqH6LTWknxYXF19GwqkXHiZwwQUXqFdeeUXfl/rPf/5TjRgxIryU0JgceeSR6p133tH3AB9++OH6IUg84mqOsGJ0jRt/E27sOY87Qn5lmVYiWDG6GsuG0qHQB0Obl1CNN7CN6KjRb7F2pBzitTVsuyAkAuE6En8oGgKOhlJeUamKOheqI0aPVZXl9V9P1tygPtRPwyVD/QKwmy6ByT6EtpllzLRprvIuP7aJhapcnBMEIV4QwdpCkEjt2qNHj4vIJlZUVEwnIXTthg0b9kYDAcH0yCOP6PtS8WTbI444Ql+NFZqe8ePHq9dff12L16OOOko/RAliBWIVo6wQsAw3+DZePtuPNHcSWgHLyQJvKO2TqexYsGrBF++iDx02GJ4EjftV8b2j8yYIQvPQlHUi6vLePXupM088WVWV7wx7mx/sI+8nxCqeIg/hyiIRbQMuZpqC0jZehyvPy7g8rxtp1Mn4XPQzYCJUBUGIN0SwNiNdunTJ6dat27Hdu3d/urKychaJn4dJDB1GYeqwYcPULbfcoh8IhFewnH322biPNbyk0Nzg4VWvvvqq+uqrr3Qc717lacE23GkwYZ+XH6CTwJ2IVsDKcBgNtjJtNKXaENHrtyyEKV6DNH/+fLVixQotXKXzJggtD/1uG6X+wFpCU4JLQolmxtUuMCxcYaiLUP+gLLcTtkUStC7jZXA4eTTVS6j6basgCEJzIoK1GSCBuh8J1TupMZpOjcVbW7ZsOZsEUIcePXqoyy+/XE2YMEFNmjRJ/e53v1P9+vULLyW0NHgQEx7MhHtaceUbDTcae+BqyNkXxM9pdBxaCbEIVhvcixaOuoVjI/VJYwKdRTzRec6cOfoCBTpyLbk9gtCWsOtIA/oZJsYP0bV/vN/m/vNoJ4+6sngFZlkWoLZwtX28XqwD9ZwpUpF2rdvE5RMEQWhORLA2EbgvlexPJFanUvILahB+Tw1HP7wkHe8EfeGFF/SU3xtuuEHhqb9C/LB69Wp17bXXqgMOOED94Q9/0A/c4alaaPxNom3gbT8L4FZA4HewOsAOazOPn+v4tAT4XtEfxkOVMLKK0Rd04gRBaBnwewxrVFuotkrh6moPTJ8Z2iIT9RMEJtogU8CijoIhH4LTNPg4H2VNgcrLohzgz0TInwnMOOPyCYIgNAciWJuI9evXv0GNwC3UKIxEJQ9hgifM/uxnP1MPPfSQOuaYY1R2dna4tBAPLF++XF199dX6NTe4kLB582bVuXNn3cij84TvkQUX4nbj7efz8vP6WgHrwmE0mDuNuB5hNTqjLQ46b3iQFkZV16xZU68jJwhCy0L1hIbqSm1hd6vCrvsB+xDa5uenQ6HrJ1uIsoi1jUUri1rA6zNFaiQzcfkEQRCaGumZNRHUCX4AHWDc98gjOHiEPUbu/vSnP+lRHCE+wMjaX//6V3XIIYeom2++WT8ZtrCwsFaooqHHw5bw8KUgjTf7gpRtJSOseJ3NmlA0GOhjhqO0y9ZOW+AYNzf4TtGhw3RvPAV4x44dOi0IQsuAesCsCzhO1UerFKrArvqQ9jIWkAiDmrm8Dfu5nLmMHdrGcNz0MS6fIAhCUyGCtem4nUTplevXr6/Zvn27Fq0wiNY777xTv/8TI3pCy4Gpvrh4AKF6++23a9HiEqoQNbiflR+4ZDfqgH1B/JzmzkIrYAvZ5lC08bA7qMBONwUYccCxX7hwoT4H2CcIQtsA9Qwerqa2bVbFVO8nJTd+vWPX7Zzm+t9lqJdsMWmGHPcq68pz5UcyLu/aXhM7LQiC0FSIYG1abqYK/fjNmzevxfRSANHapUsX/TTgww47TH300UfaLzQfeFXJH//4R3XwwQeru+++W08JhVDFCBuLKPhYqKJjk5ubq/Ly8uo10K4GHHg14rYfaXQMWgGYDrw9FG0YfHzZIhGkjAuv5fAd41VFs2fP1t8tf+eCIMQXqB/pt4nbCGoN7lBuwyjbWab69O6tLvrlZeq4I45QZaU7acWNVw+46noO7TjMS1Cy35XPcNyV74qbxn6vkOPAzmfstCAIQlMggrXpeZvsoO3bt3+ODjIaHnSQO3TooNauXatOPvlkdc8994RKCk0KRMpvf/tb/Zqa++67T0/LdgnV9evX6+m/yIdQbd++vR4Z5wbc1WB7+fzKthKxCjAdOOZeCR1X9AS1YdQ6lAxhxm388qIFn4uLRXhVDe5XxVR9GVUVhPgmLNRirnu8KC0tUwP7D1A3XnO9OvvUM1Rx8Q6qb8KZDcTcXLO+5zgM+8Ui1Axd8VjM/Dwz7mWuz7KX47QZMnZaEAShsRHB2jwsIDuMOsmPYtQOnWV0oCGG8NS/K664Ql100UX63kmh8Zk5c6b65S9/qcaOHasfeIXGGe+4hWCBKILhgVj4bmyhiu8HcAeC4UbcbKhdPuDlN9cX52wki7VHooVqKBoSrDAvGlOkMrgggencGFmXd6sKQusgXF+G/oRBvDFAPYOZM5s2bVbbt+/wrZOiwWsT4XcZtyu2zy/tMhvT51UGmHl2OdPvFzJ2WhAEoTERwdp8lJJdVFVV9Zv169dXYFoiGk10pjt16qSefPJJdfTRR+vRH6Fx+P777/WFgEMPPVQ9/vjj+nizUEUHBWnctwqhivdv4gFI5ogqQCPMIsrsOJj4+fzKYn2tALx/9ZlQNDi0j6ZQBXZaYx8fPtaNAf++cBECo+t4typfpBAEIX6x6oX6lUScYtdlSMOCCE6U8SoXBFc528dpOwSmD2a3dRw302bI2GlBEITGQgRr83Mv2RHUeV4GkQQgnvD6lGnTpun7Wl955RXtF2Ljm2++URdeeKE+ls8884w+vhCq/OArFqqYko17iyFUcX8qpmmzUHWJSfhY7JiNN+PyAa+yrs+IM/5D9hOyiTrViJii0Y67jmG08AjqkiVL9LtV8R3LFGBBaL1Q3RC3V5pc9bsd2uYlUNkYM+6F69DY9SqnTb9r3fZnszEct0PGTguCIDQGIlhbhklkB5WUlHyE0T1MTYKoKigo0PdQnnfeefr1N0J0fPnll+qcc85Rhx9+uHr++ef16BpEKAtVgCc2s1BFwwqhCjGLqb9Ie4lI5LkaYvabeS4fMH0I41iwTiY7iOwysrVwNBL6Pawmdroxpubhe8cFCbyuZvXq1bUj6oIgtC7Cv1uqJqyKIo5w1fN2aBrqfRarpmjlsgz7/XYdeWY+p22fF2ae+dnA3ibeHo67QsZOC4IgNBTpxbUceKfNkSRW74FoxT2UaJwxwodpqdddd5065ZRT9AOABH/+97//qTPOOENPqcboNF6ijmm95ogq7g82hWq7du1qR1SRhtkNPQMfl7HNxM9n+hHnjkqcsZrsl2SjyabA0UB4BxGyOY8x45fnwiyP3w/E6apVq/QUYPymIF4FQWhd4HcNo3qSgqQkqiv5hx5dBdHMcJ2O0GWmQIXZZU34GJiwz2Wo/+y07bPNxE57YW+nuR8mdloQBKEhiGBtWSrJfksV+883btxYtmXLFt1ooNONKcLvvPOOGj9+vB45FHZl0qRJ6tRTT1XHHnuseuutt3YRqmgwIVTXrFmj+NiyUPUbUXU13F4CEz7b7/IB0+/Kb2EeIsP03wfIGnPjzHXRbruPTSyY3xN+M/xgJUwDRh6PqguC0Dqh33GtWOUwnjDrMo4jjNYigfqM6zuOmwZhaufZadMPvPwmvG12CMxtd+UDOy0IghArIljjg8fIxpG4ms+vvkEDhIcxLVq0SAsyPDRICPHhhx/q0efjjz9evffeeyo7O7tWqOK4oZHEQ61MoZqfnx/xHlUTuwHn8lg3m4mfz/aDSJ/fjHxONpbsUjKMsDYKdPxqd5r2H3GdjtQx4o5XULA+88FKuC8caa/PEQQh/sHvN95/w656HT7bUNezmX4u7wUfA9PMEVMz7sqz803zy4MxZpwxt9+FX54gCEKsiGCNH74gO7CsrOxtTAPmV99gRBCNBl7L8vvf/16PIrVV3n//fXXcccepE088Ucdx/ynu++XGGR0CHlHFE2HhY6Fqj6i6GmIbs/HGQ3vshtjVcLt8wPbzdrQg68h+S4Z7VT+Bo7ng4+r6DuBzHT8XPIq+cOFC/WAlvI5IpgALQuvGVS8A8qNiCFY5NDF2HcVphKZxPW/72eeC60Yv4/bOTJt+O22Ws32RzA9zP8z9AnbcTAshevfunXnj7Vf3v+Wua4+++z+3Xfbw4/f88/FnHvzbsy/892dPPPfEQDpmkTspgtCGEMEaX+CG1eOo430TRlohvtC4YKorRNd9992nR1uXLl0aKt1GwHTfI488Uo+qYhowRDyEKI4NRAs6BTyiCqEKH4RspIcpBWmUAcrYHQ8TP19QfzOD4fqRZPeQNeeG6IPtOuZBvgcGZSFM8Z3/8MMP+t5kebCSICQGZh1Jhge1aQtnxx3YTmC2Mbz9AH6Oe4E6zctYYNpCE2nTbJ9djtNBjLeJQ47b2PsVaT/bOrfedevgZ1984jcvvPLUKzff8c+Zu/Xq9V1R505vtcvPvCcnN+vqvNzs63PbZT/ZtUvB15MmT3j/nfffPOrqq6+Whk0QCPkhxCd/pYr/zC1btmzjV99AhHXp0kVNmTJFv67lgw8+0P5E5rXXXtNP/D3zzDP1fkOk2kIVAhVPgoV4gYiBUI10j6qNX4PMuBpmNsblA7bfVaaZ+JrscLILyZbB0QzQodUHVx9gfG+u483Hw/bbYHl8/8uXL9dPAS4rK5NRVUFIUOi3TlVDy1SWXrg2h30IXWbmMVwPcp2HkIWlK/QyMx/xSOVdxsuZy3PcxuUzMffXxE63FW6757aB77z31l8/nfzh1FH77D194MD+/+7Zs9vJHdq375+ZlZlH7Rf64UlV1VXhixvVdICT2rVrlze+qKjw3cOPHvufxx9/PDO0NkFou4hgjV9eIDtkx44dMzBFGNMd0VDgXk2Mvp522mnqzjvvDJVMIFBhv/zyy2rs2LHq7LPP1g+cggjlqdFoSG2hChE7YMAA1a9fP10WYAov8Gp0XXiV444GN+I2nG/i8gH2u/KaEFz1+APZgWSN/k5VF7R/5oFCXJt9/JA2fa7jyz4IU7z2CfeqLlu2rLazJQhC4oE6ki84UlyjEy2MWUdhkyIZl/OC60BeL8e5veEwko/jrrTtt82VZ26L7Xfh2ke//U503nz33UOnTf/u5SMPO3z6sL2H3FDUtWhkVlZWMl6tV7x9hyovr1A11XVvJwiLVR1WVFaozZu3qDJq77p07nzp0OF7vrps2eehB3AIQhtFenvxzXSyQ8rLy1/Eq28wmoSGJScnR48g/vnPf1bnnnuuFm2tHQhyvDt1zJgx+l2q3333nRbnuE8VlTlG1tD4YV9ZqBYVFamDDz5YHXjggapHjx76dUA4NjBMETUby0iNLWOXqWtIIq8LZewGmn2mnzthzcSTZHj6L65uVMDRjNgHKeIXgPPbPob47vF94nvHFGAeTQ/yfQqCIDQmXD+Z9RTX8ZHMhNsR07yEpek3QztuGy/P5so3Q46bftsYM25j7yvjOg6Jxutvvz12wcKF7x+438gPBvTvd0puTk7m1i1bVcmOHbrtT06i48yGY6yPM9o94+Fcus8REq4YsOjUqeNRGzanPTxp0qTU8McIQptDBGv8s5XsDKrErsLIKjrrqOTQYS8sLFQvvPCCOuKII9SMGTNCpVsZeIjUk08+qUaPHq0uuOACNX36dD2lF+ITDSL2FRU4RlTxfk3sf58+ffQIM+5pxcgqnhIMg7jFSCwbngiMdZgNpF8jy6CMWY6Xt5flcrbfq1FmnyuvCZhGdiTZeWRL4IgX7OPlB85zPIAMr6tZvHixPnYQr4IgJC52HUl1hiacbDHs7UI6krngXeHQSxzCb+Zx3Az5NguzXCRzrcfMdxljpk0/MPeX417HING47rbbes6ZN+eJw8aO/bBf376H024nY5QUs7308U0O3c5iGoRqclKKStFxHFdcoMX7xEMXaREmJyfpp98XFnY4u7Co4zl0PKXfLrRJ5MRvPVxPdgIJt/UQrmgEUOFBtM6aNUuLVojX1gKmdj766KPqkEMOUZdccokeOTOFKhphjLpu3rxZP1QHQnXkyJHqD3/4g7rsssvUsGHD9CgzDELVNFO0YrQVosfEbHD9QBkcY55eDHhZe3mXH98RG2Onm4AtZH8m24/sfTjiAN7haq99h988fjjuaLAxs2DmzJm6wUbaPL6CICQmRl1AQb0ffVxUAFyPuepzrzoO8H7BQoLFLRoRZzPTrjz22Xl+5lqPmbZ95mfAeF+CEs0xao1MmDDhrJ+ffdbXA/sPPJdEZnJx8Ta9j/r4kSgNCVMcu9AFBjxIMycHF9lzqc+TrdPoZxQX76A2b4NavmK1WrZspVq5ai31gbaqiooKvZ6C/HY30sd1CH2qILQt4qLyF6JiD7InqPM+CgIPFR1GIDFdGCLw8ssvV9dee62uKOORkpIS9fTTT6uHH35Yjwrz6CjgRhGjrrjPA2XDDdvXlDf4+OOPzzr11FP1/uKJwNhf3m8vQz7WgzhG6rCs2dB6NZzYDpTFslgOjQxwlfdah8uPz0bDhHU3Ac+T/Z1soU61ILTvfJAxHJpN6S4U9nn22WdvKSoqGta9e3d9cQIiFOcxLl7gQsSgQYP0sUcDjadh4/gHgc8djrP5pc24l89Mm3H7s8y4aabfjEdKm3HTgGs/Oc8Vb4q0bXa+X9qMu9K2z4xj300fh2xm2oz75bnisX6OGffK4xAW6Twy02bcTHNo+u3t94sHzePQjnPadV76pXFBsmfPngp1AeIA9SLqakyDxL3q/fv3v2ns2LGvUP2xirK30HJ4r1s1hfUq1+eee/WJww479JyyspKk3JxMlZGehqtjKofqmPsefUz99je/U2efd456+M671FoSBJWVVVQP71oHp6WlqvUbt6pX3nxPLZ47VYsEYNflSLNhm11xmAvefzaXj83O4zRj+8y8INjbyOmgIWOm7W1wbS+IdlsBPgcXovEAys6dO+sQtw7hORZ4K8DMmTOvOPHEE++kdTfXfTdJX3z1xR3Dhg75TWpqWkrJjhLqK4QurO4sL6O+zE5VXlFO211Fvhrdt9mydYtaTf2XJUuXqSVLlmlxun79RrVt23Z9XyvOTe4fYD0Ycc2j83i33XqpIw4/VPXv1++kjz746M1rrrmmWe8tEoSWJvoaQ4gHcsjupcrsfFTWGEVEBQchhNHXo48+Wj344IP6Hs94ASOkLFTREbGFKgwixRKqH5Hh3st3yPAaltuokTrkrLPO0qOtW7Zs0SOwtmiNJGLxOfg8E25w0elCHOvYsWOHPqahqTn174kFdhq4fMD0c+esEcF8cAjVt3QqTqB9xkFOoRBfNARrXwjWrl27DuvWrVutYEUHBK8u+te//qUfnIVjjw4rzgPk83flFQLE7TTjVZ5B3CsPuPJd5dnPae7AAzNulnGFscZBkDxXvpfPjnMa2Pkc2nEzbYdB4hy64oDTZj6HQXzA9tt5HEbKY8y0HQLOh6Fu4LiZx3E75Djw87vy7LgdchyYaVcZMw6iyQNos1h0uAQrngJO9cFNY8aMeZWyVpLFJFj/TW3h5b/6lTr1vPPVU/c/oNasxUMMoxOsgOtwDk1xasZNs+HjYJqXn83Mt+PAK87YPnu7zDTHow398Ns+1/b6gc/zEqydOnXCOfN/xxxzzB203uYQcxnfTfvumSFDBp1UXLw9GedAKonV5OQUfYE7NZXOHdq9bdu2kjhdqr6fMUN9/c13avaP8+j83kCLJ9G+5NJ2dyAroP1op/Lysmlf2qmc7ByVkYEHAyfR72GnWrd2g/px7gI1h2zD+g23rFm2+G+UWTf1SxDaANHVFkK88XuyW/Py8lJRYQNUmpg+iY7/Aw88oA466CDtbykgKp944gn12GOPqTlz5mhxjXtLAXfizRHVMB+S3UH2nk7VgfP1d2T/2G+//dqffvrpupHClGGISz+hynn4DIT2aKstVMMdKPz5d0ZGxoFUbl+vxtnl9yvbiIIVT9u6lew2sjI44gnaVxzciIIV3wGOP9+Lpac/UdoWeUEIWg64yrLP/v5MP+Icmj47Hs/4baO979HAx4axP4fzXP4gPhexbC9vp2tZ08efH6mcie2PJs1xl8/Gbz2tCXO7USejfsaFV1zYbKhgRZ2yfOVKNXvuPNW5sLMaQO1iaUkZ1TGVMY+wIs7GQpVD00z4PEIY1MzyrrgrBGY8EuZ2ctwv9MoDZtzGtZ3JVB4puKglVjUBthuf4SVYkf7yyy+vp+/8n9Q3aGoxl/zFV5+/MmL48OO3bNlMJ0mo/UqBWA23aQsWLFQff/Kp+uiTT9T8+Qv0w5V69+qhBg/aQ+215wDVo0dXlZebpSqrK9X24mK1kfptm7dspb5JBZ2fdG7S4cxIz1C5eXl46JIqov3LyMhSM2fN/rZrYdcDjz766J3hbRGENkHkGkKIdw4l+y+Jqh6YWolKE5V6MVWAiN90003q0ksvDZVsRjZu3Kj++9//qscff1zNmzdP31uK+00BhAgqdIhGbCc6KGHwctnbw6Ef/cluys7OPhVThPEKHIhedHKwLjY/AcuGjgbAtkCoYj1h3iS7luxb2u6vKBwFJ+NqnL0abNOPeCMJ1pfIriKbq1NxCO0r6pd6gvW5557TgpVsF8FqdmbqdWwgXlOSVHUa+eh/TTl1bzy6I+ZyfniVC7q8EAyv30Q84No208fnQqRyJpHK2vlB80xcfq+yLUWs28OC1Rxh5SnB9H1spiKooEnbBBOsWF96ejpZBtXvJWpb8XY9uorNy8oMXTjV9w5u366/710FKy5s6GIa3i9ToHKcQ8Ahg3VHa/ZyZprjjMsH7DSwt821zYibfruMywfMuE3tNpJRba/KUjNUGUYkaZmcygqVVlOhqhzba4L1ewlWxD/++OPHqV25uKkF6wcfTbjvwP33/8WWLVuT09PSVWZWFvU3QrcOFeQXqEmffqbOueAiVVjYSR2w/75qzCEHqqFD9qJtzdcPkFy8ZIn64ce5as6ceWrp0pXUd9mkSml5nEN8sRYPWwI4X3lWWK9e3dXBBx5Q3W/AbkN+dvrPfiSf9wEXhATDv3YQWgu9yR6nynIsRCuEISo+iC9UjhdeeKG64447akc2mxI8JAdCFSOqeKorRAk+Fw0NKmEAcYgRVXRMwuDhQBCq0b4j9EyyG3ffffc+P/3pT/WoMjo6mH4cSayiAcB2QOTytOIwn5HdQKZFMzWOHajscoriPky4avFqnP38+F7QQWoAP5Bh+u/rOhXH0P6ifjEFa7/nn3/+ZtzDyiOsaODREJsdq3pxsuqMZFW8hb6fWTvo3E5T2Xvlq5qCZFW9PfRuYhM7DeCzvxOvckLi4/f7NHGdNyDo8sD02fl+eSCoD3j5WxuoH1E/8z2sVKffCMFK34W+h5UsKsGK44KCGE3FqCo6/5iyuYgEw78feIB85Wq3Prup317yC7WzrHwXwUo1U+15wMeY4yxQOWTjMgDLwsx4tGYuy3EObR8w45Hg7QT2tiOMNm6GNnp78W3UJKt1uXlqRV612pZdoVKqklSn7RmqV3GFaldRiuHz8BK7gnW7BCv73nvvvXfWrl174jXXXNNo05hsnn/1+dPGHHzws7QrqZgxhnN1ztyFap8Rw/WUYDxXZM3adWr5ihVarKalpqj5C+ar/035Qn02eYqaNXuO2kL9MvTTMHLarVtnVVRUqDp2aKey6dzNyQ49SBK3TGWkZ9L5mkp9uUrqq2xWs36Yq6Z8PhUP2jy3eOP6Z2hzmmPqsyDEBcFrNiHewaNw7yL7VUFBgRYDqNzRmEKU4V2luH+0f38MTjY+mJb7yCOPaLG6bNmy2hFVbIMpVDGiaohDTPmFUMW9qrHSiewaagx/dcwxxygYRu3QiGD6rylckYZQxQgntnfhwoX62IQbWLzzFk/gexEJg3QS3BdT+Df6jK4oGy5fD5cP2H6I1RgFK+ZL/4sM0393wBHv0L6jfjEfutTvhRdeuAmC1R5hNTHTNelJauPCbSp3SpnKTk1Tm99appLz0lX7KwYoNThLVZfU9Uvs9TDw29+Dq6zX8kJiEPQ36kU0y9s+v7Rfnnnu2uWAy9eaMQUrnhxP7dUNJFjNKcF4l3SDBCumWX79/ffq2LN+qipLy9SIEXurN599XpXsKHUKVkavyzJsLwxwCJDH9QlC07g9RMhlOG6mGbOcGXIc2Glgp02wfQzHbZ/pd6VdcYDjgM/mtEkK+TZntVNzCqvVqt7bVEUnOmZUheesSFN9VhWoPTaVqbTqcs/pwVinn2B95513PqFzZ3xTCdZb//OfzkeM3v/r3QcO6Llq1Zqkt9/9QD3w0KOqa1GRevbJx0LtGf2DkF29Zq16/a231HsT3ifBupDOrXQ1oH9fNXzvwWrPPQeo7t2KVF67bFVVXUn9om1q48ZNar2+gL5VlZXignql3l/MEGiX145EbRfVu1dPvd+rV615Pqkm9Rz6bTSZMBeEeMO7RhNaKxBX/6YKMxPClRsO3EuKp+jde++96rjjjguVbARWrFihHnroIfXss89qoYqpOahgATe6EI0YUTWEKqbbQlxP0qnGYRzZrSSGRpxxxhnUCRlR+1AmdIB4qi+E6rRp09T8+fO1cCUWkUEEPkpWOx/YJjs7uys1xH+l4/lLMowaOhtk4PKzD59pdmwCgtFUjKpidLVVQPvLdQsEaw6ltWB96aWXbqQGV4+wolH3E6yYErVdUQf2mgUqPzNLZR3SRW16fqHauWyHyuyaozreNURVZJP4DzfZ9nr8cJWNZnmhdRHNb9ULV9kgPr+03/I4H/3KupZt7aBudAjWVyiLnxLcYMGKKZzTZs1Sx555hrqQbK9Be6nxo8cpvA+zvmD9ijpIoTaMjzXX3UgjDtOfYZhZjyDuMlOgmga43bT9rrRfGARsr1fIxmkOOW4eC1c+MOMghZqFZdRHmNVrm9q2B/UH8EpRPIC/uEZ1/yFfDVuXotqX7/CcGoz1eQlWPM9i4sSJMxcsWLD/7bff3iQXdSdNnjSmd8/uE19/893Up55+QW3fsV2dcdop6pKfn6/Q39q5s5zatDT9VN/zLrpEfTX1a3X4+MPU2DGHqGGD96RtLlQVlWVqxcpVau68eWr2j3PVvPmL1MqVa6i/QgKezlHsOs6BlNTQPbEA/Qb0YSqrqkgcd1FDB++1UrWv2uM/1/xnuy4gCG2A4DWb0Jo4gOwJEo79UZnjPaSo6HmE8a9//au68sorQyVjZMmSJXrEFkJ15cqVWqhiKgw+xxSqGFHFyGoYCC889RfTbpsCKOU/kV2533774QZX/coU3JuKqcr/+9//1FdffcUPd1pPBtF8H9lWOIKQlZWFe1mvIztcOwi7UWZcfjQ6XuUdzCPD0wBf1qlWBO0j6hYYWtx6gpU6GXqE1SVY68VTklR5abXa8ccfVfXmcpWcSauqpmNHQramuFJ1vmWYqhpEXzmV0eUDdtS8ykXT0RNaD9H8Pl1Es7ztM9N+eUxDfIkAC1bU1+HX2jSNYJ05S518wXmqO3X+9x48WN101dWqoryynmBdNCd0DyvQ67GMxSqHXI7rEYQuiyRWOe7KA3Y+x80QmHEb3l5gbjuHdjxI2vZx3CSFkivbFahZPYrV5j1KlcKTdJPJuSlJ9ZqTr4auS1L5FSVRC1b0P9DWv/fee6tItI5466231oYXaVRuu+22ns+8/MrM0tKy/NNPOUH9/IJzVc/uvdQ7703Q2zBs6BA9gyqNROvKVatVN2rnMNusbGeJmj5jupo85Qv1+RdfqYWLFlM/pEzl5uaorl07q+7diygsVB3a56ms7HSVnZ1FeRTPzNLTgvGqnKrKarV5S7H68cf56uNJk6un/zBrv40rVnxDm1X/IAtCghKqAYVE43Oyg0kcvYsr1egAoLHDPREQCVdddZXCPZ8YfYyWRYsWqT//+c/qkEMOQeWtxSAaDoyqooHE50Co4nMx3TYsVjGl62Cyk8iaSqwCjJBeT7bvl19+OeHqq69WkydPVtOnT9dPTJ40aRLEKtQqnkA8ggxTgAOLVUDHcirZEdRw/oySC7DPppl4+QOAoWjcR4tX+bQ6seqDbljNDo0fNSROMwvSVdbu+ap6W4VOQ6xWUTytKFul9MzUD2ASBC+8zrMg5x+IZnnb5/cZrrJB1pnI+OwrVaEhwumGQ2uqoHbqgJ/8RO0zfLgq32lNrvE57vxdsTGI8ya6NhU+089p9plileNspljltB13+bwsUln4zM+DRUqzD5j5JiTvVX5Zueq8JVflLKE+wzYSseuSVcflWarzdhJqFTtVdf1FAoPjX11dnUf9DzwzIca1+HPFFVesPPbIw5e9/87LNX/7yxVq9o9z1AmnnanOv/iX+tU16eHBAVzE6N27l5q/YIG6+rrr1RFHn6B+es5F6qlnXtC3Sp1z9unqjluvUQ/df6u66YYr1YXnn65G7jOUxG0u9Z22qOnfz1ETJ05RL7/8nnr6mdfU8y+8oT6Y+JlaRSJ4n5/sTcvdlTxpwttH1dS8KH14oc3QJD9qIa64hexPuCoJ40YWT/EdNGiQfl/rPvvsEyrpwwKqeO+//371wgsvaDHKU3+xLjRuCHnqrzGiiivjEIcQ0C3Bz8kgYPFCWvQsniTD8fiRrMF06NChHYnX/6NG+XJKYhQxlBHGTqMR46nJPuCdsxhVxT21rRbad65b+B7WzhT2ee655/7FTwnGlWe/EVaQnJ6iUoqT1PZ/L1al329SNVU1Kr1Htmp/+QBVvXu6qt5RVVuL2ct64VUu6PJC68D+/QGXzwuvskHW65eOVBb4lU9UsJ+oI3mEFVOC+/Xrd/1hhx32Kv02V1ORRnnoUu0I6/nnqd49e6i9B+2lrrvyb5RfVTvC+vIb79a+1oaPP2+fGXKc87kOQcjG4s9LJHIeYJ+fcTkOXX5gxm2wrWYIeH/MuJ+P/eb+23lmnMFTgYszctWa3DS1LaNKpdDincpSVNGOUpVeXa5fceO17ViX15Tg8Ahr+ZIlS0bdeeedeDd5/Q9uJBYtnv/S4mVLT779jnuTZ8z6QY0+5CD1+1//Su2x+wA6d8v0NF6Mjs6kvFN+erZ+Hc24sWPU2NEHq0F7DVS5eTnU/9qg5sybr2bM+EHNnjNXLVu2Um3YuFlVlIde6Zaejoc3petzFW0kHUW1s2yn2r6jRO0oKVFFtN/9+/WZmJWaesxDDz2EWQeCkPB412hCInEW2QNZWVl5qNxRIaLixxOEMeqKkdJzzjknVNIC706FUH355Zf1iCnu0+ApxrwenvobFmNoJFiofgFHC9OD7JdkeBJxk4zu5ubm7kWN9jUUPRVpu4FGGg0wpgr5CNYFZFeTPatTrRzaZ65bcL9vFu1/IYW9n3zyydtJrA7v3r277mTgXOLOGrNLZyU9WaUlU6O9qFTVVNSo1N7ZqjK3RlVtDz3qH5ihffx3WV8Yl9+rbHNgb3drpaWOodfx8/Pz+cLbzGU5tP0mts8vHSnP63PstImd5zruZhlXPuAyseYDvzJBtxMG8YNJMGvWrNGCtW/fvtceddRRaE/W0nKYDYPOeeD3sOr1Ur5LsB5/9k/V8UccTiJiL3XmSafQRoRea7OOBOurYcGKbcXmm9tnhmwAIe8bQhjqNq+4XQ7YftuAXcYVDwJvN7D3wzSXz2WAjwsw/RwyEK3VSamqMoXqf4qnVaMuh89/H7AeL8GK8IMPPqhZtGjRoXfccccntI76H9pIjDzw4H9u2brt7/vvu0/Kr391iRoyaC/1znvvq48+/lT97S9/UtlZWXoK7/YdO9Sq1WvUT4YP1/uzZNliNfl/U9Rnk/+nviehunnzFj31t1vXLmq33Xqqnj2LVGFhez0lGF8xbrHKTM8i8ZpB8Uw6NzGLLVkVbytRP8yeqya8//G6OTNn7LFs2bLop8oJQiskWM0mJALDyZ5KTU0dhCuRqAzRuGA0FKOil112mX5nKwQEmDlzph59feWVV/TUYYyo2kIVV8KxbFiE4TIr3g2K+0K/hKOtQeL/WGqY8O7W4Ti2JmiwcJzw8AQLHDwcs5vIMIKQMNA5gvoFvasMinegY9DlkUce+VfHjh3H9ejRQ1/8wHmI8wnHhzHjgLpi+tkcSRlUjsKanXRsMbBql7PSIEgZ4OVvTvCb8tsO5AO7DPsZM99eZ5B1uLbB7zPiBd5Xe1sZ2+9VDrjyIi1vpoPmxbqORAT7h/oRFz9Xr16tZsyYgXds/3r//ffHw/lwT+J2+n4b7R7Wk847R+01YIAaNmSw+svvLtf3CGrBumHLLk8JNgUqx21xxr8JhGxct3mlYzX7czhthsCMM7zNwNx+O26a7ef2zfSx+flN6Jeq8C1iG0NCFfsSygNe2+4lWNGe4Laf2bNn/4z6OM9dc8019RvhRuKCSy899ZeXXPDcwAH9UiFS773/ETV/wSJ16kknqCv/dLlKJRGOHcnKylZbt24jYfmBeuvddxVGY3FP9MAB/dV+++6j9h42SN+3it3cvGWzvud1+fKVFK5R69dvVNuLS1TZznJ97mKkPzMrQ3Wkvlu/vrvpacF77LG7ys7IOb57917v0LFqkn0VhHhi1xpBSGQKyB6iyu00VO54rQgaHhim+eLpwb/+9a/Va6+9pp5//nndcUA5PSWFGgpTqCIPD3Ai8I6W58kguvAAgLZOek5Ozm/oOP2ZjnMhN+xofHFxwHqlzQQyTP/9TqcSDDoGuhdCYRrtfx6FHT/88MPj5s6deyvemYuOBt7Ry9OCYYwrbvqAV3ngWibI8qYP5zpjLwvMfGCXsfNNUNaVz36vfD+4fJDt8Ctj5wF7HWYZr+3kMkE+vyFg/VgfQtdnsZ/LsI8JEgeuZYFrGVdZ0+flZ7zKmLDP71iiTGMe61gIup2oK3FRD+/RXr58udq0adNXf/zjH/+SkZGxnJbdQMXw/AFUoI0iWE8852x10L6j1JBBg9Qvzr9QVVfVRBSs3F7q9Rpm7hvipjD1ijfEANYFTJ8d+oHttkPbbD+3Z15pL+MyXri227UPWIeXYMVFdTyzYtasWX8g391NJVhnzJgx9PtZ33/9+H+fTV+8ZKk64vBx6leXXkTn0RC1cRNek5ek3y/eoX0H9X9X/k099+JL6sjDx6vjjjlK/WT4MGrz0tXylSvVtGnfq6+//V7NmTtfrVu3QZ+fmAack5NNfbMslZ2dqUdgMcKaQt813sW6ZWsx9dU2aMNF34ED+9+ybcOGv7300kv1OhaCkIhErtWEROQqsmshWFHJM3iAEhoEXOVGHipdwEIVU7UwohoWqhgqfI4MT/2dBodQR2ZmZk86fv+gKO6jhWjTU6fDDfwSMuQ9hUQiQ/uNOoanBbeneIcXXnjhjA0bNlxInYzOmJLO04LRQTE7LraZmL5IZew8jpt+O+4FvkeAMhwHnLZDGy+/F1wWyzGIm8eLO9D8O8Xvt6qqqiZ8rlGRUDlzGRhjb4+ZByLlNyWuzzK3h+MIveIcunwM57PhwhJ3xgGOHepDhDi+5rIoZxqvA5ihn7nK8Odzvg37g34fXM5rfUGIZR0oG2kbUYZvmdi6dWslxb8644wzbh8wYMBcyt5IyxdTWE6hnqJy2E9/dXRVRXnZpJcfwehrTcyCddTIkGC94OchwZqKKcEsWEOvtdHrILO/X/v7wT7aZv7m7N8fpwHiwFXOLGP7XGkz9IO32wxdBsz9DmLA20/rovXpLdTbGdrnUNx/H7AOP8H66aef4vV6d8+fP/+PTSXi+vfv364mPfPHww8b2+3iC89Vew8dpubMm6duv/Nete+ofdTZPz1D38uK82zNmrWqU2GhfpjSd9O+UxM++FB9+tlktXT5CspPU927dVX9+u2m+vTpqYq6FKqCghyVlp5C5yze104ClsRqejqdzxmZKpMM8ZrqJD0C+9n/vlJvvPXexymVFUd+++23ch+rkPDsWiMIbYXjyR7LyMjoiCnC6Ixxo8QNBRoRpB1CFfdZQqh+D4fgDQn/g+i44sFPo0tLS6kPVXM3xfEE4I3IbwvQPqM3hocvZZHlUzpn7dq1/RYuXDiQ0nnp6ekpOOe402YS7qTpE5KWC/V4CPJDkCXxMlyGgtoywJXPHU1g5iNufgZR7zMoy/4MDnn7dlkHPstc3ojX206GyyCft5PSejvCcawzdceOHbn0u+ywc+fOTtTJLyArpN9ye/od59PxTMaoNcBvFhei8PtFiNkRtIxeH/aDTK+TQ4C4DW+uKw/Y+WY5zmP81s+Y67HzkLbXYZbhuGsb7GUhksj0BSXsPx4kB8PIP57miYspvA04lmTb6bgXk38d5W/Kzs7eRL/x9RQvpuVKqVwSf28Mf3eE3gjkUzmgv+tw+XplaJt0iDIICR1SeX1ewGi7atcRZpfPAZxPobltoQNSH14e+Obzdjjw3U4Y+eptJzIRkr+Gjm9FXl7emn333fdHOsabKGsbLb+NsiFW9b0nR537y3Pz2rV/dPOmjb+Y+OwDj9FHxiRYMSV40B67q2EkWP/829/rKcGpqSmh19q8QYJ13tTao4D9wLp4n/R6w8bgPGHDfpqhHY/WXMvan2n6zNCFve3m/tgG7H2OyaoqVFpGlkrNzFHVyWn6t4d3bdOZomrKS1TFzjL9wCXsK2PvA9bjJ1g/++xTtWDBwjfod3nqNddcs8v9N43F519O/nTfkfse/P3M6UmP/fdp9c67H6jOhZ3UNf/4qzpw//1UeXmFHhnFe1nv/s/96t33JqgNGzeqnj26q31+MkLtO3KEGjiwr+rUsT3tJJ4nskWtXbdOrVy5Wt/3umbten2P644dZfq8xXmYRud0u3Z5qltRF7XXXnuoUSN/gvN5y16799szKSl3TXjTBCFh8a7RhLbAHmRPUid3JE/PRMOEBgONCQtVjCgQ6CxAqGLqb6t+gm1LQGLiAhIKCynalK/1iUuok4F6Br0QDNmnUzqHOiK4rxVThdMoDKmrUH1U14uqw6ynkM9l2G/n25j5IMhncOj3GRz6lWHMPGDnA1cZ12fAB8WJCyCIp9JvNWPlypU5y5Yt60BxiNhu1PfvTb/lnlSkLwnYzhRvBzGG3zim9G/ZskXfnw5DOvw7179/Nq9Or+kPbUIIr/LRYq8nls+wy6FOwz5iXRCieMUXZpIgRN0HH6bt07HDlTl0AFfQcVtM/uXUAV5G4YY+ffqs33333bd37NixlNavDxitDx+E8xtWt6Eh7I1FvlkG+X5lguSbITDXz7jWYRJtPgiyDi7DeWYZzjPDyvBxhWEKMF7xVStWjzzvsusK8gv+mpGZlbxq2fKTJz7/IN7tHZNgPf6sn6oTjjpCDRq0lzrjhJNpLUlasNpTgrEOFmx2yPC5hhDGvx0O/eJswOV3+WDAz+cHb7sZmgawjxza+ZzHcTsfBqqrKb8K77dNUyl5ndTyNevUkkULVUnxNtpGXUQlp6Spbj16qn69e6j06jK1s6xUJSWHZnfZ+4H1+gnWTz6BYJ3/Of2uRzelYH319Zcf+PzLry9+6dU3k3t076ouueh8ddrJJ+r6Zfv2Ur2/ePjSsuUr1R/+/Bd1yEEHqSMOO1TtuedAlZmRoTZs2qDmzpurps+YqWbMnE3bvEiPmu6kqgeDB5mZGVQnwTC6mk7rS9UzAHaUlFK9vY1sKwniNHX4+HFqyB57nrB8+fK3m2oKtCDEC/61mtAWyCG7l+x8VPjovFlCFe+oeZoMI4Mz4RCEaKGOBuoaWDLF0RtJpc4IhCrSfEm9rgdYh11HRSoTyzoa4zOAX5km/Qw6loijw4JpcNzhh6BNe+ONN7KoQ1NUWlraJTMzcwCJrz2pE7w3ide+FPbOy8tLgpiDgMXrRNauXavvaUc9AD9Ax5GnxNqgEwnsziXSnGdil0MZ2xcJ1zoYzkNHGnUY9gFTz1G/oXOLEMIdU/RpH7eSsF9I+zVr69ateBUGXnm1auDAgatPO+204m7dukEo0er1RRXsPM5bTHHnA2FuyK47GzkfNPc6gF2mofmgoduA7w7HGiedPo8pjQszFb17j84cMm7o4wXtO55RXV2VtGN78b3p6eVXvvSf/2zHcrEI1tBrbbqrvQcNDr3WprwyJFhrpwTXH2Fl0+sMG4NzzjQWmRza8UjmKmv6XJ/JxphxG952MwxiXuLUyyBWM7Jz1ZbKVDXl00mqICtVjR0zWu3Wt6/KJDFWSd/JurXr1JQp/1M/zl+kBu/9E9W3W2e1cwcJWtpfYO4H1uknWD/66CNMCV6+Y8eO4ffdd1+TzWLq2qffr/ccOPCu8849M+Wk449VlVTHPP3sS2rC+xPVHf+6SW8b3huObW/fvoNeZvv2YjXliy/UJ599pr748mv9TtVUEqJdi7qEpgXv1kM/hCm/II8EajKts4KON85XTAsmC4d4AnFJyU71ww/z1Jtvv6++nzHzuvXLl+ItBU0yBVoQ4gXvGk1oa/yB7F/UKKagUSJKyXCP5T1ks+AQhIZCHQ7UObYJjQsfU/RGtVHHaZfOzAknnFBQWFjYvU+fPkNItI4kUXcQCdo9qQOYhxECiFY8/GblypU6DoEHAYhOo5d4BX4dZRcoj3WaBFmHWQbLI426C6Ok2DZ0ZNGhheFp1BhJJlG6fvv27d8UFxd/SgL967lz5y5YtGjRClpFvdGJ8HkKkWpuSP2NFJoC8xjr83avw0/t0K9njxc7tO8wrrRkRxKJkSve+e89d9AXXls2asE6a5Y67swz1FmnnKwGDdpTHTv+KJVUk6wF61oSrPq1NvO+1luDdbBQQ8hxG1NQctwOOW6WB3YZ07z8LuN1cRxw3N5mfWzCPo5HMt73SD72Z2RmqjXbq9XkD95Sp5x8otp75Ag1a/b3atWC5aq8uFwlZ6SoDt07qkHD9lZlW8vUow8/rLr06quG7dFPVZRRF8TYJ4D1+gnWDz+cSPXVKlyk+smtt96KZ2vs+kU1Ak8///TYIw8/9AM6p1JffOk19d+nn9OjnuecdYb61aUX6/oRr6DJyc5RM2bOUo89+RSJ1K/0A8V69uyh9h35E/2k4P79+9B256ry8p1q/YYNur5dsmwF7cMatW7deqqvtlO9iycFV+ljgAttBfntVK9ePdRPRgxVQwYPVt99N+PD8tLyoy+99FK5j1VIaOpqNUFQ6kCy+8kmkmHUdTGZIDQq1OmQeqflwLHf5SmrDInYngMGDBjRu3fv0dQRPJw6gYPQEcTo6+LFizF6oWdfII0RWHSm0TmLhNmBjoUgy+MeXRLeao899lAkxHUnD9tJgnsp2VsrVqz4YMaMGXjl1vrQEnXIORl/4BwdOv6kzr179HyrQ6dOI7dv21a+fWvxue8//yBen1bv/I1lhPWUC89XRYWd1HDq9N9y9TVq584K/dCltRs3k2DFCCsJVgLrwLmE0BZnAOemaSww7dDO97NYljG3heNe8Lbb+2KmTWFu7refQAUcT6aPL03JUR+997Y6+aTjVXVapZr13vdqn7QD1B4Fg1ReejtVXrVTLSteor7Y+qnK2DtT7T1spPrvY/9V/QbuoXp3pd9waJZX7b5g3T6CteaDDz5QGzduxL3a51G99HRTTZOdOHFir6++/XrWa2+8k4f32Z9+6knq0osvUPnt8rXQxDbRVuvX0Nxx973qtTffUj897VR12KFj9Wtpqmuq1MJFi9S3301TX387Tf04Z55auxYXBXfq6b94UnBeXk74ScGZ+n56PJegsqJKFRfvUOvWb9D3uebm5KgRw4dt6FlUtCftK56kLQgJi3eNJgiC0MRQB6S2DqJOSah3FMbMA5HyQUPXYeeDeFiHnQ/MMpHyQZDttEj7/e9/f3DPnj0v7dat22kkYvVDe6ZPn67FIcTg0qVLtXDlhzwBWu//s3ceAFpU19u/2zvsLr13pCNFEcXexd4TRU2MPfFv7MmXWBITTTQaY9TYe8eCgKCooGJBQRGQKr0syy7be/3O78x7luHlXeqCqPPA2TvvnVvPvTNznrllQkc7jp2JK/XSzaQOOeQQ17VrV7d48WItl5DU5bm5uXfJ71fy8/MLQ8E3g+kkki62pa9dPQ/2hjTCzwN/mG2dB01RznAMOOncNt1atpnQomXmsKLC4rKqipKzJjz7Pz4FtkW8nR1hPf/M012//v3cCUceK8aQN8LqX8NKZNKg35tomiIGqUeDhJPUnSGe24rDb8vXf+wXg//YYGX3u9sj/rr7jyNKXa2LTUp1X82e51qnp7i0limu/ot6d0Xv65WoVtSWS/uwxVKUS4hJ0NHtt1a87Ga0+Nh16NxNRyMPGL6/i3G1DY1NXUh7a4RViGS93JeiS0pK/r58+fJbXtt9n3uJ6zt46OwzTj+p768u+GUUL8jeHj/J/fNf97tTTxrtbr7h97reNCY6Vvthi8wWGunbOd+6d9//wH30yXS3dOky0WO9a9eujevVs7vr2bOLa9+e+qS5+HiJV1fjKirLhbTXupjYeBcXGyf9GvKapH24orLazZu3yI19Y4KbPWfeYQXr17A/xqaOGSDATwxb3s0CBAgQIEAAH2677bZfiFH42MCBA1N69erlJk+GN3i7EM+dO5eptg3GM4hkKG8NFh6DdEfjQlbPPfdcx27nTzzxhJASHZWZIe7Jb7755gYNFOBHhUPP+03H5gnJ4zNathxcVFBQVFVefubE5x7+QE5FNMh3ag3rry50ndu1c4MH9Hd/+39/1u9ceoQ139sluJERVsQP+quJkcvGXL/Y9RLuF+k40u/GxBD+26A6EbFjc02sfpFIabhfpDBIlEh5fYzcG+a49l1aufjFMe5P3e9x1a7SVddVq+FJzg2ulLNlXGv3xPL73ew2X7niwirXtm071yIt2dWGykMY0t7GCGt9fn5+dGVl5Xvx8fGjd+fGS7Pnznyrd6+eJ7348uvRjz/5nH7C5uSTjtdvsrZq6c3wiJO+xlrWR598yo2fOMmtXrNGzrV0w4cOcQeO3N/177ePa9UqU+pYw8iwW5uV5dauWeey1m9wG/PyXWlJmW7ERFqQW+ofLXpgU6aWkg7x9+nd2y2Yv+i6zPTM+88+++xgHWuAnyw2WRgBAgQIECBABAhhfSkpKWnJsmXLdNotI5kQQwxFPmCPMcm6VxNGXLdX/OF3NC7TkSnPwQcf7D788EM17DBgxbgfL2R1i6m/AfZ+HH3+5QPSE1OnZGS23LdgY97G7Ozsk7ZGVncGkNmygkI3uH8/Mfr7CinQTYg1Bzllhw0EzC96zndsiEQOtwXi+MUQnlb4720hPD0//OcihfGf84cF4eHDfwONI+S6oqLcJSUnuuzVa9ypLc5zCdFJQmRjXHxUoosT2cx1Ca60ptSd1u58V58tuo2pdVEx0S4mNm4znW8PQi+s9isqKmqjHrsJr78xfv6Jp/6i/m93/ks/UzNp/Gvun3f+xWVlrXcFhYUNuimvqHBffjnTjTpwpHv52Wfcxx+86/733/vcMUcd7vLyC9wbb010/3ngMffAf590r746wX399XxXUlLhWrds4wYO6O8OGjnCHXHYwe7Iww9xhx1ykNtf8urapbOrKC934ye86/5xz3/c+9OmD3/wwQe3bIwAAX5CCAhrgAABAgTYKm699dboxMTEOj4Dg+EIWWRdFZuAhJPI7RE/uYV0RgqzI1IlhIONlWytl0hcqOgBfkQ46peXnp6alDg1PSOzT97GjWs2ZOec8Nm4F6bLqe1jK9sByCojsIOHDnGzZn/rZs36xqUkJ0u/JpPQPyVHmxMlXJNICPePROZ2BlsjiXYcyc+PbflFOu/H1sLy2++3SQ2iqyi5V5TGuZ7J/XSkMd7JPaMRia6PdW3iO7i2te1dSVmRS05Ok3tDrKS3/ctQ6+rqonlpxTepo6OjR3DfCp1qcrz0yhvzBg8aUD/+zRfd3/76Z/f90mXulNN/4S7/7e/1M2ExQtohz3zG5qXnnnZ33fFX16tXT/fBhx+62/92l/vTbXe451961a0SQs9GTKNPONr95tfnu0svGePO/+WZ7sQTjnIHHbi/23dQP9e7Vw/Xo1tn171bJ9e7Zzfx6y/kdaQ745QT3GEHj3DRUfUDunbtumldRoAAP0EEhDVAgAABAmwTQi6jIIUYp5BCjpHtIZ2EMdeOw8+Fi4XdHgmVzy9bt8AD7FXoeMABScedf/m/05s1H5vaLL1lTs6Gr7I25Bz6+YQXmJcbmSHuJNjtunOHDu7Vx550E18Z6/4pxKGsjM+9SjbkpLlBTOVviKCGE1U7DvffUwgnieHwn9tauN0D0Yn8TZB7Ap9hqamvdnJ3cAlRSTqaujWJjSJ8jRLVZs0zXG0dM1w37SK+DV1HSX4zJUw19wC5Jx01f/783Vb5Rx+5Z9GN1/22fvGSpe70s8a4K393vW729vgjD7hOHTu4quoqKW+d6CDOzV+4wP35L7e7G//4R/fOu+/KfTPOHXfsEe7ySy8SknqeO3H00W7fwQNcm7Yt9SUgpLuistJVVlSKW+WqOK7CrXaV8pud0HHRT+uWLd3RRxzc7bhTj2srxQruewF+sggIa4AAAQIE2CYYvTTCikGIYYXgZ+fCBX875w9j/n5JSkpqcO3Y/zuS8H1VXNb3EZbfCCPBAX4cOPIXl44c3Hv4R63atL46KjoqKi8n939Ll6w6cubEF5eFgjQ5Nuc9m35AtZSEhn7ZOfXzifkZ/Md7Av5ybAs7ErapUF8nRC0u1qU3z3RFMUVuUekclxHTSqf+xjmmAIdLgmsWnek2VuW4JZWLXJtWHVxGerqrKC+V+00o0RAi1Yd7EveAZs2aT6yurl4lXuyEfli/fv22vYX5TmLpulXLz7/w8rzrb7rFtWvX1j3/9CPuqcf+6zp37OiWLF2qPYc1/lXVlS57w3qXkpzgzj7rFCWpp592ohs4oJ9rlpYq5LROdweGoPJdWlsXrERd/qJL1vHiv/maYUaU65XISj6JsdGxKeF6CRDgp4SAsAYIECBAgK2Cz0MI0ayHbGIYMgLKMcQVNyWFTzB4ZNHE78exSXiY8HCNnfNL+Dk/YQ2dCzYf2cvRedTojOPHXH53WkrSJ5ktW+xXVFCYk7dx47kTn/3vlYs+e7s4FGy3wQgAU4Q9+NwQIfBkE0EKd/cEwvPy/45UHo7D40RCpHQiYVvphZ+HPPKLz9pkNG/mWrfp5J5Yd58rqs5zLWPaKEGNF4JqAllNi04XQpvqHl99tyuOL3L9Bgx3NZVlrlrIWGNZh48cM8sjJSVpbW1tLaOs9XJv6lNYWHiIHO6WUcdLzrkkr1OnDsueeuK/9Q/e/0/XpUsn9/RzL7rf/f5G98GHUyVEnSstL3HZOetdp07t3Gmnnui6duko5WR9b4UQzUrtf1HyLzo6RkeVo6NjpV7R6ocSOV9TWyuEFFJa5WpqqvW3EVcC4YoualJSU5gmECDATxa75UIOECBAgAA7h0ceeSSupKQkraqqqhFTbc9CjCu1P0eOHPlBUlLSvgK3dOlSl52draObfJuVT8lAXkG4IemHnfOHCRlcoV+bY1tpeUabc7/+9a/dpEmT9MP7bARVXFx8V3x8/F1yfq97KSv6pFI1t99+e5Hn8/PDkedcfI70nTvSMzJ7VlZWuJLS0rHFufk3Td/JUdUd2SUY4Rg/A+EgAbFCJtbn5Ls33n7HLV88U9ddKqkNiaYX6nPWN3lZwrHfjeSH6xf8gP/YHy48TqQ0IgkId/3w18Hvhou/vo35RQrTIHIuSoiYS0xxX3z1vmub38b9vddDbmDKQGmTKFcjWVPrOPmzoXqju3vFLe7Nopfckcec6Xr36ufmfvmR1DmmQTdWF9sluG3btrpTMJus8a1ods1dvnz575999tn5PXr0mCgENragoOCllJSUC3bXbsErVi9+KiEx6YK3x70TPf2zL5Q0HzxqpBu670AXFx8v5LJalOuF1fbhnzB5SGk0xFSPPX+APr3pvoy4VnjEtqJcN25iPSx6ZVQV4Ru19GUykDRW9OszaNCoUaN2+4ueAAF+KGx5NwsQIECAAD8Ihg0b1jk9PX1cQkJCazFemNYWMnc8Y+aHgBmlV199dev27dvHDxw4UAnrhg0blLDyzdMlS5bo9GA/zMAMR7g/v0m/sfBga+fAhRde6D744AO3Zs0a3TV4zpw5hbNnzy4UPXrW7m4AZd4RWHipS5QY4bWFhYUPzZgx45+c0hM/Axx97q9GxMYk3JbWPO3YuPjEqKKC/EUV5VV/nvLKo2Pl9E7rYVcIq7UL/ZzRr/U5eUJY+azNTE6qv/dZkS0JK2JE0u9G8sPdHvGHjRQPP8vfzttvE/vdGKwOVh9/vfz19Ivfv7Ew4VJbW+MSk1JcfLMWQlo/cBuXrXVHNjvOjcgY5VrFtnPFdUVuQfFsNyl3nMtLzXfHH3ee69FjH/ft51OFrJU5PgsTXi8jrCZGWFkGUFZWtkzuSQc9/vjj0zIzM3vL7/Kqqqoh99577xKJ6lWwCTB16tTYww47zN17/723LV+5+mYhkzEHjtzPDR7U36WkJLvy8grtM1Zm2gmCyigqpBYiriOpelr+1Hsj/TXV1UJOy6XuQlLLIarlQl6FtLJeVdJDpx5ZpR/Tn2tCM11in+vYvtuvDz/88N32GZ8AAX5oNH5HCxAgQIAAexSHHnroP1q0aHFDdXX1Vu/NGC57Cmac8q1TNhXp0aMHhqF+e5VR1by8PLd+/XqdJmzlwlDj2Ay2SGjsnMUNR2PhMQZHjBjhpk+frmXBgFu4cKFbtGjRFiQ6HHtSj8DyQ1elpaUFFRUV+3z++ec/+W/FDjvxrM4t0tL/kJyYcFlq84yo4sLCstKqivuXVeX/Y9lrrxWGgu00dpWwIvRzI6xvCmFdFkZYLYwffkKppCT0O/zYwkT6HUl2Jg4IP24M1g+t7v5jE7vugR37/cPFdBPux0hgUkqaa9G+s8vOzXbfLfrK5WZnubqqWh1iTU1Pd/36DHODB48Uvwo376tPXVVVpYuX69jqg6AD0oScRiKsEEFGXDt27HjJeeedF9OnT58HJU6M3BOeHjly5G+a6hulUoaoGUtmpHVObdtx4uR3L0lJS/1d/777xCQlJTYQy01ljnExOt3Xm/KLcO1DXkNpST/1Ru8h9+x2Xl5e5spEIK2MtOKHsB7W06f0YcnDCGtSYqLr3LHzwUcddfynkqfXYAEC/ATR+B0tQIAAAQLsMQjpapOenv5dUlJSCwyRPQkMp20BYwnB4GK9qMGMyR1FeJ6ksz3liAQz7CwN3F1Jb2exI/mhx4KCgtuEaP9Ffu7Zgu4htBt2YvLAvm1/Fx8Td0PzjJYtystKXFlF+Su5xXl3zHzz1e8kSJPUu8kIq/TjLCWsTAmeJSchEpEJq/UxP5nk2MR/zh+mMWkszPbENfGXy479fdJ+m5/f3ZpQ70j+yNbOmTBySN6Zrdu6tMxWLio6TtqFe4m3q3eVELR1K5e67Kw1+htiR/hw/QH/lOBwwsr69d69ey9/5513Dv7ggw8+lHO9ysvLa4uLi0c8+OCD31BVTWQXIPWJ+u67zzNqouJ6JcTGjo6Njf9jZVVVTI0QTtG8ltXWpG5OVsWV37HUTcKwg3AdfasOAuqRT0ZTIayQVaYDsxET5N2T6gaS6vXhapeamsJ95Knv26289PbDd8+05wAB9hYEhDVAgAAB9gIceuiht2dmZv55W6Or4cAg3BOwfMxA3RPYkXwwFA1m3O4M9kTdyAPCKkZprhDtQZ988klW6NRPBkecc9FZSfGJt6WlZ/SrE8JXXFz0WUllxV8+efXp9+R0kyq5qQhrdHSUW79BCOt4IayLZom/R1g55ydmIBKh8sjKzhFWv0QK7/ez/COJwY79flb2SO72yPaQU7/4w3MMca0TgqYETsgqLwKqhKRByNRPyCqltbpQ53BdbI2wgqFDh+L8+tRTTy0fPnz4c3LMWtb30tLSRjfVWtZVn32WVJIel15RW99NSvh2QkJ8C+piI6rRIXJKmfyjrJuIbLSnDyGqjKxCPqtr+FxNhc5eYSqwEledDrxplBX9VQthJbxuNhcT/eWQAb2PHTLk8IJQ0QIE+Mli050sQIAAAQL8UEg4+eST56empnavqanZfN5hCBh9exJ7Kr89Xa+mwtbKjWENthZGDPFoMUJLsrOzfzNjxoxXxevHqYgwjDrjgkGpCQl/T0lrdkJcfHxUSXHh8rLKyr9/+NITT8jp3VLHpiGsEI5ol5W9UQjrJB1h1U+KCBGBXBj5MhiBMkKF6z+O5JqE/0ZAJH+T8HMWHvj9wt1IsHpY3f3H2yPowuKYXkxAuJ/99vvbqDUCzLW6INTPxOpjU4K3QVhXjBs3bsiHH374XosWLYZLvlFFRUXnS7iX2PFcA+4CpKwUJuq1116L6jew9+dChodXlFewNl3KauQ02iOvDcIaVu8c/uiCb7Wy+6+OoIpbXlHmEVYhq37CirBjMp+3IX5srNZ1Su+B3c4/aN9jf/JLCgIEAI3f0QIECBAgwB7B1VdffaEYPY+IEZNghluAnzZCRnhBeXn5dffee+9T4vXjbvh+/eKPHjjipsSExD+mpmckFhfkV1bW1dy3OivnnoUfvLUxFGq3YGcJq3epbSJQjLBmZee5txhhZZdg9W98SrARqUjkyn8cHnZHZGvxrBzhv/1uJNg9xu/6JZKfn2zuiPjjoUdgfuFpAn99TId+HTDCamQVyczMbCCspDFs6DDdfVeOLz7hhBO+EQL7ZXx8fGxJScnajRs3DnnqqadyNKMmwpx5X9/SqXOnWzbm5sUwcmrk1JPNyWp0lEiM1EX+MbpaWVmun7fRjZXELS8vFcIqooTV23xJpxpLvRmJLSstK4iJjfk0OTn5zTHnrn0qKmrXyXeAAD8WBIQ1QIAAAX5g/PGPf5wohtcJpaV8KD+4Lf8cgHHNmjsxoieJQX1iU4z8/FA46JTzDktNTb67eXrmsLramqjioqLJ+YWFN3858dU5ctpjIrsRu0pYIU5ItFx7WRsYYfXWsPJZm8ZGWEE4mdpEVDy/8HN27P9t6YQf+2Vr/o0dA/+xwV8H1U/otx3bb+oL/P6I6cEvIJI/4ve340h+iIFyU99wAeEjrEZYY4UQ1koaQ4cMFXKoGzStknR6XnHFFQ+2b9/+YvkdnZeX99C6deuufu2115rsO81Tpkxp3rlrx+lt2rTuX5BfEMV04IYyQ1A3Kz9E2utLfFO1QggrI6mMsHIMUS0uKVKiCsH1/KvWS6tOFU1NyEyNn3bqqb9h+cAmZQUI8DPBlnezAAECBAiwR/H3v//9rfT09FOYDhbg5wM+CyRG9Ds1NTUn/RgJa8eOByT1OaDP35JTk69JSWsWVZCfv76ssuKWj1575nE5vVuM6ncWL04YmJpxdnlJxZJevTrOEFJSv6tTgiEQTAmGKClh5bM2TTQl2I79/tsroLE4oLFj4D8Oh9UjkmvH/vpybG64n8VpLIz/vP+3P4yJgbKb7vyCf6OENVYIq7Tp4H2H6IsHfksel/ft2/fFk046aVFKSko71oEWFBQc/dBDD30gaXkFaAJM/2p6j87tOo5v0SKzT76QVjTPyCqbK1EWoN/01TXR3hpUCGplVYXu+ltSWuzKK0pdaWmJ6ShfmO9riQlJEwf06f5xt25DgjWqAX72aPyOFiBAgAAB9gjuu+++hhHWAD8fMMIqhPU9MaKP/7ER1uEnnzEkMyXjkfSMjOHVlVVRhaUlz2bn5f7pu/fGrQ4FaVJ8v3p1r6TYxAvr66N+HR8X26aopPikHl07ToJ47AphNRIFMYVbrNcR1sk6JZhdXDlvpNVIFoA8GbEyt7Hj8LB+wc+f3vZIpPDmZ/Afh8PqEcmNJOHnjFz6/SKJ6cxcBKBP/c6oCCOJ7AyMWLqU3XToF/whp5DVSISV5f+D991XCuZcQkIc+eko669//evTOnTo8ILkFVtcXLxArrcRTz75ZLFm1kSYPfvT1i1bdXwwrVmz0yXj6NLSMq/O8o9Nx1h/Ws30XyGp+MfGxbuUpBTtp7NmfSnnq6Ue6S4xMcmVFJd+3bZ19gHDh19WHUo+QICfPRq/owUIECBAgD2Cxx577L527dr9X1VVVXBP/hmBb8ZmZWXdd/HFF18nhrVnzf8IMPKUc8ZkNGv+37TmGc0K8/M3lFWW//7jsc+9JKeavA7Llq0ekZCUfL1wlTPE0s+qqa1+uqym8vE+XbsuDwXZhSnBoTAiSlglbNaGXCWsKxbPUgLlH2E1QgUgT0aszPUTq8ZcE37709leCY/j/23wHzcG6mwwHfiP/X5W7/Bz2yPE9f9mdLGoqMiVlJRo/2dDIVwIKzvfEt7qg4507WfIxS98hLVFixabEdaBgwZpO7ILd2iU9XcS76FrrrnmjYyMjJPkVHR+fv4/161b98emnBpsWLZsyTmJSYk3xCfED5V8o0pKir3P1FRWSD1iXHJistQ3ScsH0Mnsb7/WqcFx8fE6tbmuvi53yKD9+7Vv375J19sGCPBjxrbvagECBAgQYLfi8ccfT0tJSfldTU1NF/nZ5EZUgL0SbPW5Mi0t7YFTTz21SUd7dieOOGvM39NSm92ckJAYVVhYMHXDxg2XfvPe+O9Dp5sKUctXrzs+MT7pxri42EMqqyrn11RW31NcvPHFAQMGVIXCNKDpCGu9W7dho3srtEvw1kZYAUTKiKjfDffb2rGlY7/9/uF+Jv5zdhzJbQz+etix3w2XSP7Ar5NIx4gdm1tQUOBat27tjjvuOLf//vvr74kTJ7pvvvlGd8hlmjygDuglEmH1j7BuIqyx+smXAQMGSWQhrBKefiB5rpTk+o8ZMyZDCOA3kn7LioqKGiHMox566KEv5ZxX6CbEWWedFfOPf/xldK2rP7u6qnqkkNWOFZVl8enNWriWLdtov4qDTEtY+taS7xfretW0ZqkuN3cDI8913bv0GD548H6zpc5NXr4AAX6M2PpdLUCAAAECBAjws8ewYZfGZXavfDwtPX1MbV19lBCNhz76dsO17vvJlaEgu4x169a1qqmPOTc6KubquPi4ntVVlVNdnbu3Q4dWE7dmuO8qYYVMbRphDRHWJR5hxT8SYYU8mRjhxI107A8TfhwugPMg0rmtHfvd7YHVx/Rgx+aGH4eLnfPrxo79gh8oLi7W8l155ZXulFNOaagnSyFuvfVWN2PGDBcfH69hOIf4CStuOGFtmBIcJ4S1ulYI60BJsV4Ja/go61VXXXWZhH9A0oqR/vu1yEHPPPNMhRZiN0HyTszJyelUXJGXnhSfekhycuo/slYvikmQeqY1b+nqo+Jc1vosV1iY7xKT4t2G3PXSD6Ndu7adTh03aML424OdgAMEUHh3iwABfnxIEMlMSEjoIXJkcnLycSI3JCUl3Sbuhe3atUv2gv0wSEtLO1DKcQvlSUlJOZcyyvFwOdVSpLkGChAgQIAfAfY58OS0jB5VbzTPzBxTWVkVlb9x4zUfvf7sb5uCrM6fv6bF8uVrf7lqTfaE2vrY76Ojom8TmvNxeUnlsA7tWh3ZsWPrCUI2PDa02xEiWRw1/NkEI2CRxM5HImzh4g/jPwaN0U1/SSxseHz7beL395/3uwhojOhKCM8NhZODhuPwfMLz9J8H5MGI6MiRI5V8sgkSU4JZy33IIYcI4axW8aexNdkclN9f/3pdNxrC9SJpDz300MNFRUVTJW69kNyhzZo1u47RUC/I7oHUuaJ169ZLenTu81VsdNTUeincmhXz3bzZH7sV33/ryorzpP6pLj4h0auTSGJSopProEf/1/pv/9uHAAF+4ggIa4C9ESzuSImPj+8dFxc3lE8+CNn7nRDAP4g8Lw+314UQfiwPmy8SExOnybm3JMxYce8SuVUehI+WlpZOkofEUV5yew6tWrVqm5GR8e/a2tpxUqbbpby3Cll9mjKKO0nK/JmU/bPU1NSJUo/XRO6mblKPMbGxsQdIfQeTjEi8JhggQIAAPyQ6dkxq3y79jfTMzNGlxcU1BXl553381gv/kTPhjGG7kZWVNWDVmpzrVq/d8H5qs7gFMfFx/xYDvdJFRf+qrCS/W6f2rS7u2rX117uLqEbmZkKCQi6kwX4bOVIyEfa7MT8TI2vh4o8DIG+M4jI9trCoyBUWFrqiQs81KeKc+he6AhGIHvEsHSNq9tvv5xfzB+xiW1Ja4uVrQn7mkl9ByJVyIfWiPIinpYUY7Hck0RFsibds2TK3fv169aP8jKiC2bNn60gro6Lhcf0Cwn8DpnPzm5F1yCo78rLLMyPqkm8XOTdGJFr09n9lZWWllF+eyX+QZ/E+Gn0PQLh4blV1TVlGi7auuDDHrVg2z1XVVLtEIavJSbxj1+/H6uhwSnJKf7EnAsIaIEAIwcUQYE+Dp1OGELN2MTExKXJz7iUPrWbyQOku0kEkQ6SrSJJIaxG5d3trV8KlMfAgqqiocEIC+fmKpP8XeUDO15O7D/FCkK+Uct1UVVXVFg95GOqJSOChhAC/ERHyz5PjEjm1QVx23CwSv4UiRfLQXyHueqlTkTx418o51nMFax4DBAjQ9OjXL/7wPkNfz2zZcnRpSUlNUWHBmZ9NHDtezmxiCtuBlStXZtRFJ42MjXYnyf3rMPFqJ3fw1XUualpsXMyE+Oi6z8Q43+l1vDs6JbimhuNNhIt7L348VdZl57q3Jmy+6RLCMeIHzyFIl98N94vkb8cAwrZu3TqXtWatO/nU03S0rUY/saOnBRJe/3p/hNgLgSxw06ZN002K+vXvp2XX05sibXbcGD77ZLrr3qOHG77f/k5rJrrwoyFPKWtVZZVbvmypmzHjSzd46L4uSZ6v6AX9AXRj+vTr1e9SptWrV+so6/333+/69++v55588kl3xx136NrWZs2aqZ/pzqYCQ2Rx/VOCEVvDGhcX6yoqq12fvv2lNDYlWETceG8t6zLJn42QCq+88so/S7xb5TgmPz9/UmZm5sm33367p8TdiOXLlycmJMUvjY2OavftrA+iUptlus7dB6vesVkKi/LcmqwVLi21WX3nTj0fW7V8zVWHH374bi9XgAA/Bmz7jhYgwPaBUVGewB2FjKbLg6CNPGggoakiPEFS5GHTVdyW8jtNjiGmDRspmABzI4GH3rZAfG7+pM3Og/LwKxfv+8UwuHvNmjV5XqimgzxkT5Vy3S75DaJ8bNUPWeXhui1sb13tgY9gJAiqxN0gv6nbUjlfLGktF3eN+OWLAbNQfldVV1ez4QRhttioJECAAAEaQ/dhRzXv0aPDs80zMk8qLS2tKyst+cVHb744Vk5t8yY8derU2N69ew+qqok+Njoq6pjomOi+evty9d/U1tRMqq6Pen+fbu0XhILvMl544bWnjjnmmAt3nbDWC2HdKISVTZe+dvWQVTlnpNXCA7t3c5/n2Fw7Dv8d6RiJlWfUqpUr3dFHHeu69+zhykuKXHz4y07TuGTJNNri4lKXKsTumSefcAMGDdTy62lJb3tAuMqqSrd21Vp3yWVXuvVZq4UopknyEt+fRChfwq9cscL1GzTYjXvjdZcvhDkjI2MznUQSe26Zi5DW999/r6Op++yzj47u8rtbt25KPkPPtwYd8hw34Xd6erquXW3Xrl0YYY1z5UKq9+nTz0XV12l4W8MaJ25MjI5G/1byf/iiiy6Kl3S+TEtLGyD5RRUVFZ3XsmXLl/fEp6XWrFn5j/btO11XXFIcwyZT9fWiQ/kXExXjcvM2uPU5q11O7oYvU+JaHX7yySfv9R/mlrY9UXR6m+h2t06tDrBNsBb7QmmLJSLbvEf/GLF9d7cAATZHOyFkx8oDoaM8QAbJ70S5QPqKGy9+beQ4wR42wFzxb3hggfCHmMmugjSMsCKWruTHaOUdGzZseEzcXb6g5QE3TOp2m6R9Ir+pB2CqFm/Nrd47i1CZG3QESBN/XPPzu4QH9tCX39kirDNbybGEyRJZIvKN6Gi6BgoQIEAAHw4++bzRiYlxf2+ekTGopLiopiC/8MIvJo3d6mdrli7Nax6bUHtodJQ7TYIdKl7pcrNaITemD11d1DslJblf9e3bd3fshhz1+uvjvhg58qD9amurd5Kwev5UL2u9N8K6fMnX3vczQ8K91e6vBnu22D05/HhbfgifMzlg5MHusiuudG+MfcVdduklGmZruPnmm91vr/69e+3lF93nX3yuI62A9Az+43DUC6GrFHJ33Y1/dFlrs1znTm3cwIEDtxrni8+/cF/N+tqdeeaZ7vrrrhV9Vml406Ff0FOk3+byXGYDptzcXCWVbJyEy/pV0jRBDwjniMMxhNU/wirP4QbCWlZe6Xrv01fieiOsxAkbZV0qVRki6RRfeumlR0q8yWLLxJaUlKyS5/a+Dz/8cL5X292L7Oys38bExtwg+ugEYY6KinYVleVCVLNccWmhW7tu1dSygqhjL7ts7/8Oq9ThRXHO0UoE+MEgfZuBif+TdnhS5Cc5627X2UGAnxXatGnDG8mp8iBg86CGBysPl3DwYPK7BowF/Ly3n956FeJ7RkSNHvOg2VkQ309YDfgjkt8XIrcIcZ0SOrVDkAdkO6n3H+XwCnFjeAj70RSEFZ1gJHkP3Fgtt/nzUCdPvz9o7BgQz1wT0fXdaWlpt6xcuXK37pIYIMDejOOOOy5hZXFlz3YtWvTNzt/YLTUxJT02LiZRuEttaXl5aUVZZVGz5mllbVu2KMzKzVlXWFRUEBubWNB/cO+81x56iKn7Pwl0POCApO5tuh0lhv8lScnJJyYkJkUVFxWszM3Nu+zr98e9J0G2IKvz5s3LTGve6kQhBGfW1tUdICYrg5Qzo6LqxtVWu/e6dGm7LBR0tyEvL++Q+fMXfdiuXceY+PhYt8uElSnB4xsnrIQ3cJ/1C/f8SG74sf833yM9/Mij3U03XOeuvPwKl5+Xp/nGyP2dzYjIj3DM3KmSZ0uc1K2goNC9+fZ499hjj7pp06a61NTUhvJsFyTN8opK99e//d1lr1/v/v6X25U0VspzM1nyhPyhOepbWlyiO/AybfncX57vxlwwxgnZc1VCWKMlv0063JykhvuFHxs4Rr/4G6gHgo7sOW5iU4L9I6yQWMpcWlahhJV2NKLqPUM3G2W9QtJ+VKTuqquuei4jI+OXEiG6oKDgtuzs7Dte2w3fZo2E2XNn3tW1S7fr6+uiY1hrm7txg9tYkCPtUuKystZ8XJJff1RAWANsL6Rf8yy6VtohIKwBAgB5SNwjROk6/wPHHjT+B44h3A9DAaKVlJSkDxK5sFQIh/Dg4sEMKSPczoD0IhFWA+eB5PeKlOcvYvBs7/pWXacq8W6WdNv4deDHrhJW0kUX6MifjumJ8+RBHe2Bjr/B6mew335/jkXX+RL/sLVr184JeQcI8LNAZs+ezTq07XxMYlL8CVEu5hAxZnvEJzKNn2tJ7g3yj2uE9YIKrjsMeMgLL9zq6srro6Jy5TosiouLzU2KT1xXVFa2Tq6wgpjY6FVR0bHZq9euyhs+cN/CuKTo7NcefRRjYq8zIo46a0znyuraIWLHHxYTHXNSSmpaj9i4eFdSXFhWXVPzePbKjXfO/+qd9aHgHurro1auyj6yPtpdHB0ddQI6qq2rnRJdH/VSfX3l1M6dOzf5soutQZ4Xzy1YsPi8tLT0qMTE+J0irEZKaXkI65tCWMPXsCKR7vn0ExPuxztyjHAfHzJsuLvx2t+7q4SwvvL6WHf2ub9wORs2uI8+/MDFin4rhVAPH76f69t/gJvw5huuV88e7r0PP3T33f8f9928uboEhbT8CP9tsDrXSH0u/vVvXGZ6czdi5AFugKQ9aMgQN23KFCfPBCfUTtfTHnfyKS43Z4P74IP33XNPP+2G7T/C3SYEt1qeQeRh6YWLPcf8x36/SL8NphuebegLF3uAYwirkVVcP2Etq6h2PXr00DTCCSsu/ULy4ZvBQyWt4t/97nc9JN2vk5OTm5WWlhaWlJQMefzxx1fI+c0Nl92Ab+fNurtzpy6/d/UxHmHNy3F5+TlSh+KAsAbYYUi/DghrgAB+yAPibrnBX28PmnBszQ8jgY2QIGL4sRYHATycIGc8dAAPcYjrzpBW0toaYTXw8JN6MI3iP5LX3cXFxRu9M1uCdaqS7u0iuk41Uj0Nu0JY0Svl5415qHyanmdMOa0POsRFn/ZdO8uL43BE8gulnSWHJ6xbt2625xsgwE8bnQft361Vq/TfxETFnJeUnNKF9YNVlRWusqIqx0XVf1dXW79SCOhKuWjK5bqJluuuuVzrmXKxtBCCmiLhm8fGRLeV+1bL2Ji4FNYaRsu1yG6rXFNiZkNrXU2IHEXxJc+6ujwhTCWSXG5UdFSWnM8rLikryEhrlpeQGLc+Ny8/K6reVUZHxZS4uqiirh3bFWe0Si179IUXyl12dpXkz5zByG/Htg5unjHHXHxxStnGkpY1FZXtEpKTMoQCDKqtr+seExM9KCYmtk9iYkoSo3boobysbGFlVc1LYrq/+M1H4zHsGzBv3vK2zTNSL4yOibqsvq6+k+joM/F+qq667O09TVINottOtbU1cz///Kvm7dp1lHvjLhJWObZNl5YLYYVI4E947sUI4Q12b8W1e7D2A/ltfpGO/b+jJYno1HSX2CzDjRo62JWXFLvjTjheSGKO+/ijj12MkC02PBq233DXp08f98H777vi0jK3PGuDW7N6pcuIjVLy6Qfpbg1MCU5ISnZrCkrdqJEjXJS0/YAB/V3/AQPcxx9/7NauWetipGAQ1mOOO5ZRbPfuu++6Fm3auQ8+/cKlx9a70oJ87femQ9ONX7bmF+mcwXTEcw49YQfY8zx8hNWmBCcmJriqmmjXvn07jauEFaKq8T3C6xtlvUTCYNjXXXnllX/PyMi4UY5jpJ6P5+TkXP7aHhhl/fa7Wfd07tjlmoCwBmgKSJ8OCGuAAH60b9/+H/LQuJGHDfA/ZAzhfnLx6IgpJI4pThgAbJPPpgsWlgcRZBUyi/CQYkMCCC0Pmkj5NAby2x7CaiAvqQ/rW/8WWt/aYBw2tk51a9hZwkra6JVdEolL3dGREVbLGz2x4QXEFb1CWtER9fYj/LcBf0TyWifuCWvXrv02dCrAzxwzZ86Mk2snsaSkRGy72Ljk5OQ0cdkkLVWu2STpM6xT55NT7OIdL/0yQfySJCq/1ZV+yoK6BPqY73qRn0LXxCgUvxiOxa0TtxZXzuNqYPHDAdXixaYjkEdeLOGWibAmu1pIRLn0/1IpX2VqamqFlKukvLy8RO4bxVImftfK+YoTTjiB8C06Dhj6++bNm12VkJCYXldbI9dV1ReFZSWvr1uw6D1XXcosi+3ajfPWW29Nvf1//0s+ZPhBzcsrqlrW1FW3E9O7eWbz9A6iu46VVVWtkpOSMqQ27aT87aKjo1KF2MZERTOjRIitGMx6X5LaUmOmo3LdCzvSEVyJUyEst0qIFfUtSUlK4q2U+Emh6+qr61xUlRi41XK3qJJwoiNXLdQnVohkfHR0bJwQjcTYuNjmFZVVzYWopYqxnhobE9MsNj4hCoKOAU92NdWVooMK0ZWbJelMq62v/ejTca98LlXc7NuqS9eu7RwXFXtdbHTsZXzasra2+onKmrr/9e7afnfvvL5NiN5uEufvU6d+HN25c7ddJKzS/HLsbbq0ibASlvO0EUJ4P+ivjQn38W35MWLfuWtX16ZzV3luJLgWcm8vLCrUe3oKU30lO7lyeJngpG/p5khFhcWuRJ4N1WXFbvmSJTp92Mpi8B+Hg3pQjt79B7gK0UPHDu2lP1Trc5M8IXbUkr5ZXFQsv+NcvDxv1q5b55JEt4vnzRX/ws0IayQxfYUf228rC7/9MN1QRq4Vv4SPsBphZdfikvIa17FTxxBJDY3MIqERVo5Da1kXSTY820uvuOIKvlrwrdxDOsq9o1ruIUMeeeQRNgTbvFBNjICwBmhKSJ8OCGuAAH506NDhH3KTbyCsIPxhA/x+HCO2Xf3GjRuVjPIwsvOA3zYCi8sDCzIGON5eEHZHCCsgDiLlmyHuH6RMGGN/FmGdarS/vtvCzhJWDCNGViGkkFV0RD0gpf76oy/S5kGNrhiJJhzxTJfAH8dgfqG6BoT1JwjpA1G5ubmpX331VaIYcsnSF5tJf8oQo7u1CAS0uVwXbaX9M6RvsfgtTX5DOFPkmBHFdHEhnxBLPkMVL3GiuZbod7jWj4AdR/ILh79/GhoLCyy8P57/2CMansj1Uy9pVUm9mLYB+cQtkDJvzM7J7VhSVt65vKJc1+7V19Uv7Nuz27P9+/RaKFErSktKiitra4tEH8XZ2dllAwYMqOjevXuJpLcrD/4Yl9kzZeDAns369OrWZt7C+RnRUbHNW2a2yKiorGgj7L2DNFVqYnx8q5j42Ay5hpvV1daliH+qEIT4qJjoRCEEsUy5Zaoy5ADigr7ElJdjyUGPGdUViF7QDcfetGUhv3X1kNpy0U+h5LO6srZmRVRdfVZVVc238UkJSzZmr1g8d/r0iBvNLFq6av/khIRLpOEvkjwrhPDdW1le+N/evXvnhIL8oJC6xot8I4d9hbBG7UnCigDru9omoWOuEfvtl3B//2/Sp8zY/Ly/8YeT1EPHesQfvQZZP1olddIRfg23CeG/I4G6UN94eW4wQuu9N1Iv/qqr9RTxaiv5Spmr5HkkfUrLb7rw6yWSNHbe/IG5wOpOHtTVBBIfaYSVKcFJSYluY2G569qlixBTb1TVi7M5aY00ynr55ZfflJGR8TfJj8/c/C8nJ+e3u3uUNSCsAZoS0p8DwhoggB8QVrnp38gD1g//w8Zgfjzw2cUQEgpZ5ePjPDjkompwSQ+SxjHElpFYCBjkD+IWTsa2BtLYUcJqIC75iORK3Jb6UN9B7AxhJR/Cp6WlqS4oP3oyIopQNsKZ8cTDm+39qSMj1sQnDDDXD79fqJ7r5DAgrHs5pJ3i3n333TRpM4hmkqCtECumpTaTfsEnpJpLsDYSro30AYgmfhnSR9LkOFn8GBWNYZ0bfSbU9iSt4BihT/ldE38YO95RbE8cyrUzsHi4fgFcE3ZdYBR65yys+Ms57k9cs6JTLnYd1ZU4xeIWiEDm2JRsg0i2SIGELRBdFss9raC8vHyNpFWSmJhek9gipbR9827l7F0j8TcbpdxBUHjaMcU1b52WnN68WWJcYiIvrlKTk+NS0lKSErjBCB+Oia6Pqo+Jjqqrrq8rLisuy99YXB6XHF9XW11eVZiTV+AKswskHQyZRg1fqWPMsmXrOsQmxnYWHQ0VvewnBRgu9Wor9VhRXVf9ZHZh/osj+vVrdMnEDwHppyeJ81ZdXW30tGmfui5dmoKwbvoO6/YQVoPXn7Yu1g93RCxtc/3+INLvcPj9wssNzG9rbmN+kQQdWZjwe0n4OTtG/LB6oTOeb7jcuziONMIKYU1JTnLrc4ukH3TR9iesklXf6CpE1TfKyqffhomUXXXVVS0kj7ny/G1XWlpaIvfWwQ8//PByKcrmBWtCBIQ1QFNC+nNAWAME8MMIqz2I/Aj/DQiH8JDhwb9+/XoNx8MHAmsjqRiMjBQinGvVqpWSNMAoKw+s7QXp7SxhNZBGpPpsD3aGsGIQMVpKPPQFAc3Pz28YbcYlPYxWdISLPnlQs7sjO01C+NFdJFAfA8eI5BMQ1h8Is2fPTpH2yly3bl0aG35IP82U9mwnbcL3ixkFbS99oo1IuhzzLeN06Y98wzjBXmDQ1rSj9VNzPePbm0IeSX7uQAPhDz70aNcrLr+5d9gxwDV9m4655qTNxPKOqpVTRRK+REKVR8fEVEXHxFbHREeXSzoV8fEJ5bHx8SXRUdEl0bGxxbExccVxcTHCkDgXWxgfm1AWmxBXHh8fUx4fowQZwlsl+TFSXCF5YoDYDYUqMJ1aOJk2KJY/52LFjynX3AQYGU+srKyNLysrSxaS1qK8srqNJNNaKpUkBnKG2JfN6+vrMqV2aVL+GJQi8XPk3Nzo6PivEuJip7dtm77bd/ndWYja3xbnxKqq6qjp0z9vAsKKir3P2rwphNU2Xdpewmruzoq/r1lfBHZs5yy8Hfuxrd/AX/bwegB//fxuuP+OiF9vCMAP2G9zrczU24Rrkfsdrn+EtWFKsDwHU5OT3er1ea5L587SB5I0nS0IK7/F9Y2y/kbCPSVSJ+TwtoyMjD9JfjEbN278V15e3k27c5R1FwjrBSJ0imdFPCX+gJB2bDLCmpOTo/ZNp04skd+87/rP8TL/66+/dt27d3edpb3DwzYVyPOFF15whx56qNt33313Wz5NAenLAWENEMAP1rCKsbwZYTUX+I8B4XjgMHJoJIzfEDAePPjzG1LKTYg1m9yUeCAxKgvww2Ag3PaAm8quEtZdwc4SVttoCbBLI7pjpBkdoStICrpATxBUSCv5oCsjspHq67/J2jH5SJ4BYW0i3HrrrfHHHntsqhg56dJuLUTPrPNk2m176YuZciwEIaqF/O4gLlNuU6UNcCGn0mzeGm6MMkB/4FpC6Acm5mcS4IeBXUe4dsw1Zb9VQuflj7qcp52FyKrRzFpW8ZXzEldsPab9Eta718XUKeGNiSmQflEo8dmSVdxo1rXWRjMfVI1W1gLXMVE4uq5eKJr+Fy6rE4brY4R/1UlPEdIbLfHriiVesfSa0trquo3S7XJjo2NXVVaWZ9fWRq3r1atjFmlrZfZyyLWwjzizpbyJ3Os//XTGLhHWbX3WhvDh12A4aGNzIwnYoo9EPEca9A2BheFQznteXnjQ2LEhkl+ksqMlcrFz3vTgKNVhlHhxnrp757z6NybAwvpd//nw8OYatM4ids34hZe0RlhxebnN8zE1NcWtXJuLjeIyM5qRil5nrGVVsqrHHlHld2iUdYHkw2yCsmuuuaadtPU8eQ5nyvN1neTd//7772eGwm7BThDWk0X+LtJP5G8it4n84NertG2TEVZezmM/3XXXXe7666/XNgNz5sxx++23n74gnDx5sm4+1rt3bzdlyhQ3atQo7Se7A6tXr3a9evVyb731ljvmmGN2Wz5NAenLAWENEMAPRljlpr/Fpkv+B47/mAc9pAoytmHDBiVaPDQgYmwc1Lp1a/3NmyymC0NcmQLMQ4kHEcYCvyFkdvPaFuRi/VESVogp5aWuq1at0k8VQNrRBXriGB0hkH/CkQcPbepsmy8Z8PPDfuMikmdAWCPg1Vdf1XWbon/ppiktRK/p5eXlHEMwWQvaVtzWontIJ6S0lfR5puvyhoX1oKmQT9oGoU25JhAz3HBpc/NHgLkBfrrYsq0jtTnXar0Yq1FFcqlWyHG5dJkcuW5za2vrN0q3goTmRcfFZMfHxOTL/a5A7gf5zZo1yy0oKMj+5z//WTBr1qy9fjrhzkKuHwz3m0Qf0byo+/zzL92urGHdggx5GYoAAN2uSURBVLCGpgTXSTyuUxO7fje13eawe6v/ONyPewLAtXN2ryiTutTWsGdB6JwXKRROf+j/hPgEfemLP2Uy8HtHwGZNPEfKSr0NEK1enstv/RX6HaWEgh2l2QXbwu+IaGqNHPvh1TcyYYWcRpoSDGFdsSZXfrdybVpnanyPqHrrWTeRVs+1UVbBr0SelfB1V1xxxfOS/i+kraPFVjlXnruv3X777ZsU3ITYAcJ6iAj9/UARa+CPRT4S2VrZWov0EdlWp0gUGSHSWLjnRH4twmyPLSD9r0kJ6wUXXOCefPJJt3z5ctexY0dtx3//+99qM1555ZVuwoQJ7uijj264jgzYREj46Cy2JX3E/Cwc/QgJhz+dNWvWNBDWESNGqI0Vnv6OpBdehvC0dgVyHQWENUAAP+QC22JKcKSHDr+5EHkYYryzLhXCygXPw4KbDxc3Dxp+c/GKoaXnMUAguLwpxbD4uRBWdER5KTtv9oyw4m+7AjO6ip5wTSdGWNEh+RrwM9gxrom00TrJ9ydJWKV/Jrz99tvxS5cujevatWuy6C65tLQ0TfoTT5Tm0jZMrW0l+msr/Y31SxBO1oky9VYJqPjFy+8UXD8BRXe4wG/E4prw2+A/DhBge2H9DNeOEa55f3+zY+6VclwpUo5IEuywzAZJedJPS0QK5TrIl/jr5R6VLeErJd0iCVuYlpZWRPisrKwyuedUnX/++UxHZmryXgepK2uz50r5ulBv7re7Tlg9/XGX3LSGdeZmhJUwuIQH5vpBO5kbfhzpN0J78szbsD7b7SdGcctWrb2RTUrj/SeWhNUDjbNhfZab8+23Lj0zU4zxFlou/LcXGlZk1YqVLlmI734HjGzQlR+bUvSmTc+fO9ety8rSnXjpi+hEzxJ3G+IPZ8d+1w/TjfV5b2R0E2E1shpOWBlhTUlt7jq2Z28HNonaRFAbXBXvOgofZRVCdJxcI+PlORorz9NxQljPFMIakajtKrZFWB998IXRH3300VMS9HSRXSaD24mVIuHfoZ0i8g+RiCRI+kCTEtYXX3zRnXvuue7ll192p556qtqE7NXxySef6GiqPNcbRlg5hry+/vrr7rzzzlObaPTo0e4///mP69evn/v973/v7rnnHjd+/HgdIZ00aZI77bTTNBx49tln3S9/+Uu3bt06JabS1u5Pf/qT3gtuvvlmd+mll7q+ffs2kGiuAUZ/r7vuOu2TEydO3O70LN6bb77ZUFYwY8YMHT2mv+8KpB8HhDVAAD8grHKhNmy6tK2HDxclJIrRQyOsgBsTZMzeEkPSIKY8uDFAIGkQVuL/nEZYuQky7WXlypVK9I20oifqYvpAiEN4HtrUGcJKHMBvgx3j+o+lrX4Qwvr00093EKOjldzEGQ6mgWKkHlK9GL57GSt6A/p5FSHnfF6FtXmQxyTxF9XGx0q4RPmdJg9L5n6xsy273RKPTYZS5FyqnEsV/2Q5Jix5QVKjwttGzqmL8UX/xUX8fiYBAuyNsD5Mv+bYhN9+P38fpm9zP0HEH6JbgyvhyuRaLJFjSG6ZuKUSnBs+BLhQhLW6RRKuQq7hakmnStLQdbekIfeq6tTUVNJhl2ZJQh8WKuJXK9d1nVyHtfIsKLzooouWiv8OQfI7TxxGxKIhn9XVVe6zz5gS3H2XCKtuuiTIYpfg8ZPc8iWRR1gRQLxwSJm2cMOPw39zD18l9/sDRox0Rx93vCtg2YyQKwoeCtoAwjNNuUqeMRuys92rr77i+g8aqH52frsgwWql/ksWLHC/v/4mV11TxZQSqZtXJ38yHDNdPVuIateuXdz/HnpY7th8KzxFw5sOIwmI5Af85/0wvZjw3PPL1gjrmqw8FxWT4Lp0aivPQm/qPXE2kdXQ9OBGRlmvvvrqOGnn2fIs3qe0tLRMjgftrs2XtnOElZ3bfyfyfyItiBfCDJH3RKaJbM8IMM/4iLuB7yrkemhSwjpu3Dh9Yc8aVYjn9OnTlWxiO9L2nPcT1q5du7pBgwapP+FmzpypBHefffZRoglpbdGihdqExIEQQ4T53vCxxx7rZs2apfYm5wgLSf3qq6/c+eefr+mfcsop7tprr1X/Dz/80F1xxRVu6dKl2m8jpUf+lNOfnsX77rvv3MCBAzX9AQMGuKeeekrzZwTZbLedhZQnIKwBAvhhhJWHdvgDJ9wFPOR5IDNiysgggh9GFMTBLlIMCDOeOGYqCHH4DTnDjzjbAx5yP0bCSn2JA0ldsmSJ+qEf0xPnTE+QWupGWB7e+LO+FV37gS7MDT+WNtzjhPXJJ5+8Ser5R6lDM/pJpHLZMfU1Pzv29y0L6wfnzajk2MTO+X8D/3GAAD91hF8zdn2Zv/+3XXO4kcC1Y/E49j8T7BoE5odrEkqXb15O2Lhx45gbbrgBUrxdkHQ/EOdwSScKwgRh/VQIa7eu3eV+uCuEtVYNonUbQmtYdUrwlmQVIY6BY9ODwX77/Tk2AabX8vIyN2LEge6qq69xU959x11+2aWN6txw0003u99cerl79ukn3edffK7fIPXntS2gFab1Xn3N9fK8qnYd2ma64dsY5ZkqRvf8BYvcYYcf7m688XpXUV6u5TQdmk625xj4j8NheiJ9nnPmIo0T1lS3fkOhK6uqc506tHHN0pK9eCL+UVYjsTGsbRUiHhpl/U6y3U/Cl1955ZV3CWG9Xto5Rp6pl7Zq1eqJ3TEteAfXsDJt9xIRiGt3EabpXiyyW0Z/dwSipyYnrBBOpuBC5v73v/+5Aw880J1zzjk6My+csGIbHXfccTp9l6VTINLa02nTpimh5Bzh/GEYRYXgWnixiRrOQViNDBspnTdvnuZHvtuTnsUjHdL7y1/+orYaxPfRRx/VpXLUfVcgffgnT1h3uYMF+NlBroXNH7yNuYAbBQSLhzyjhPw2P0glJAtCyjEkDEPCCC5hAH7+NH9qoG48vNVgCtWTKcD4UXcIMDpCV+iJ3wZucjx8TVd++NvDf+x39ySee+65ZtL2N0k/4HMsDUSc9kaoh7+s6IP6UzfqbHW3Y0bjw8Xfj8zIRI8IIG3rgwh5+n/vrFi5m0J2J0wXTS3oeU9IY/n5yxJI4xKuK37bdWbXGtcP1xjXE/cdjKlIwv3If0x4uz5JJ7xtAP3brhe59uKEfJwm97qD5Px2dXxJb4g4B0t8JavqJ2l7183OXztEV+GYf6Hf0dGb7hfk4RcvnnfeDzvnh9/PdOG53j2end67de3oli9b5v59773u3rvvdv/+173uof8+6B584L/q3n/vfe7ef4q/uCuXL3ft2rZxGRKvRnRNWuFtu1UR3RG+a9fOQgBT3fPPP+/+c9+/3b8k/Qfu/4/m5+X9gFcWKdPLL72kdWVXVqbahrctaOzY4NdDuJ7sN65fDI35G/ChfORbVlauLyqsjP6RYPzUP+THywxJr78EP0N+R0vffVeeI0IjtY5HkazIDw1mMDwg0lPkIhG+P7ylgn8iYMT0xBNP1GnBjzzyiP4Ov85+zDjhhBPcWWedpdOOl8k1z8BDgG1jy6s+QICtoEuXLv+UG/kN3PCBPQTsOJLLA5lprVyUtrGSGUmAh4+lwzGjqxAxfmP4YAzx8NhekAbEhTg7Eq+pgMG2oyOs6JOyMi0Y3XDMGzyMQGBpmY5InzC8aYbsMR2YMJwDuP7jcBeRPNdJG+yxEdYXXnjhqIKCgvfmzp0bhZFr5aDclWIk10p/8JfRXOqcGJoSzZvocFhYwLE/LjtrMhKAfv3hgP3mrS0f3wfloanW/jQMlCMlNVXf0MsJDUv/DG9n4mhYSRdCDthMpVrqyLnwtC0sbUo5yR9wnrRpX64V05mdMxCfuKnSd/AlPmucJScJ6IXxhyc9pkCJp44gERb4wxgIy4gGYcmnSPpZuC7tmLIy0sFv9EJ4YLMDbN11eD6EQyiT6Yu6ch0Rj3MWx8LyQitO6owv9wfChqcLCJssuk2QsMBeajQWlpdq3Kcop78dKBcueUVqcysX97lYwoqfEbjwsICw3OOsvoTz19dAnujb/2IqvOz+8H405t8Ytha+KdMCnKc+3bp1oz7/knvQjdsziiW6wGi/SiSKkVJrk1mzvpW0uos+Y7ZrhJVj/PR8SPS6l7BZORvdW2+H1rCGrkeEY8QfB4mE8Day37j+Y0BfP/740e62225xp554spsw+R03cOBgVyr+y5YvddGUTcJ1bN/RtWrTxs37drbbp1cv9828ue4+Ia8T35mo9w8Qnm9jYBdgRpjvufse0UWVG3HACNe6RSvXpn17t2zJYldYUqy6iI+Jdfv0GyAEsNQtXfa9e+zRR9XQPn/MBfIc976n7tdD+HEk1xD+22A6QrgecMnHxD/CiuufErw2u8BV1xA+WqcFxyfIc1LS2DQ12HtJyW8bdeV8aJT1W8lr/4MOOihh3333nS/P4g5iqyyTe2/fRx99dMs3wruIndgleK+EXBNNPsLKutSxY8fqtFxGKFn3yb3SzkeaEvz444+7gw8+WEc/mXbrH+GkHzFrjWm4Fu7LL7/U9P3Te5nCyzTizz77bLMpvOEjpeRBHPJ97LHHGk2vsRFWG7HFFmapXM+ePbf72m0MkmcwJThAAD8grGLEKmHlogS4/uNwl7AAg5QHP7u2YZzhb4YAwFDkYWQjsTxMMHJJI9yQ2xq48H9shJUyQ0owxI2goBumUDPKgY4IY3rBZV0GBBfDGOGGjo4Ih1i64a6JpLlOwo9euXLlbD25myEP/bvffffd67/99lvVj5WjpLjE9ejR3fWWB4zBzlFX9PDFZ5+7IjGQlDCKfixMYy6CcV8qaQ8dNtT1koeH6RAdoV/0hd6mTZ2qa8JqJJ8hQ4fqQ836Gi75U1761PtT3hcDuUTIda0btO9gN3z48Aadkz5i7ffupMkuvyBfSeFAebAdeNBBm4XlmDKQ/jsT33Hrs9ZpezYPja5DoiHxufJAo96nnnaajrz76wFYe/b1rFnu42kfqREGuT/jzDN1mpI/LC71+Hb2bCftoOXkN2HZrZCwgHCAsvFgnjh+vBJ/+hxhebha3pYu5xYvXuzeekMMCzH+2nfooOlznrV2eRvz3OFHHuEOOOAA9bO8tHwSt6iwwL0+9nVXkM+SgRp3wMiRqi90Q3iLQ17lFeXu7bfGudzcXD1Pm40Sg4GRJkBY/AlLO0yeNMllrcsS/zrXp28/CTuqIT1cwlB+jj/84AO3ZvUa17ZdW9W5pbUhe4MrEwIxdPgw118MGH9eBvrSxx995ApZ9iBp9+/f3w0grKRv4XApF6OYn4tRlJeXJ+Wo1/5PH/HX18LiN/Orr3TUqFXrVg26M1ja4fih/MH2xKEePBN69eo1W+5x+21rcxsJzxq+70QnbSCb1h8KiwqlT3/nunfvIX0ueqcJKzsFk17WhtAa1kXed1gR2sDaht8WB+ASz34Dfvvh/23HuBpP0ktr1dbtM2Cga5+e5ubK9XnxZZe5dWvXuTdee1XqFCf3nnJ3tBi8+0pff+mFF+Q5keZSW7V2H3/yiYsqK5IyeWXYXpBnQnKyc8nN3eijj3SfTv1Ar6MDDjzIjXvjDbf0+yV6TTST5/GYiy6Se9N6N/bVV9wxJ4x2H305y+WtXeWK8zfq/TlcF5Fc4D8G4b9BuG4oA2LPPFwjrEZaIaz4paQku4VLVrmUtEy5l9e4Vi3SXZtWLbT9bZMlnRLsI6o2RZi1rHxmSsp0ruT72uWXXz5B0jwWQiEkqfN99923VgvWhAgI65bwE1aInxFMNimi/SMR1vBNl/ybJfkJK/BvksTmTIRlurFNAbZNmrhns4ESRJS8LB3Wpxop5jn4zjvvbDW9SPEWLVrkzjjjDH0GAPJhoyb65K5A+m5AWAME8APCKobsDTy8gT10/G64H+CChpDyJphjvseKgWdhuFi5GREGwdi1qcJGxIA/zcbAg+7HRFgpL6BuCEYcfjbqQl3QmdUd3fBGGV3SDpB66kkcExDJtWPKJnH3GGGVfKJuueWWr957771h1IVyUOaSwiJXLXW88uqr1RinXP4yUmeeg/f/619u9arVrmuvnvKA9AxLCxfJ5buWK+SBBwG8/W93aN8y4xM/yAT9jzeof7jhRjUO0zMz3N33/ktfBPDAIixt0aNHDx0F4SF003XXu+/mfeeSxTi6/8H/6ofLefAQFqOpgxA1wvKi4YbfX+s++/RT7c8PP/aoGzR4cEOfp/3IB4OIuDddf4N7/bXXXKcuXdwQIUWEod+vXL7Cffn5Z+6Ci37l/vXv+3Qknfpx3l7uiIf74P333S/PPkeJ9wknnuiee+lFHaExndBXrD/O/ma2G33ccToyxa6L4ye9I0ad/AsZvf5+m71+vRu5/wglVrxN/ujT6Q1phoP0DhpxgK7lOfn003TTNOo3QcglffTDj6dJGoMb2gHQlw2/vvAiN1Z0wIYorwp5Peroo1SX1BXQFsSjfL+76rfumSefVLL78KOPuNPOOF2Iojf6S79Ct/Qzro9/3nWXTqMknb/ccYe78FcXhYiiGO3SNqyXol24zp547DF3x+1/0TY4QAwPwpRIHT54b4qOLt99371u1CGHqB/tTprWZykf0ypfflHsN/l985/+nxorNrJsZSMso+EvPPece+6pZ1T3F//mN+7UM8/QPKw/oRvC0na80HhBDJvjThytZea8wfQTDvOvrxWSVeu1aRQf1YzmJcGWbUh4jSPCefLYmg3KeV4CsCGPd01uuna3VSYD7SPPlJrBgwcPOffcc1lHGDmiQPLj0xqPSR7R3ksA8ZM/tNtXX8503br1EN1s3xpWI6yAMNQFQS1ZOfnurbffccsWzyJTfflAOS2MpumT7YHpBYQfM8LZY5++rnWX7q5Du7audYtMVyLXEtNuExPl+pYaEK5Crm1eYHHNb5T7y2q5Z1UU5Lkl381tmCEC/Ok3BurBqGKvwcNcbHyi69+3t75Yq67yntP6sknCQaR4DvObT+AsXrbM1Uj//P7bb1xubo4XLqSDxlxDY7rCP1wnfuGa4RozMcK6+Qir3AtFV0uWrXbNMltrn4iNiXWdO7YVfSVIu3rpeGQ1RF5FzE9Ja5zW5UvJ8yAhiv9P8vmz9LMYqf9Zks8bTb2ONSCsTQ+ej/SPbSH8Uzf+9ad+gru9CE9ve0Ce9tmepoD03WANa4AAfsiFrFeXXWSR3HA/wIONhwiGIcdc3IwA2WYJkAgMM51SFwqrDx3fA/GnCL+OuElSV4x0AMlCJ+jHdIQhjoHNb4woCIE9yCPp3u9G8PMO9gDefffdfdavX98f40ezFdG6SvnbiOHRt39fnSrDxgpMOUPOPPNMnUaTk7NBd03u1LWLrtmi3lsD6UMQIFA9evZ0CaJHdEp/wqXfocf0jHT91hvkEv0xyoheIRj0U8La23v6JYQ1JyfXxYph00YMJfouD0jCkhfhaC8MvuzsbJ3qw7TVlq1auUzJj3wsrE2RJ9+NubkalpccLSQ/4mDAAF5YxMTE6Wck0J2JXUfUlbA52RuUZOCHEUc88kEIb9cQbn5+nsZjVIGyoU9GuS2sH+gAow7ynB4a+SU8hAHxg7jkj0G96bqVfKQ+1Jef+Pnr4AfT99BJYkKipO2tcTd9UR+AviB0tBMjy+iMMOVl3iwD0qXtrRwY+c2lnUgXKSnxPptlaVMerjPIJn60U0pyihruRlCSU1J1tJW8Ibq8FCAuhJwXFuiH0c9yid9O/MgHfeVIH6CslJ2pr7zxJ6xX3jJ9uZGYKOWSOmRL+1dKfMLzOYYhQ4ZoHShTaWmZGDYdNP+y0hJ1txfCJ11cmtxHelS75v0qXUKHGhcVlyAkNhTAB9WF6Ky5GPzJaRkuo0UblyS68Npxc0BUk5JSXLqEYUQro4UQA23jHb9Xi35i5do6bDvijhGJIpwFNeKFH7MedhSWDteD/A+5Jpt+o/OtiT9cpDjm5xfzj49PcGuWL3Mrvp3lPpo4zr301BNu/Ksvu3Evv+BeeeYJ9+qzT7lXn3nSvS2/J459xY19/hk3ffJEt27BXLd80QJ9abOjIO/Kyiq3fO5st/q72W7cS8+7t1950b3zxmvuTTl+TfIci0heE19/1Y175QX31ovPucUzZ7jFX3+p9xD6OAivl0l4vU0XkfzDz/vFH9YvfkBO8wt5Fsa49GZp+sKS+1N2zkbtIzQzLzA2W8sacrl/ete6Euf9xW+/hQsXfi3xtXfIPWb/+fPn77FnZYCdx/aQVcA3/sP70K5gZ9LD3mjKMvwcEBDWADsEuZnLNbb5QyOSG8mPBxwGJUYwDwgMRW4wkAdcfvMAMcOZ8BbfEP77x4zwulB36oxuIEJmeENU2ZQD4RijF0MWYkUa/AaWXiS3sXOChoPdicWLFx+xcePGhp0FyB7iUyXEoK8Y6AUFhe6jjz5ykydPdu+9956bMmWKTlv9YsYMt3zpUv2wPYQJgz30GYJGgZFTWVmhIwY9e/XUCvrqq6QSbMzd6NauWaN9rbauVkkFJMhAHPokoD2YgsrUVdrHyC3HgDwhT4B24UUC5IY2bd2mjfZvf1hrM/KulHbOzfFGKyDXEkkVRFzIESOO7dt30N+RQNkhwxjshIGEMqJg8NedY/oOxIiRI77hSFnwx/D1hwWQLQw/yg7ptPNmTIaDsOSNwejBMwrxiw9dz4jGDaVloByERThjdSC8+SOA6X+AcrHbqf8aoF8RTvUtLrq3ckP+rNz4GRG28LyEgDjr6CzxBbyjg4SSrr7ckLwIy/XIywFvmnat9rdWbVrrSBQWMuv1yYuwvPigz3CvIx2kZctW2t7onfa3+vFCir7IixX0WVNbrW1Kvy0q8l5QbQ8YWY1NS3ZtRxa6X/76QHfj7/7PnXfZAa7bUeUuPlPutXLeD0aYcjbkuncnjHfvjn/bfSjXX27OJmLiR1ysEHIp85R3Jrr3Jr7tpr0/Rfr7ps9qbS+oC/d7ub6Ove222zbvED6IXvYV5yBpsyj/yChC26SmiW7kmmNUUlpWz+84Qn2TviJtriPG4lJG/PWcHEcS+h+uP4zFCY/n928Q8c+V+0VBYZHqA2GUVV15XnJsgl+B3I9ypH/RR4mvpQ+ltb2gzGVyL9iYny/3KzbPipCfHHvlKVP95knYIgnLvaqh7FuRxurs1wdi+tuWhKeDAKbzLlm62sUlsC6cNfqpeq60tNxlrc+VfrLpGveTVt18Cn8RrskQbujSpUs+90gg+fbv16/fznaqAD8CcG9mjevIkSO1nwXYOxG0TIAdRcONO9KDw+9GOodRjxFmRj2jDTwYcHk42vQ5v+Fj8Q3+NH+siFR+/HiImjGAPtARBgOGNUSD3+gIPx7yfkM93PVLuN+expo1a44WAzeKugEphauurNKpWB06dtANiRjB9Mv69et15JEpuIz8IGXljNBu+7ZVWe5NCW8lRj8jfIy2JSUnKXlhVHXGl1+6FStXuEULFzbog7ekfB7CRvpZv7Vq1So3d84cJSqLJSx9lTZidJYwkFbC8yKB8vLQI8wyIdm0H2mnpKbo6BNhEcJCZqkj59esXq1kmM16KCfGE/4QUdqdekCiKD9xEUYEuWaKJQ++Ffn999979RCB0BOeMEhamjcaz3UFKBt14MFcEzL+qUNqsldvP1ZK/SkD7UZ+wG9c+pEnBjT9Mpr+K4Y+IB/5o9c8U3YBeaSERI1GwgiKhYyRNuRPR5yFiFhdKZ9dA5QFl/oifKTdXn4hpE97IfQZCC2lIe01a1ZrHAvL/cj6mo4MSxtASHlRUFvj6Yv8EhITNB5TtFn7RlxG/Vm3S50hurRPopQZvXD/Ygo75aQfsW5p9uzZev1qWMmLOhGO9LOkDiyTSJO68v3Bzz//XMtPPhY2WdwiITTbjSjRbY0Y49WxrrJ2oyuqmi362OjS21S6+OaMSm7eflxX5aXFrqy0SK6fMpedtdYtmPetGvhbQOpYUV7iystKvLDr1rj5336jhEASCgXaNtCp9uPi4gMyMzP935ncDNJHzhdHbx7WX7hOAFN8W7VqraN+vNyREOq/Pdi8qKH7o5FVjsW1vu7v95H8OA4PEylOJCEv+oL1B/+xX8L9LC7ih/ltTQDxKaM/ze0RQBr+8tvx1iSSfvx+W9NXeH4mENSs7AJXWlbuMltk6v03LVXu32nei8n8gmIhrTl6DOjPngh5rd9EYOlPEFjB6Msuu6yvXNd5+Mu9q3tWVtb2d+oAP0pAWrnfBth7EVyEAXYIXbt2vVeMvN9zszfDAdd/HO6G+wGOfW80G87xwAL+sCD8tyGSPw8xDEV7GO5pYFhjCPNgjQTKF47G/KifGoGh38Ae2gbz97uR/Mw1Ef2vl4fxaCFlX+vJ3YQ5c+Zk3HPPPYvEbWXtQflLmE5bWu5atGyhU2GlNUW8cgLC8BF9dktu0aKl696nt1snhCMuzhvJjFQ3AOFYv9obOWVEiw2ADARhhIawxUL8IR0YYOiYaZ+MbPG2nqJoWDFgGHFh05Mli5doGpQyQcrQs3cvJTLSSOqP4ePptcYtXLCwgWxKSq73Pr2FuDRz9RBECcOUSoBBvFCIMPUk7JD99lPiY9PUvpk5S6ePUo8+ffuITmIk/1CfF4e6su4RUk3e9BdI94BBg5SsWT7EYNST3T7nzP5WySvh0TFra5ulN1fiq+onXTHaMfzmzZmro8voiOu1X//+rm37dlo+0lSNSzqMLi6cv0DJIyNeRx9/nBIzXq5MmTRZSQkjhn3799MRSLtucSlDXk6ubkjBMfmwsy+7MyYkJWpeFpaRqLISqcO33yoJpg7obaDUgZcBkHwJuFlb8MKDqeeEI+2+/frq1F/KTDEgyNQB/SwRAsrIIQT4kMMP17bghcdXX8zQNdGUnc3BGO1n2jJtRDz0RVq8DIG4x8Sw8Va169S5k04fhzQzGgbZpVyQIjaCWp+VpbplCnLL1q10TRNlROiH2kaSPmR2haRNWsMPGKFrGQ2my3DgjwEeLe2R2L7MpbakvEIQNzRzZeuk7rVCyCV9A+EhfOWlZfpygbwzhABoe4XawA/0Sd+EWBMWnUCoNN+tlCkc6JBRaunjJ91+++0TxWuzQHI+TZx5kkdnrl3CA9qfgPb70+mfud699nEtMptLOWI8AoLIuW2tYQWkw+Y863ML3Jtvs+nSV5wVf+8eTDhzTYC5fpgfetka/Ocjhd3a+a2lvbVzhkjlNoSf8//eWn3B1tIFdn5r9cU14Z7gdyEVzEJgdkNbcdOaZ7jcvDK538W5Lt2605B6TcXHx8r9p1QJK+2WkdFM17TGC8ElHdt8yTZk8o69tazZ2dmf/OEPf+iZlpbWVq7FErlftmjqnYKDNawBmhJyXQWbLgUI4IcQ1vvEIL0GgwrYw8fvRvLzuyD82P8bhP82RPIP9+NhtLcSVsoWju3xs99+/0jHfndrfpRNDL49QljvuOOO0V9++eV4Meaj0AtlgEisW7la2w7DHgPSK5kHa1HaD0LRf9C+roUY9Lk5G9QYAZHqR73Q//cLFuCjaTPteAtIvpA91hASjiQwZOk3WwLSGi0GER/n99oUAwgSRvk1+1CBcSgHhAeDiK5JGMJCkLzAgBPeEdNCWU8aJeU5/OijpQ5ePRih/XTaRxoF/XhlC0UCoSQYUU1OTtF8CUs9IOtbXiuUlbDJ3kiUnKYekFiPxIeCCYhKeozu0WZeWkzXL6PfeIF8IG5CQmJDvz/9nLOVwBTk5bk3XxurBAySTB00LQlv2fETXfnrQH3Ly60OvoKF6sCIo11f9A/KtWV9vXIlJXnr4gFhdAq4lIe8wkF/gHRBUtjgiBcpjLp+/dVMN3PGDG3XLdtyE2z9qoH6GrH2g3Kw9pL1i9SJOvKCwEbBgcaQP6Yfdoul3kcdf5yWyU/kI8H8ddpjTbTkIga/+tS46Fg5F6FMAL3afZOy00cigfCbhRWdbG+Z/MCPeoluH0hPT78mfHMbyf8ccV4UHUbTtwnvn8KJH+27bt1at3zZcjfqoINcVL2QfglDWHLcHsKKy7W0QQjrG0JYly36UvS16aUhoun5wvuPdwSR+p4h/FyksI3F31q6kdBYubfXf0fjbw1Wdr9rQj+zYyOsTMlv166969Sll8tav861bN1W+hCfP5M+KeG5ZrjGSkrKXc5Gb7d2pgp379JBrlPvOaSkNdSH9RoTlzjMmrjlllv0+pW8K4TANn/ttde8OcJNhICwBmhKyDUXENYAAfzo1q3b/WKUXm0PbxDJDfcDxMHIQDjmgQH8DyM//HH9iOTv9yMdHjQ8hMyY2pNojLCG1w9E8gPmj0vdEL/BhD91Iw+MNQvnjxfuhh9LO6yXnycuXbp0lp7YTbjqqqvunzdv3tWM1FFmRsHSUtPcvkOGSzuVq1G4Cf62jdIpWzrdU8jPh++/q2FNr/76mEvazZunu5499/F2yRXyt1mS20SkwKS/yd+ONvcVbDOfxgNgPLP5VEFBntsopBw9McqYmpbuiosKlTArvKpqUl7+pGmewPLw+4FIeYeHMUQuZ4Nv5NMKyGNmS6ZWx+lnYBKFhFZWVbu83Fx9QbAZSKexIjSCrQdv5OwO5kEdmjdLl74jhFOnoEe5Vm3auuz1G4RUVkpbyLUm4bY/WQnJ7rybwWKH+cvPza+HTYCkpTVL0zLxIsb6Pdd9JPxQ/mBH49Df5Z75nRD+YQ888IC3sDgEue+9Js4ZIvrtVaDPEEmL9MyPFwVz585x9XJuv+HDlPwridbwjRNWQDoIpGV9Tr579Y3xbs3SbzY7h2ztudcY7Ly1V2No7Lzn3di5xtPcWnZbK3Lj9UEHocMwNLUOcCMJ7c5LNAjr/iNGuMMPO8LNn7/A5RVXutZtWmvFjHhCXD3SGu/Kyirchg0bXZW0e2pqsuvRraNLS0mmRtr3CK/kVdxEIbM8q/7yl9tdebkuPajMyclpFhDWyJBrIiCsewHkGgsIa4AAfghhfViMisvDH9z+Y7/LQ8ZGVnhbjz9+do4HBAQkXEgf4QFl4Q2Wdjj8ee5thDW8DiBSvYhDme2c6cEv6ARYfQnPyA55+tO0Y1z/MSAfSWeDyEnLly//Uj13A2bOnBl3zz33fL1kyZIB1vYQAnYYPXb0iboDK2++Q8USyIHvWEcb5Tn45YzP3PeLFuooXnhd/C5ppaQ1c4cffYwSXfTlnQ6F8f/1HN8BZ0LHDU5YWKDHDWe8v3Y+dNDwN+SPY+W03mu/OYtxVSxG0ldffKbTPQmDYTbiwFEugSnCoQ1yNsVBl7ibE1k7y8mGY8GmeIKGc6G/myJ5f+23uvLH+28e8tdzzfHnRb8qLyt13307W6e58k3WAYOHCHFlvWrkkbrNYSkJtnGdb4LFaSR86K8vZYX6hEUhDC85uIa/mfmlkMNy7a/tO3Ryffr3l+NN97rtQyNl2szbXzI5ESmKBEG3TP+e9dWM0DXjxWusPD+UP9iZOEI469LT04ffe++9fGZLA8r120Ycvr3awrv3eX1IiaikRXvY/RA/7oELFsx31RXlboC0F9P8q+T5A0FlpsXWCCvgflNcUuGmTP3IffbRRNEx15eXD2EsnP8Y+I93Fptdo41ge8KAbYXbkfJuT9imrj/H9tuOec7xOagB/QfotzeZEvz1N3NcUVm1bmwnhRDS6T0/VeR6URIqLiOqFZVVbl3WBrm2q11SYoLr3bOza948TcvuEVyPtHJu3bosd9ddd1rfWiW2S89gSnBkyHUZENa9ANKPA8IaIIAf3bt3f0yMgt9gPABu9vaw8rs8YAjDtEbII7CHDoYXxwjH4WL+uDwwmCpHWvz2w/Lzw/LemwhreLlBpLowQkA8jk2odyTxn7Nj4rOOz9KwPCK5iOg2V8KdvHTp0s/1xG7ArbfeOmjGjBmzsrKyxCbY9K1YysvOv7Sv1NRXNs9AhKQybVV1KM3MtFlGkhurl7+tCcP6VFwQHp50GO3jp5TG02PDmlILS76ht++hEWzulqTJbrzhaeIiEDTSNP/qGrE3pBh2HqgrorvmioGsvyVdjGI2GrJ+gx99Cf2wbtfWPwL0xmiyjbziT21xMb7oC8TjvH9aJ+ctDVzyor/obykL61i3bBPPZQdW0rXykV9NaAqrhQGcZ/0saz/x1Q2MpKys49RybAoaaiPvczyQdk1UgN4oxyYQyTtJ+nzGwosJUYF8eATG4GXh/fX7+xHuTx0oB+AcbYEfoqN1obpyjjytrMDSIqz1c2BhdTMXz0sR2txFw1If1bf8029+Snv5w/rBtGBeTvlBHv78rK2tTH6Qn9/fr+Pw8JSLdM2fdP1h/McW1qDXlIjfDxAHP3+6gGNeMIl7/eOPP36vnNeTksbF4jwqvxudDowfAmEFtCHfVc7OXueaCcFpkdlCiQ7lYU16bU2dklcjrJTQSkIYdFRT420CJ8mKUBfJgzrZsXdC202PAb/rfaltXvVG4A9kpdjkp0ebpeP7QfDNzvl+hvlHhBXbc7YCXwg53Dy8eUiGmufmZxuwhTceXiEb+ogmEbo/hfoIsxm4L7F2PzU52WVkpks/SXDrs7PdspVrXUpahkvPaK5tw/NCp/eKsP6b+5X+5liE+xzX8eq1G3RZAJ+T6iWktXUrPpXmrV+m7VOSk3STtPvuu0/vd9LXPm7duvWRt99++5ZrIXYBPyHCeoc4N0t77XljK8BmkHsRLw5eFwkIa4AAPXv2fEpu4hfxYLcHNa7/GOMFQ5tpNRjL/DaDBpe4+COExx/h4YAxhuFihA8hDOvGIK789sPyDcfeQFgby5u6Gqz+rCsMPRzV30alESUtEs7q6hn3Xt3MH0GvwHaj9cPyNF0jktdGkVOXLVs2XU/uBlx00UXXLl++/F9szEJ5LW9GiCgv6xxNT9TB+gnH7KiKwQLQB9/TNHIFLC3AixHSIz79JE3qz5Ra0rEwFp71SexKHCP6ZqdiNk7y7w5o4UkL/ROetoFwYQixdsr6paWJUEZ2cY2J8zapoY66BjJEggDhiAsxzMvP02Mts7QxGwGFjPbN0gX5eXlKZtgQpKKiUsrL7r/NNCywsKSFrik3ukIXpMmmTeG6IKzuRC3knhcCeq2Kv34WR85ZOBP6IbsbJ8QnqOFOX2VnZXTjB3FJi8+6WJtXSpnZwdPqZ+CYdiNdXNby8u1UiIa1nx+kxQZE1I9yVFVL+8k9g/az/g/C84iEcH+7Z2kfk3wg/nY9ki+gXrQrO//a9QfM5TxpoBPi0CcYKbd6h+dJWGx3+oi+gBDdhe/UTBzSYoMjvvWKXvybLhkgbJSS/AgfnhdlKy2TviykF6AvdOe/jxg4xqinPKRFWMpIvSycPzz9jPQJQ98njn5POCxNAPHnhQTrDUkXfwS9Sxu8K8+YE2wdq5x/RJxLJL0oRkUBYY2cQjS03SVp9GfThHnhxMj4hg05cj3k67VbXyfxhcTU1QpplTiWt0em6IcSl3+8TJDy81KEfq5rgNX1wjeEC+WlsUNpKMxP/24LhPL61ibXi2m//NDQm52IFGpzbJ5qE4B6hw69tHc2B+4roUPSCB2Lb8OLPE/og+IvgmrpGEnJqbqpm/pJezAy7oXjvubd27iX4UJW9bcIGzHxwmK5kN2CohLdgKl3zy6uY/s2eq0TFsL6xRdfuEceeUR3KJe+/YDcy37/2muvNSkJ+KkQ1gAB9hRCt4gAAbYPvXr1el6MlvP8hgYwlwcGhg5GM2EwhszowagxwwaYPyC+Gh4C/NiEg50jIV6EAzZaa78NlrcfhCNvZE8DwxdDMLycwOoLKDdh+HQHhiD1Jy66M7IP/HoCpnv8iWd58cC1cxi96M8P0rB0QuHZtv+0JUuWfKyeuwEnnnjipA0bNhyH4U7e5Fsh/aOksNidfPqpuuss9URoKwxewmB0fzR1qps8aZKOEh593LHusCOOULJAWMIghKf+C+bPd08+9rieGzp8mDtvzBg9z2/Ll7AIn5C59+57VMedO3d2V//+Gm0DPzmxcqDLf955l1u8aJGGueHmm1zPXr2UiFgbWB+HlDzy8MPunQkTdaT1mmuvdYcefriSY9qFMCaQjrfeeMM9+MADSl7PG3O+u/iSS7S8hLUyI+xUO/PLr9zNN9wo11a5O+TQQ9wdd94p+XovfwgDcDH6s7Oz3eWXXOpWr17NCyb3yGOPKVm0dAFl5hi/315xpZv+ySdK+h554nG37777qr+BcCb/vOsu98RjT0heUe5vd93pzjzrLNUDYiAcZXnt1dfcn/74RzEQq92FF/3K3fz//qjnSdvC41KWb2fPdpdfepmS5wMPOsjd/98HNA304U+fsJDbqy6/wi39/nvXoWNH99+HH9IdiK1NTMjH8vILsLoD86PNH3rgv27C+PHalj1793a9+uyj5LBS7iczPv9CdwC+4KKL3OlnnqH3Of81R5pszPXO+Anu+eeeV4OZbwxfc921ep7y+evOCO7qlavcA/ffr1OPyf+3/3e169yli96//HXnHO7TTzyp/XfYfsOVdKEPdvSd/fXXGufMs89yQ4YO1fuIv+6AsB9+8IH7bPqnVNr1lWvv5NNObeif4WFXrljpJrw9Ts8lJyW70846U+/L1NnCco52Ym3vu+9Mdhuk78UKCTjuhNGuRauWSk4tbVx0xPGn0t/yNua5QUP21bw4hyvlLpDs+7/88svrKIf4DxDnGZEhErfhJkgxbVqwtQFEUokoJDY0EkrZID8QVk+fkqb8IZ6kor/1WMT8ET2GmOpvLy2rh52Xg4bfWib9EzoOuSFfhXd+0318M4h3I2e2DVFL43Et/51OfTNESoUcNvPf1EwN2MJHPULltpOhemgzi3D9cIxoO4rLjtW81DK9W5cgLHGA/pVjjcthiPzyHOG+xUs/mmfx0lVuQ06eVKDe7dOrs+vZrbNcZ569MF7uAWPHjjXCena7du1eD98MbFcRENYAAXYMW1rUAQJsHbH6IPAJ0AeCPFQwlGy0xB4yGAqQTUZJAcYghArjB+GhALni4/qMXkEMCIvBnZWVpQYJxgxvVIlL2n5YGQz+cu1N8JfJHrZWJ44hUHxmhZEpiCg6QR8IZALyjr7QHYQOIxYjmJFIjFWrN3pH3xBfa4NGJFp0udsY/XXXXddajPoRvKQgP0C9iwuL9FM2AwYO1LalHkJs3Zlnnqn1VD+pf1lpma6DhIQNGz5cp3fRl/bff383evRo/QQI9UdXuOgA43vYsOH6PUvyhbAdddRRrreQD8KQF8YNo1VsygSh6Nipk55jFPIgIUt8ToU+Rpkhw5CVkuIS1759e9dvgEewabOhQgwGDRrUQCb41irGMuli4A8bNkyNIdKhHP0kL9qOsKSL8IkWLbPUjzYlX9Zm9ejRQ68LwjLSw0ZSXBNswESZW7VupXriWhFjSvuR6ZdRT4zsfCEEHTt0cN26d9N0rU+RroE606/y8/K1bAMGDFDCQZ1spJ54XH+cb9u2nfTTAldVWeX6C+FBD4Sl7JynrQhL3bp26xr67EmhHtN3AXEot45kCohPfemrkDHINXWgfqTLsZWZevC9PK4J7jMYr+iLeof6dIOQLnlaPRDyJU1g4Qyc55M1fIqH6ydnQ7amC5hCDqmEUFN+Rg9JH73bdUq6GMV9+vbTNuVTOkwH5oUDICx1QTiuq6l13Xp00z7PtU+e6JoyUW7qxeYyCHmhg169eynJrZT00RcvcHS6q7isgWa6OtcOeqKfokOEa4E0uA6qKiu0XbxP/XgmgIWzsFwP2mbJqdr30QnnaFtczls4rjv6Z4dOHbUOfE+XvkpYymHhEPwh6pDy7HVZQra9mReAsNIn0iXMSPmpDSN1nCfOgSK/lLZ4TuRrCZclZSiWxmGb7uqY6Kg6pnempCS79GapLjOjmWuZme5at5RnSmZz1yK9mWvTKtN1aNfadWzf2nXu0MZ16dhWpJ3r2qmd69a5vevWpYPr0bWjkJZOrlf3zm6fHl2ExHR1vXt1c7179hDpLr89t2ePrq6XSM/uXVwPlc6uu5CdHl07ue5dO7tuuPIbt5v+9oRz3SV9FT3XcZN06ei6dg4T/Bqkk4qXpiekYdLwW/L1S49ulK+rlpNya9l7Sp16SX1693B99um5mfRV6eX69tlS+oXcPj7Xjj3p7fr17S2upLGZ+MOEhDzIS49D4UJ5U45+vaU8DSLlFOnbu7vrLbqmvdjpl/bCRTp3ai9t21bauI1r17aVayvt3apFun7iKKNZWn3ztNS6tNSk2tSUpOqEuNiqlOSEyn379ypv2zqzgn0RFi5Z5ZatXFMrfWu29LEXv/nmm8VyP6un78q97HMhq8b8AwQI8AMhIKwBdghiTMWaoecXjCcMJIzIUDgVbvg2tQyDzgwyBGMQI8VcwmDEYphBDjDsMJSWLVumaWDYYBwShjh+kN7ejEjlw2hFJ9SF9VIIxjBEDPKuhrHoi/Mm6AmQnhEDxPRs4BxTWdEfejWY7kMSJeF22z0gOzv7YDFS062tyFNHqyorxRjupm/LMWAhIBAWDHSMX4BBvXTpUj1uK4QMAkr9IBUQSkbU0AXGM+D7mRwTjvDEp96QREgZeuQ8RjufvsCwZg1p5y6dlZDSdxltpX9BFviNDjcIaWHEkqnAHaScojXVNW1nYmVgTe6qlSuV3LRsJe0nRIW60l8pgxE2wvNGfZUQDzSTIoSDqdHlFd4LHcgPbU/+hEVvWVnrlARBlCD7TCGm/qRJ+lY/wvKiAtIA8Wyeka4jUZwjDPXHteuODWmYYks3gHDir9Mn5RxpaZuF4gMIm16nCZuuQcsX4IfugL1EIU+IFCAs9SINxNqwGn3Lb8JChtEx5/iNoA9+a/kkLJ+ewJ/pw/Qh8rXzVgZ0w7VE/6JtuwhJQvhteVt4XPJMFtLD9UQZbVQNYfoqU7ClQvqdVtKnL/LCghFphJcS1Dkl1SPJ6Dkvd6O2BfnRb0eMGOEOOOAAN3LkSA3HKB73Oc6T//r16zU/ynvooYe6ww8/3B1xxBFKNOmzrdu0VZ1SZ1zCkk6G9BnqsWbNaiWG9LfTTz9dXwKdddZZmk5lVaX2M8glpDZnwwadwg41PPbYY90FF1zgLrzwQnf++efr/UfuOK59x/aaD/XKWrdO6801dckll7jLL79c5eCDD9ay8eKEzW0ox1opB9c6ZPyqq65y11xzjbv22mvdr371K+37TJVPSUvVEWt/36FNRW/H3nrrrQ03TNFNpcjLIhdI2P1E+sTGxgwQ2TcuLnao9P/9pf8eKE+UwySNY0VOlminIXJ8rshFIpeLXCNys8htore7xP2XtPF/5PhBkYerqmoelev1CbnPPFtcXPyC9PWXCvI2vpqflzM2b2POG7kbN7xZkJ/7tqurmRgfGz05IT72/YS4uGlJCfHTkxPjP09KTJiRnBT/ZVJSwlcpSYnIrNTkJJHEr1OSE2fL72/lt0jiHCFOc0Xmye/vROaLLJDfC9NSkxeKuyg1NQl3Qejcd2kSVmSupDMnRdNImi3uN8mknZQwS2RmsuQr5fhS3BkpiQlfJAnRSkxI+DQxMeHjxPi4qULUPkiMj30vNtpNpg6lxUVvF+TljivM3/hWUUHem/L79dKSorEVpSWvVpSVvFJdWf5SVUXZizXVlc/V1lY/XV9X84Srr3k0qr7+4eio+gfF/W9Ufe0D4t7vour/HRNdf29JcdG/1q5e9c91a1bfKfK3rLVr/rJ+3Zpb12et/ZPIH3M2rL9xQ3bW9bk52b/fmLvh6oL8jVcV5OddUVRQcGlJUeHFkv9F5aUlY8rLS39ZVVl+Tl1t9Zmx9XWnRUd57elr15NFThQ5QeRYOX+03MKOjI2JOiwuNuYQuT+MSkyIP1DaZIToaH/R236pKcnDk5MShycnJw1NiI8fkpgYv2+/Ab2GVFRWjG2RmVm3bGWWe2/qrKelf41ZsmSpPpvl3rRa+kS25BkQ1gABfmBsaUUHCLAV9OnTZ5wYFCdjKMmDokEAhj2GDcYeRgjGuhmOuAjnAAYaQjgLj7Fi/vhhOBIHAxEDDaMNA4g88IsEykJahLF09jSoN2Unf0B5/EB3jPRAjjDWv//+ex0lZSQFQ9dGIzgHOPa7xDf94wIjrYSBeABrG9LF4OfYyoQr6ReJ35kLFy6cop5NjNGjR/8vNzf3MvRBflEi5ULqCvPy3QW/ukin1lLvXuIOHDRQCdw333yjbZyzIcf99/77lQQeN3q0O/Hkk3QUCp1h8ENeZ8yYobrlO5v3/OMfbsmixa5f/37u9zdcr7ogT0Y5qfvs2bOVwEN0mVb59rhxms9tf/2rENy2Df0LQ51Rbjb1wOj/euZM99fbbtd++Ltr/s+deNJJSvAgGRAfyOGqVavUuEH3V112ucYffdKJ7k+33qLTNTnXtWtXTYNzgHxuuuFG986ECUrWn3z2GV1Lywhthw4d9FrgeqIetN8Lzz3vbvnTn5ScPvLEY+7gUQe7QiGP6IP00SM6gbCvXL7cnX7KqTpayRTm/yfxuF4IR9+gnGVSX9ZosovqySeMdp989JE77Mgj3JuiF/IEhKfP8BsXPf7jzjvd3/56h47wvvv++0rSSA9yBiCejPbRHz/56GN3ppAm4t//wANuzIUXaBtwjvrRLxgpJC7tfPzRx+hmJ7/4xS/c/x5/TMtMWO4fpEH7A8jZ1Vde5V595RXXXXT31vhxkp43yk45gV0Xdm+x35znurI68tsE3cybO9f97oor9aUD61QPOfwwDUc5Pvtkulu4YIE79fTT3E1/+IO+nMOf9IlP+1q6N157nbY1feyef9+neuYuQL0tP3TBfeCVl152r770kvqdd8EYd/Kpp2pdKY+lzf2M9Olvf731NtdfiHLnrp31xUVKSqqbP+87982sWW7Q4EHusiuv1DiMltvLPfL6+uuv9Tf9f9HChXp9XHzpJToy2q1rNyWcBq7DgsICt2DefJ26ThpD5Vo65oTjXbL0iyFDhjTcW5kFM1Py5mXOa1IP2q299OFTzzwDBbsDDzywYYScNnrvvfe0Dd5/9z2XK2EPGHWQpo+gHyG/iyXovmPHjvXe4Pw4QPOagCheOBj22WefhocAEy/WrWunvzMzMxv8RUd6LNd7iBwtcUuWeEfS19SvfVZW/aZvkM2S6yVV/T+S61cQitcAfpsEaASPPPJIXNtOfd9s2bLF8UVFhdUL53/73JxvvrxQrt04ua8+K8/ni0W/3lu4JkQwJThAgB3DnrfmA/yoIYb6+WKo9A79VGD4YDAzmocRw28MN4wSI5gYWxhfdp5jYK4ZvGZgWhh+2ygWow82AoYBSroW32C/LT/S2dOgrEa+w8uHUYbRCBni/HIhF+gOQoM/9aLsFhbgx7G5AJe0cREMQQxc0kQvpAWIwzkMYyuP6UXiVcn5sRs3bvSGMpsQ999/f8K8efPuFkO5heWJJspLSvU804GZwkfZIVbficG9bt067QfU/2MxwFaIbihnz969dKQMvUIsF4ixjd4A5+cIGf3s00/1NxsGDRSjHZDOihUr3PJly3QkkTZZs2aNm/D2eNURZANCC5lATxs2bFCSwRRI+h15QWwpB6N/TAfuIu3EyFFxSYmOiENa2I1SWsF98vHHStJAu/btdC0h9YOYrRejHuOc35R5iViiY195VcsBERx54EglHrQVaTItnGP0xqdMXnj+OV1TSNxBgwbrdE3OM7IFiWGkkZ7BKOykiRPdR9OmaVhmKgwZNlTrR16ELy8rV1KJflj7+NKLL2paCYlJ7sCDRrr4uAQtc6m0FSSYNKtraoWo57lnn3pap+rTmoP3HaztwoZKjGhDghkdJV2+rzv+7be1XZgm27pta5327LVhmRIoRrbRJXl/I+V48/U39DyjyAeMHKl9gTIzqltaWqab6qA/RgYhq+gTv379B7g2bdtoOuTtF+pBGuYidm/yh+M3Ovr222/dp9Ona/vT5p26dPGORXJyNuiIKWUYMGigXmOlUm/qTl8hD9qLck398MOGvFq3bqMvN1h/zKZH6JQ45Ee+s4UcLv1+qU5vZhOh3vvI7VUulpKiYlciekJXpEPakEHW0nKt8ykP4kOuqcM66Y/k2aFjB92lefHixW7JYiE93y/Rfk18ws2fN0/7l/VFpueuWb3GzV8w3y2Ua2uBkHLKSJ2ZYbB0yfd67VDX9h3aq5753uncufPcd999p/2BtmL6Pv1a9Sz64N7PWu05c+YoAUbQL/mC9euy5LpYJ23XziUkJehocwiZUq8JUg5dx7oXgVtYY2KgEiqi8waZNWtWncmECbPqhACpTJ48udZk3LhxSM0LL7xQ68nkhvMWfoIvnVmzsuosfX++PolUThMejFsTbMNI/rtDtlYeKy+wY/vdJJgwYULdOWde8E5FTeXxLVu27rBi2ZJhG3Oy5PLXNdV37rvvvt+J7tFnk+KKqy47pnmz9AOkmjyM5f7Jpmpyv62pkvt00cqqCvcsZQsFDxDgZ48mvfAD/PTRp0+fyWLoH4uxZYaHGkuh6WIYQJzDeMNgwUBWo0r8AUaQkhcR/MzFIAJG2iAT+CP4EY+RLPJkShphILCkHQ7SxIAkLvH2NKg7JIT8w0H5IavoBp1h7DFNEQOUMlMvBAOVsNSP3xyjXzvGBVZ/84OYkj9hKQN+CCOC5Ek4QNnEv0Tiny2G4ST1bEKMGTNm+LJly76U9o8iL9qEvIvzC7SeHKelpYobihAC4SA9JSXFutYNswtSkiqGL8QyFEjqLWSkXEia3MFsHRzCdFbWDEJ6mJ7IjqiQScgCmUF+GAWkT0GWmBrJCxDiMqII0B9GOS7h2UFX9Stkonl6cy0jcagX+seQ5w05RJN+TFrV1VUuNdVbp0lfRgDXA+0BySR/6gghJFxa82ZK7mw0jvwx/tEXL4Mon/UH+hBIFR2yxpXNZnTNpKTJCwB20GWzEchkema6/iYv1taiVMoBiWfjG3ZTZQ2g9dvmGRmqK0bFtD2kfEq0hDQ2lEPyYeOZVq29j/UzM8CuXV7AVFRWCHHLdYnUW9KgHkxlphzoPDWV6dFROrLKOXSHDo2kQnTSM1jnWeeaiV4YnWfzphIh0ZSddcK6s7HUgS5EOcib0T90zaY76BKyR1tgfG4N1JP1prkbchvamHY89IgjtD+hu7mzv3ULhOxxjj7EizQFBZAGU0fOFUhdKK+9WKOstCn6sesPmG7RqemaNiAM7UqCm0JrFtrX0Xu37t11czHKwXT1qooqN/X997005fphajP9M1Q0BeeMTGofC+VHPVnHt3lu8kvyoS0pt71Iov/pvU3iamgSlwNNS9KmT9nIPNcQOqI9+K3h+SO3xVq5TpmpwFTxPv37uS7duqouAHkVFhb+6Y033rhTfu4NBrupMByR/BsLG6BxbN7xNiGSf2NhdxlvTPy4d11NxbvT3h/fpa62NkqeQStiYmL3f+qppyJP59pFBCOsAQLsGIKba4BwYIWxkNBbTBgGIYtTxIA5CkMMIwRDBcMDIxnDB2BgY4CZwW2EBeEYAeaPS1xcjBXSxQW4+GMkYTCxnpW1jqzxIk8Mf84Tx0CaeythhdAw6oVxxugEU1RZs0gc6odQF3ONoPAb1/Ruwnlg/oBRaBvtRjiH0Ui+lMnaQuKWSrrnLFy4cKJGbEKceuqpN2dnZ99JO1gbM30xP3ejjlKyyykjQ5gfclpBOG5JjGzxTT0rpxgNbtnSpbprsLa11IcRpCOPPlr1x12MkSlvB0j6j7cGlum29BH0MvKgA3VKI2nbbqAQJ7sBMiX2qy+/0vzoWyeecrKOeAI2MLL+ycgio7tvvPZaA/E946yzXPce3TUtrGtc1ueSB+SAKZ+M8vL7kEMPdUcfe0wDkdZy8E1RcSGYH0x53707aZISHqYGX/iri3S9n9ZbwkDCyIB252XHE488qqNwlG/MBWPcoMH7hupF6t41Zv3qmaee1pFM0jns8MO03EZstR3EhZST9owZX7gXnn1O0+Blx1W/+52O6OkumhKfRmNErEZIJKN+D9z/H2/UTtrml+ef70YdfLDulExemoiAsHw38+WXXnSffPyJ6nq49IMLLrxIp0Pzm76KC5GBQM759lv37NPPqD+k+NLLLtMRQevX6II8qF9BfoF74rHH9EUQ7ULfG3HAAVLPM1UP1M10TrEomL98pMk1yRRYQP1GHXaIfm6Ic6yT/vqrmdrHRp90km46BRm29Eib9mGk5O23xrl1a9Zo0oyGHz96tMbT6zUUFjA6P2/uPPfRtKmaB2kdfuSRrmevnlon/2601IHR8SnvvqtE/GCmK2s7sFlRgvvwvSn6ogcye+Cog0L6JB/uDZqd+i1asFBHdckPHHDggTojgPyAVx/v3o4Ov/jsc31xQz5M9R08ZIie091zNV0vcb02li11ixYu0t+s4z5CrlHIrXd/8uptaUO+P/rgQ900atCwofoSBNB2cv+aJvrl25d72wgTl3eAPY9QD969+M1vLn0iISH2Imnm6KSk1LdTUhLPaOrvrxoCwhogwI4huPkGCAeENUtkvchCkRkiX4SOVwhh/VDIz+GeAeIZH0yzhIBhUOFCyiBsGLAcY5wAXMQMM1z7TVzAsY1SGVlFPCLifRuQqZuszwIYp/gDc0lzbyOslAljFXLK+kXWrVIXSKSdM0G3pAHQp503nXMM7DcusHPkzegOZN5GOwjDGjVGYPlN2aqrq8tEzl20aNF4TaAJcfTRR78v7X8k+VJ+8istKtYRtUuuuNzbmVfqpvWTcxi1hFMR4sQ/RrXwpz70sX/f8y9tT4z140443p173nlqSEMOW4heqTtr/8iLjWjuueuf7utZs5T43f63O1QXjPow0oxRzOgRcRgFmvzOJF0zS/7X33yTkmFIP0QfomQvXxgxZISPdY5MwcQg/+vf/6ZlopejX0Dbkhbt/fe/3qHTbjlmrSoj6nxPM0nqxUgwI1PoiXJN/2S6u1JIGXldf+MN7v+uvdYbuZV6owfKC1HmN3U489TT3MyZM3Xn5LFvvanpIKY7wmLrNUtr5h7873/dn/7wR03nNSFlow4epfnY9Uba9A2uNa6rIw851K0V9xIpzz33/kvrRZ0i4eJfX6wkvmOnjm7qxx97m/ZIWhaeMvGbfCa984674LzzNT8+SfOLX/5SR2RpNwifbhJFHaVcTHVmbevC+Qvc4Ucc7l55fawSdElMiHmspFuvL0IgduT5Z6nfI//7n760gcD+89573FnnnKPfsTXdaHkkPIQLMxg/yknZ8P/1mAv0pQT5Hyg6gqhTNtr746nTXLNmzd3Djz2io7q0M8amvQShXBDcl55/3j384EOa15lnn+0uv+pKLYORQi2L5A/R5Dr4ww036n0tMSHR/fXOv7tWbVrpiLbpDSGPjMwMN3nCRPf8s8+5o48/Tvs0LwIYzf/s40/0xc5Jp5zizjj7LF3jTPtSPkuDnazR13/uvU9fNNIXrrz6d7oZk45GS1ksLC+UuDY+njrVvTtpstbtgIMOdMfKtcdINy+FaENAeGaJ8Pul519wG3NzVW+nnXlGg94tXRPK8omkzbrgkQcf7I2MSzjaQcpdItfqgDfeeMNb9L13IrCfdh/2CEH147zzztsvMTFhSkxMbHNeKB5z0lmVifFJxxxzxP6fyP2hycsTENYAAXYMWw4BBfi5g+/gQVC7ihwncqsIU0ZZNPi53LhjMO7MwINwQAL4jRGCwYGBj1GPH8DfYH4AIxCDi/AYmH5CheFDWAw8NSQlXQxpjH4MG9tExowc4E97b4KVS4mUEEmMSMgQI8WUn/OI6c9c6suGOxjijFgTFz+Dv76mY/Iwsk7aZiADI1EmEobpuk1+D7jhhhvaSxmGmzELKB8GLvXREWAhlhBGXjycecYZupvpGeKys+npp53uDjvsMCVylBnSxSYxTG+l3PSHrl27KVmFlHcW8ssGJ+zUqlNdpU+uW7tOd0xFQ5BjRvsw0InPDq377befpkM7YKiz2Q8aRMeUEXJB+t26dnUD+vd3raQNKDPEdcWy5UqM+VB9JyFojKIyWgSBZBMi1iNTbsrCS5uVK1cqeaTvQhAgoBB3+nt7EcpEepRjxYrl2maQJUZWC6TMljZ6gxRQDsKyayv1BxAOykYd6V8pEo7rg3zYCRaCnL0+W/OiX0D20D/1p23wR2+kR/9hHSbTOyk34UGB5Eu9AP2TMpMG5a2s8EbS42LiND7hLG1AeYlPn0BfhEUoM/cPNqdiRFP7t8QhbYTP/uAnQV2VEDPKhz6IlyYkrZncL0ibtlI9JcQ3pE3jo2s9J2nR1VXn7dvr5346duioa3DxIz3CQOaYgkz9EKbXEo96sLETZWENLssRSLelkFNGWgdKP0YgeJA12oORc+LSTjr9VerOZkX0PXYLHjpkqPeyQogrbU1+7BRNv7XPKNGvuRYQ+uLGnFxdpw1oW69s8kPqy4ZbuKtXrVJdM1160MCBuk6bPNmlmPoRBzJJfrQTO1tzbdLH+ayTCTqi/xGWb1fyYoi1roXSn0iHNI888kiVUaNGabqA9cQUiWuI9ca8kDJ9+oVvt7Zp117XvtKndcaFgHPS51JF56Pk56ab3N4HqhnI7pE9CrlG4uSe+2BCQmIzlpv0HTDEtW7dNqG8ouyP06ZN2/NvvQMECLAFAsIawI8+IteIQFbDMVvkeDEEGwgrBgrGKQYGvzHIMG4x7jAAzYAJB+cx/CAMxMeoxwCEhGLwde/eXeNausCMHIDhj3FJOkZwDRZ+b4DpCVB2CASECOMVAsIxxj56szqgE/yY6spIHAYlu3CiGwgA6RA3HP68cDHiSZ+0+Y0+ITJ+nYrLZ22aXGFC0A6ROjR87JP8GDGjT7BWzQgQ/pQHEgKxMKE/sEOulpWAoht2vmWtHvVh99Z27dsp0aFe9Bn8GYXFpW+tz1qvI2ySiebJyB3poRMA0UIghhC1tWvXqH+mGO2MkJE2bUFZSZM2A4Rfl7VO68K0ZaZIMiLIG3LahTxoJ9qQstF+tB1gZ11GlUjPjHOOSQsQHgOfNKgDxIR07Bx9REfMxOU3hFhfDMk/yCzltX6Ea30LkCabJgFIM4TWNjEysbC0CyOb6AWyAUkGNlIHSM/icQzp4DhGiA2bB/nPm8gf71hT2ATvlJd/Q1j1Z5o069s9XenIq5QZEJY8EEBYiB9lDXVvyadeRykV4ok+0B/CfceO0b/Gl7TQu95TSFeKwadgiMsmVUlJ3mem0Atklb5A+3KtIRyTBmWjPXhJQpvQd5g6jD/3Let7lAFAhJl2TVzWYDONnbTpR4RH7NonDdYvcy9hzTL9QK8j8W8m1wG6J3651Bt/SO8+++yjO2BDWO1+2V6uH9IjHhuCoXH6BWEh4Ah7BaAzroe0Zt66Xj5Dw/deUTEzFwYPHqyf9mGEnxc9XDfthITq6L4ccx0yDT8SqCvThrkm2MxKCqb+lI/6ixzj/7xNgAC7C3369Hk4NTV1mFxPUXJdTu7es+/kqsqKupjYuCMLCqLZPjvohwEC/MAICGuAU0UeFmEEdYHIfSLhhHWyCB9zL5AbegNhBRh89hsDCEPK/CIBYwQjDsMLIwzDDYMRg48pcXx6gWMMJzP6zYCxPCAd+GEgMo3SSLKhsbz3JMLLQPkgVkY0GDHFj3D4WT2pMwYphiY7ajI6h57QEfXFeMXQRYcG0iCu6YC0CI/OLBxhMCBNp/wWiZI4TX4PEAP9GMmL5D0P8g6NVPUUw5npqvQTRoQWLFzgpkyZ4t7/4AP3wYcfuA+nfuimTp2qO5XSzhjh1HvVqtBOpGoQt1OiSLujU8JOeX+Krm+GKEBoWUtHWHTAZ2PIj0180Mv06dN1Gi3x0TWjWexYCtB7m7ZtNW/Kt3jJEv0kDmXgRUlaszRtE/ov0zkZTWW3Yz61QruwMyvTaemXjJoVFxfpiBs64PuwLVu28EbLxUiH+EKyKSNpkyejcbQj5IGysL6POlFuiDx14jej7sUhwgoxIy90QR0hAGySxHVIXviTX35evqaNHgnPNGHO0U7Uhzz5jQvhIS+QnOxtRsU5I6+UmTqSPkSdunvtXa8b+jBrgnPqJ/+pG+GJBxhNpSyQbb6paoSbUV1Iqve90OYNmw8xml1RVq5TZjNbZGo5jPiRl9Y9nR3EvY28uBJIG/3THzLkPCOEkEd9KSKSK/rMkbbJEz/S89JI13bnPkMq9FtqxS/WBtOHGblk9JC+g451J+rly91S6X+0B+Vu3baNrsslPCSP9bO05TIJR3+dP3++7nYNqU1Pb659Q0myZJYlfbG5lIPNvL7+5hs3S+6Js2bN0jXLEE7SppwFjEqjQ9Ex1zX6Zoo5/twzaAeuq9dff92NHTtWXdqJ+nXs3FlJJTpfu2ZtqD9muedfeME988wzKlyL6IW+0rpNa60D8blPo9MJEya4hx9+WOXBhx7S6eO0BdPC7aVU9vr1WkbqZfd5e9GC7gjfStLeuDFX62D3DE//7pBp06Z5HS5AgN2EMWPG/EOup4vkMFru8xu//37eJfGJcc/U1tfXSf+PjUmK+dWrr74a2MoBAvzA8J4OAX5OsKm+x4ZctocEzC2EmL4bcj8XIexbIr8Q0U2YBg0aNEOMkf0xQjByMd51JEYMDQxcjDje8HOMnxkgdowBh5FkBi6GDb9Jj3SIxzFT4CAJjLRhYCP4Y0ARjx2DMfIZhcRgxEAjbcvL0jfCtidBPTD6rTwGiBM649MRkC7CUF8MNwx56ovbp08fJVWMPPIbQhCuI9MbxwADj/qGDD3NhynH6IEwhOUcoyIY1EAMxCoJ98s5c+a8rh5NACGbibfccst30h7dKY8USg3jksIinQraoxdTZrvpaJj2DDnHv9DhZr/ZREk8xLj/zvFpDesDlH/kQQepscsOt+iE9X1sYMNoHCOrfJqkorxCR2UH7zvEDRg0QEkSuqiuYaqrt7ETzGaWkNeFQiBIn9Ek1q9i/GNAM21Rklb9IXzm44P33teRN9r3oFGj3KDBg7U+mraI9nE+dSMRp3/ysW6qw8hXOyGgJ558spab0cKqShst9coNeZ349nhvKq6kcZSUg42iWGtZVbWp3NSprqbWvfvuu27enDnaRxhFZhMl0qbtIQfUFx1CC1fJNfLmG2809IWTTznZDRw0WPOxPoX+IYtM95z0ziQ3V9ImLNOczz73HN25lxE5Rl+tvwHWTb4x9nXNl/CnnHqqG7TvYD3PyCvpA8pCud4e97ZO8eZ8n7593RlnnqGbaEGIuBYgbpyDiC9evMSNHzdO86OefAOVOPQR2ga9NKQt+YyXtCkP1wwbNzG995TTTpP7Uqa0p01R98gy7erBO0YXTE2d8t57+mKI+N16dHfDRuwv9WAUPEo3CYLw8jLh6GOP1VFXdmiWJLx05C/pLJD+xGZFHENwh0g78o1UXesaIusAFTLl/dNPprs1QkjRHy9CRh1ysL6UoJ9YeQHtz+d1+HwSpHbEgSMbiB6bk3347ns6rbiTEFI+HQXQncWXKqju2EBKP9ck+VGe/gMHKClFR17YTfmxvnjunLk6bZhz9LF+AwZ4a4ilfBqSOFIGLR+fwvl+qYblfn3KGadrGYYOHar3QCsPn7nh3k1fmPHpZ27EQSOlvfg2tfdSTfpTvRDcQ9566y2+WRWqQIAATYa4888//wHpz5dIf4uWe1OFPHNPfP311z98e8qnw6Pr6qcnJMTHV1ZUzly7cv6BTb2eNFjDGiDAjsGzOAL81HGAyCkiENR98QiBjZT8JNUPRlrZgOlX+isEIayzhGgN5Rjjk5EFM4YwRDD0eQNvwJBC7BijEwMLwZjB+IG48Zu37pA2DFymyLHWcN68eWq8EAaDmDiEhRRD2pjqZusESdvy2ZsIK/phhI+yMj2UsjJ9jvKbLtAdZeZ7jdTz888/17ITL5KOOMaPeIS3NgAc488oDGkwqgEZIw75Mt2YMEJSqsTv/Llz574WirrLEAPgwCVLlkyXugj38UZyeRgXFxQqKaI+kaY0bwHtMt7IMWsBE4UYkBakF8JA38NYBropDu3sWc7qRz/Bj9FNXmagD9Yj8skSRuJ0wx0B6TMqlZKc4srKS92G9RvUQCc85YZkGlE2MHLFpkf0c/oe5yxt22wI4FJXRgmZmgohpY0BU6RZW0sf8KfN9cNIICOtG7Kz1Y/+xKgYLzksLAQZkpcmZeGTPZA06/PomRc5iaIDHbUTiLcQffoDmwd5I7v0DfTIOtB2HTpoXIBukpKSXQrlLilVcgOR1LSlLOzSyzklXhKeFxLUnfbOkrR5mcS1SLn5HFH7jpI214IEJu1k0TXkt6K8THeUtRcLpI1OGMVW/UtdSZNNjigrU1chOOiUOtL/WYOqlZOw3pTgFPUnH4gZ4RiFbaibiHcUGYTnRZFdLx06dXQj5D6EP/lOGj9B13VSPq5D6hWeHuWm/tQRcJ7vyJKe9xJmcxCeMjPzgHpwPZO2IlRui2Xlp+3pO4cffZSWC5KXkprmPvlwqo4io3u7d0CSPYRcceweQj2pC+0LAebFSUPwEOhD3EPQIe1A2oA+6QFC7ZULqZbyc52iA9r0+JNO1BdBw4cP17WxpEO7MoNk0qRJ+tmfCW+N09kX3Xr11DiAehUWFv5lwIABt++FuwUH+BHj1FNP7dG8efMH5TlxjPTHKMiqPFvP69Onz1v0tdff/bR1bE31IrnO0qurKsvLitann3322V7HbCIEhDVAgB2DPQcD/LQA0bRRVKb8hj4YqDCCysjpCjwaQVsRdgreDEJYvxFDSEkvhgvTMDF4AIYIBjdTIjFIMMTwQ+w8RgzGEYYPxhTElFFZjG1GUzEWOSb+6NGjdTdd8sE4Ix+MMOJCWkif0UhIHKOWGDiWpxnvhN3ToLwYoNQBUCam8vXt21fJKut1IR+UzcoJcSAe68aYVro0NEqEjiBB4ToiPOeJi+Fp+ZiLrhiJRF+EJyxGN/mic8JIfmIbVo357rvvXtGITYDjjjvuViFxt1EXyoYOGLHbuCHHHXDgSHfEUUeFQnr9AVj/MX3hcg5jGtfCoS+OH3/0Mbd0yRI9P+aiC3UkiTR0HaX8w58RTb7T+e0337hH//c/MejrXL8B/d1lV1yhbQMp8AiE951fXPrmA/++38388kud/nnZlVfo51ksLDojDEJ/nP/dd+6O2/8q/bnc9enbx/2/W25RcspIIXGsDqTNN2Hvvedf7p0JE7Uev736anf6mWdom1B20rYyUB76wO9/d7WuU+zarZu77z//0TWwpEt4dlJmRI31gYmJSe7uu/7hnnv2GdXT76+71l18ySVaZn/a5IswtfRXYy7QvsT0zSeffsZ1EFJJOASQPqNllIVyP/Dvf6v/5Vde6W764x82SxuQPvUlTXYAXinEkn779PPP6QgtYS28tie6kbo++cQT7q6//V3PnXf++e6W22/TtKmnrleFCElY0mf084rLLhO9z1ci/J+HH9KNtrgWaHeKguFHibQuvjz1nH7ehfFmrz95/psE0F5MUb/nzrv0hQfriA86xOsDvDTh27/saqvrMqnHHoQ/N8rDNPQWrVo2tAXE/puZM3V0t3uPHu7iSy/R+qAfwlsd6dtcky+/8KJuuMS5g6SfH3Xs0frihfDeSLA30g2RXr1ylRv35pv6/VQ5o7v/8nKBeznXuumQ/kWefP7nyxkz9KUSI9T7jRihm2JZGRrKIn2APCaOe1v1OWz//bQ8gL4nhPVTIayHBIQ1QFPhF7/4xRVy/75dyGor+p7YD+vk2Xr+q6++Ok1Oa8ccN+79NnKDWiD31ozq6qryssKsgLAGCPADw7MQA/wUwIZJN4swlZcdYl4SYV0GU3n/J3KaCIvRjhfB+twaWQVbkFUgN3hlgNzoEQMGCL8xWMJhxglGJ2KwNIhjBq8JBhhEC2JgfoSxfIAZShAz8zN3b4CVGwPMRknVuA7VAfHrBuONetsGP8DChevIH4/fBvMH+HM+HJaGCBGbVGFlZWVHQcIMlKZa6ozxOWToUK0H+qCeJrQf5IYp3hBzXPyoi4XVY3EBO6uyYQtTngcOGqQGO3rt0bOHO/DAA5WQM22V6hGHaY5Myxw6bLga+YTFqIbs2OeRSIMpjuTHMWUYNnx4Q9qMTPcXwks5tQ3lH3WyKcmDJa12Uh7byZiNwxCO0UdCgrdhD+klJyW5EQeM0HqRFn2DkXXqTFqUoXmzZtp2EIJ9+vRxXbp10WPiUL/WrVrT2BqetZIZGemaD31o+P77q56tnqwPpe9Z2oywUwbS45uz6I1yadlCsx5oONLjN+t0mZoKiWGqLy9BOEf5WJvKNUpcCCbp0Ya0ETrsJmSbMhOeMmjaAkbR0F+/vv1UR8SHZLH+lnLhl948XcNzjrowCtypcxc9ZoQRnTGdVvOWNmbUWvuLiH3Tk/ojrJONj4tXARqHcD4xvwEDB+joKH3OdEZdS0tK3UGHHuJuveNv7uZbb3U3//mWXZA/u5tvETdc8LfzYXFu8smf/vIX96tLL9P2pnzoixFmXhjSduiAc9SJ9mcpAOu+uWboN4ymMrWa8/zG1TSkrZjuzM7bjNLT12grviXL7r+mI+0PEpY2pY0R+jv5c7533z7evVv0lp21XuPR3rQF5TJBx/i169BeCa29rASkI2GGffvtt93UI0CAnUf0GWeccfaYMWM+T0tLY2S1Ff23qKhoSlZW1qF+sgoSEpK7xMTEpjLzQ7roHLkOghcmAQL8wAgI648XrD0N3zDpThGm//JZmj+IDBFhh7srRBhR1XWouwIxMGIwKDBu/GLAAGkMnLPzZsQyXY9dcJlaibGCkWJhGJU04xWDByOcc+Zi6FAWjCY//OX5oRBeBr+x5tcZ5UcXwEiAGfXoAoPZryP04deRxbXfwNIOL4Pl6xOm7TbZPeDCCy/sKuUbYmUCvDlmyickCSNZyZ6UFaG9IY0XXHABb71Vzj33XHfOOee4s846q4HAkR7CNFw2cUEAIzwUnzD0Acgqo3noD11KBd33S5aovhhtbdeura7DowyQHdbT2Zo69FGQl+/Wrlmj8ZhmjMFN2pxjdJzPoDDNmrRZo7pyxUqd+kh/hNCyhpJzhMHoZzQbQPSo65pVq3XUknox5ZZykDfhIHkY+/Rz6pQldWTmAGVhA6JqIeicow9BQEjDyD+Egv5BOdED5aafEB5CiaAT6zd88qRY0mYqL0SaNbOEBRBU0qAM+FGfvPw8Tdt2e6WenKMvkxcElrQhjUw1hayySRKvQhixIyz5WtrUQdOuqdYXCwadpir5kRZp20ZNxIWAMSooxWhoc6aS2iiqX7QsIrQB7UufQHr16qXT8o1Ehwv5UK64GK9e/DYSTMaU6YP33nXPPvWEe+m5Z91Lz2+SF599RuTpLeSFZ5+KKM8/LfLUk1uK+D8n6T8nx567SZ598vEGefrxxzRf+hX9gPZBd2miL8i57bZNvdjB9+STT3annnKKfjaKlzRFRYU6Yk+ddAr62nU6bZ371CkSjmsQueiii7Rv00cgu7X1nm7XrFqlMxrou1y/hEM4BrxE4YUFyMvb6O1oHCqniYEytpF06GuQVupj/tJfEsU9RH5ufjMLEGA7cNJJJ7WR58qV559//udy33xZbIoDpH9FlZaW5uTn5/+ue/fux7333nvfS9DNDJeKmqoDUlJTo7lHyu3m+cMOOywgrAEC/MAICOuPD5eLvCnCMBwuv5ny+7II602xktnR9y4RPkXTpBBjUe7hmwwOjDqAEWkGHzB/A+HxQwiL0YNRzfpCDCtGFTG+lGgIMLD9hAHDirjEs3TMsCFPf5n2NlAuyq3GsBjrlB0/6oqLPkx/1JdRDYDBho7YAMZ0hFFv8RDCAI7DwTnTjcHyDgmEtcmUlpube6jk2bCrJ3lAYiAaTGvFGCZ/A7+XCKF888033bhx41TefvttN378ePfGG2+o0Y2+DIRfu3ZtiCRG64gc6ygB+mMqOusnmfJKWEjOmjVr9TzGM7v/ojvCotfc3BxdI43OCU9+jOqDLl27btZWrD1GyL/ByBeSyAguJKyDEGDbLAkiSjqE5Zh+WlFRqbvSYhe1EvLO1GH6BGlzDfBSgnXZ/GbKJjv6Wt+HFNj0TNoTIkufoA7SilrewkJvumVySrKOTDICRniuKbvOtC5SvhohGpBOfkN+mZrLMf3Fwtt1SBqQTgmghIP1uxwDwlBG+iTxAeF1Oqn8Q3+6MU8obSWzog+EcJiIfN9TIceMZhgIQ1nQC3FJHd0mJSZp/nof8IIqyN/EQH+wHXxZuoAw1Z5p+cDC+l3SZZSXl2X8pn4QMwxXAMGnr1C3zURIImuht5C4RiRS2B0Ue7FgoG+kpKboyxl0zU7GhGHXbXYJRl599VX95jAvTrjPcJ+lLSCV1jbPP/+8e+6551SeffZZvfdwm2jXvoO+qOHFBVO/+eYt+vzf//7nHnvsMffoo4+6V155RXWYEJ+go6aAHafZKZn7OXmFC+FbS1nQOZ+38bcH147ECz5vE2C7ccopp3QSknqeyHPp6elzmzVr9qDI/nLfjpJ7Z4HcO/8t9+f9pa8+2OhU86j6c+Sajy4tK6tsluRekH4aENYAAX5gBIT1x4f/E2FklSm9TO2FnGaIsJPv0yIRp/I2FeTGrZ+1ARhqGG8YFmZ4YMwjwMLhWhhc4gEMLIxSNvTAwMI4xDgFrE2FoJGmGqwSD5e08TODGiOINDgPLM+9AZQFweiijhiXHFMPI06ctzpyDhLEyBA6ok7oCAIRriP04DdW/SAegrFK2qYTXEbD7Djk32QKE1J0rOQnyYaSFJdRH7Lg0xUYuJTJhGmX1AdiAbmj7hwjECzKasLoHCRsPptwiZ4gdS1attA0lUQJPv74Y/f5Z5+pHhnlhLgyYoquMMzT0pppWmwQtCFng/tixpdutZzXEU9Jn918jUzhx7RT4nEOYv3dd9+p7km7vKzcLV60UNOmrdi0ic+/8LkP2mzJ90t0rbL3WZp0t2L5Mpebk6tlY00gpAIDnQ2G6OdrpP4QO9JOkGuKdZLSiNo47GaMrhiBpb9DICCslC0jM0OPV65c5eK5rvQyqNcpxTY6CekjIdJmg6WVK1e4MulPrIGlvtSBsKSnJLS6SvXNyC660N1kJQxTTosKi7QMhIc0EZ4w1Bs/iDrloSwlJaX6ciFd/Ck7uoMo0/aERa/UhTLyAoKpo6RJvoShz9P3m4mOGJ2nvxeXFGtZKDff+IScqx59gs7ZEEhfWkieJlwLvGCgvhaOvoNL3a2PUB/KpG4d16BXx70d1I8+q9cKfXDxYtGntw6ckUv6GZ+8QReEgdza/QBdLxdCjw64JmkXXqAg6B2iznVDX0f/bE7GpmOMgpMuBHa9CPHoH7QjfRPwkmTRgkWuuEj6ocDuTyb0K/o+bc6GVrz4MX1TJwlz8OzZsxu+6xwggA8xF110UadzzjnnRJG/nnfeee/JtT1H+vHzGRkZ58txK/qQ3JOWyzPlbpHhL7744rXjxo3DfvKMhjCMffvDc+SesH9sXGxUTXXtM1lZo4pCpwIECPADYu9/CgcIB1N+IaXbWoO6WzBkyJClYqR0x9DAqGAEAyMVIxAjkqmNGKyMAhkhCxeMHgxdjNFIYOdPporOmTNHjU6AMYOhhTHEAwgywDTTQYMG6cgXO05yzsqFAYYLQdjTwODDECRvykC5+X3IIYc0bKiEoYfRjB4oMwYmLqSUtWPgMyFf+IWDdDE41QD3DLrNxADxpS3wM3LL1EgzUqWc9SIXiTH4rHrsAm699dbUyZMnLygvL+9InQF5lgrxZF0nxLJ16zaqD89O2HTr8YL7fm/+R/9i9LLjL6SW/oO++B4n0ztjYzffxZdPzjAqxsY/fGOVUT5GKDuJXhlRpE/RXwH6o72Ysvj9EmaGUTpvV2dGcOl3HFudjNAxhdJGciHljN7yKRF+E8dAH6+srBCDfaESR4x9KazrtU9vHfUlbGyc9PFQ2/HyhZExNnSizvQd+kq//v01LO1u11W1lIPp1suFDK9YsVKJLuWjnt27i15ET+yaS43kypOyMGJZ4ubOnSvkocjTgeQ5QK4hKwvXEOHrhKhRFq6zuXJtQW7ZiRYiOHDwIB3p5PuzOs1T/tEeXPOLFy9yq4Q8UxY+OdO9R3fXjbJIfAiS1/JsMlYhRKdAP51jL3PQ8MDBg5VY28sNItBGZVKWHCFEphdG7iFQbLjF9UD7buoBHmjHqJDnZufQdejQA7oXRwrAyGN29nrJK0f7DfocOeog3S3artVIaMyfenk68voO9SajSOHpO9qfRJfUORzbypu+wosDPhHDJ3KYQt9a+iV69MKIeP9Fh1G6iRUj+fQD4jJ62rpta3UJ76W6CcxAKJe2ol9RRtJlTbgHX9oitAajpYSj/lwjXLfk5ZWFUF4O9GWmhjP9mrYcNGSIy5Brm9+cQxfSF4988803pzZECvCzgfSXqD59+qTuv//+GfJ87CJ9qL3IAOmzveX66i/SUfpWc64drjf6F/d0sUdy5fhjSeKV5cuXT5LnqffGZCt46aV3eqRlNv84Pb15+/z8vOyS/Pr9fvGLQ9fIqSbvd8GmSwEC7Bh4agQIsN0YNmzYMjGau/FQ4OHAm3WbJslDAoMao4O375zH4PALwB/DGCMJgx6jBvDAgayyvpDPbkDeIAuEM9JAGIgx+bIZDISVkS/7lIbhhyaspgcD+jrqqKN09JDROupAPTHyKTcu4dEH9WXzGvRCWEYb1aCU836j1vTGuXAX/bJBECMkhMcPHUJYrV0woCU/CKu3vewu4MwzzzxCjIL3JU1J2mtr8izRKbZRut6UXVZFEfxv6AueE7oNiQOZ8Y5DR6E/URIJsgeRAdQBHS6cv0BJOdMUsSgwcrtLHVl3ZwayQtKBQFVIn1qwYIH2LQrCSFD/AQP05QF60hnSlL22Tkd6IMnsugrQFy9J+vbrp2v0+F4mYLoobU578HkZpqBCFgjfu08f3bCGKZIY+mr3yH8+nUNbz/76Gx1VgoRRp2H7DXetWrbS9rOyQM4g4UyrnPnVTDXgyYv2HS7hGSVM5GWNpI7WPOO/2i1Z/L0QvHkN1yabN1FX2gGSL7RJ+yVkkGm/7OrK+mD0jP+IAw7QPgox0fYSqRGSXClhIdWffvqpTvcmLET2wFGjdDQZsipeCr2+heguW7rMffP111oW1tzyMmBfISZ6nYS+h8voJ2uMqdvsb77RqbuEpx0pS8uWLXRk2voILw4g1VrxELxD+Rvy24x2qfemcyD8N22ZJ+3Bt0EBbTh8xP46pR0dUtdIiOSPzngxwLVNm/Eyr4f0TUD48Dgrlq9QssxLFUZ97Xo2bCtvPuXDCPHC7+briwB010L6CFPKGcX0gskfXFEh/Wq13DdpI+4tlJG12+RveVuOND99hBkLnNPrW9JkXSsvRcjbkgeELy+v0FFzyDFxGL1t276dxtUy8x+XwILcDTn6nWNe5vTo1Uv1DWj/goKCf8q9/g/BbsE/fhxwwAFJ6enpqdK+8a1atWom/bOlPKfS5Zme0lwg95s0ue54E9JB+kem3Jfbyj2hjdwf06VPp3n3aW+2Ev0H4TqV9Mqlny2W32w8+b48Fz595513tnvG2UtvvNOjWWrzN+SaGShktbq0uPS4M045cpr011CvbloEhDVAgB2D96QIEGA7MXz48OViZHblIYHhATHk0zMAP4xNDDNGZjCAjByFC/48eDzD3Ns4CdIAeJOPsYIxaw8mjC/iccx5jhld4zMwH374oRqu+Fm5MBIt/J4GZWdUzJ835IoRVgBhgrhCztEX4ThP2dEZ8XkA26gXdTOjF3/CYgDyG5hxiWtpQKz4DTFDz+SDH3niT57kI2ld9PXXX+8yYR01atSd0hduJm/0DgGrrhCSlZPjDjvySJHDhexwDvt0875AHHaYZaMebkgYuPyDOEF+7Hd4PIjaB1OmuJdfeEH0napkhx1yf3P5ZZ4epM7iSB/y1oVCRlg7+tzTz7rxb72lfYuwRx97rBIv1acUQNfpiX4Q6nHr//uTTkVm9Oqvd/5dyRbtwBpZysboIWlBplYsW+au/b9rdMSWHXXvuvtuJcWEtb5JvSgL02RfeP55969//FOnRF70q1+5a66/TgkEBgyw/k88ptBed801btLEd7Rf/Pfhh9whhx2m026JL0F0hJA4GPlM1TznjDP1ZQ7XystjX9Nrk511VTESgXJQh7TUNDf+7bfd5ZdcqqNhp55xhnvokf81EFL+SUgtB/FSpCy3/OlP7qH/PojK3J3//Id+Soe+av0RK4/wlIddnc8560w3Swg3/XrsW2/qJkjU1cIrJDzkft7cOe68c3+hL1wuuexSd/tf/6rXgJVF/3NsQlxxIVEQMfNTIhVa50xbAouj4SVvi6t+Uhl2Ev7rbbe5yZMm67Wz79Ahruc++zToIhIi+dPO06d95DbIvRCSf+0N17uDDz1Er0krgwn3t7Vr1rq//eV2jXuoXDP2Us8QKQ/g96df5GRvcNM/+kj6Y5L77TVX60yL8gr2B/BmcSC0O9OHGT1/5cWXtJ24/3I98GLL7kEN4WO89cOfffqp+3DK+/qCqL3cS8469xzte7yEoF9Zv6XPoruPp05zc2bP1jB8HmjfoUMdm3Lx20tbwlN8yZ/rd/KEiVqWoSP2b0gL3Ujbz8zJyRn50UcfeW/pAuy1ePXVV2OeeOKJTnKv6SzPhF7yHO8g99Y+0qfaSN9KkXZnrnhLkUS5NyRIXwHa7ibcMxCO6ScAl+dYSIrk2lgv97n58gxbKMezJI05r7zyylIJuuX0hG3gjYnTjk+Ii3u0bdt2HTbkZOeUFBZdNO/bz97dnS9IAsIaIMCOIVjDuvvADr25Iifqr58I/A8VHiCQSoRjHjAYWBAqW7PmB2GIB3AxijDecCG+NloLccDYIbylYX78ZsSRaYOMBBiZs4ebP/29BZSF8kHiMdbRlxEKjEMlSgLqZjriPMY6+mDKNTqirkpmJAwgnB37XfSEsYtOSQeQP+sGiWOCH4bCrgIDRcp3VHh7Y8RSjl69e+maz/LyMq0DQrtb26GDrl26um5du+qoOce4rVq21DrwORF1wwQDlxEc0YTmxwhdn359lagyGkkfHDXqIDdw4EAd6WJKLlOEc3I2aHjWhTLipVMjpS349MewocN05JKXIpSN0U92VKVuTAtlBIq0IaTsQMtnWdA58fHLD7UVRhXEFtLCKC2/IY06qi7haFPKg3j2epTr0aunri0lfYx0Rq948cG6QNIlnr7YEAIGuWjbrp3LzREjR8qaJESF9ZyQDA0v5UG/lI28bddjZj5QX3TOp23IP29jnoanDAA9tm3HJ3oqdLq9vvRg2rKAvPKkPozKQnhIn35Evy6StOiz9Gf6He1P3RE+/0NdaBvKQR8lbfLlmPKQD3UnDcg51wlp8Z3ZEtELYdFbQb6tx5RjE/mNn62T1L6t4r3s4je7ChOO9ZwqogfuJejDjkmb9uMTMLxkkApqudCMXWPbA70ORQcZGZmhNdfeKLe9cPIL/vTn1m1aS74dJT+5RiRPyryjgDSmNkvTFzRMGWfKb2lZqc4YyJB7ZqbcMxHaBx1QT3tRWCbXJzqk33BfYFMmE/RIX2HaO+0H+Udf6I2y0n581onRXGY3AO5Vnbp01rD0rZwNOfpyBX/6lieV+ps0eOHTQUgw7eGvP31AyjNY7ve95Ofec2MPoDjttNPanX322ceefvrpfzrrrLPGvvHGG7PlWfOdtPlHcl94XK7j2+X3L+R+doT0tRFyH+idmpqaKZKcmJgoTevt68B1INdavYjcXspzpG99L/eyr6VPvi3X+ENiH9wi1895cg86UPrEYJGBzz333Gny/PnDWIGQ1cVSnB0iq2Pfntpn/ORPnmqRmTmhRYuWHdevz5qWm1t6+JmnHTM5GM0PEGDvws+VsLKTLm/isEBMflLEcnfBiA7CMQ8biJCRFYwZjBgMGI4x3MwQbgwY1BhyIcOkIQ5p8hvYb4xcDF9GEjDomTps583dVn57AlYOE4xyRlUxFDEQGenCOMRYA36dmmFscc3Q9RvMpm+DhSUMRB6yBUiTsLQHeuO85YM0BV5++eXuUsZB/vLxxhjjtGXr1qHPsmx6UWzhKBdlOP74493o0aPVRY477jh37LHHuoMOOqihTltA/DH22UAIQkKYpKRENZrRF2mzcRejyrzcoI9Rb4jBOnYOlvi0AaSW8LQLn67Bj75FfNKFPEHoAP3NpvoqYZTfpG19lvDrs7J0JI7RYnYDRg/kTZuQF+EB4ZGsdVnqMqpoeuI3pJkplJA21ZPEob4QVEZE7RrgmqFe9iKEfkZ8/CAU1Je4pGV9wQgi8c0PffC5G81LjpliTNr85jpGSF/LLelB5uhjElTTgJTYKDLhCE8emrYAHTDKSjjC8Jt0yMvqQht44b0XVZxDWHvLb807ghgoL3nzsoN14Ii+ABHhG6HWDwzhaZhLOoze64is5E+5OUdZtheEJQ6balkevJCj7cJh5+lHmdL/yE9JMvnvIHghwCeT0AP9ZX3WOh1xZonBGWecwdR9/WSUkAxtN/odeVJn1kNvkDIyhZvP/5x33nluzJgx+qka4qA7+hH3e8rLywFeMECShw8f7n7zm9+4Sy+91F1++eWaD8SXzbKIgz5Yg8z9rjE90n9ah771WphfoC971F/aXvpHnJT3MPUI8IPimGOOyTzllFOOlf70D5GP5LqdK/eUyXJ9/VXucWfIvXEAZJT+THsXFxeXik2wcP369Z8I2Zwg97inhYDeJc/ym+UZ+Fs5f470p6OlDx4gz/MB0m8HDhK0atVqwGuvvTZMCOkpQkavGjdu3F+FoL44YcKEz+X3CjnnzRnfUdTXR705ftrBb02a9rQU87v2HTpcVFpasjJ73borTzj6wKPGnHPUfOmjm24sAQIE2CvwcyWsw0S6i5wkwtMTmSASYBvgIYTBgWDwYLhgjBs5xQ/DnVEPjGiAP2KGSrjLOWBpmr8ZrRhTGLSkiZEMCcFowvBm0ycMXRCe7g8NymFloV4YcJBWRtkwKCE9EG7KTzjqiwB+GxEirunCzpn4gZ7QC4CooDPTPW1h+SCmZ/LYVYjRcZik5Q3BCUgXI5mNj9hwx0iUtbOBcIDP2TzzzDP6CQ0+pcFnNRA+bUOdIhn5fIoFg5lRG+oF0WvVqrWSRAxe+iCj00xX/+abbzQvpuYyesMoIWyJ0R8j8YCwrD9l7SRpUm4IIqPDUlr91A2jZegOksumS4TnBQ1+pL9BylNbWyfxY7WdKQs6pt9CWNhwCz/T/8ZcIaCSOkY9/Zpz6i9EACEOYRFGLKkz5WVtImWnX/DbRisZBSO+hddRVkmfHVsZ5QOUvZDRRLmeOCY8ZeRzN9b/lFiLP+dIQ0ebJby1I+l7BFX6tsRVPWpM3S1aw1tZCK/ToCWOxdVrVo5pX8pNHCMzlAHds9GT5idp6hrl0HE48AfUgTyZcr9w4UJ1kfnz5+s6dz4rZC83tgamq/LCgLIgrDc2vewISIeXKJSddAoK8ht0EAmUnxFKpsfzTVSJssOgnNSRewvHjKhzr6Hf8fkok8mTJ6vu4xLiXPsO7TUs5cpen61tyYZ3L730UoMQHvASgnWohIccb8jeoHl99NFH7sknn3RPPfWUyvvvv691JS12CCdt2oYRbrvn4OcX+j6bOCWnpCoRtinBgLREjg4+b/PD4IQTTuhy2mmn/UZkrJDS76RdJ8uz5ka5Txwi964W9G9p30q5jhfLvWi83Ctuk/viedIX95Pjvm3atNn3rbfeOmTs2LEnyX3+V+L+Qe77/5C++ODrr7/+qtz333/55ZdnTJ8+fb7c95fdeOON6x944IFNH2neRbw6ZUrzNydNPeztydP/PnHKZwtat2n9UWZGiwulD89Zu27t5csWrhl0ykmHPyz12PELPUCAAHsEP1fCatgn5BqYxrtIhG+aYlUg74t4381wjrV+5o8wKmtTf82PY/z8sDC2VjBSOsDyR/C/TmSvgxlyCMCIgRBhAGF4QF4hEIwSYPj5wXm/CzBGSAs/M5yAGTYYtxjATKll2iYGGdMx+a4iRi7hrCzh7g8Ff/52TD0woCEDEBRG6KgvO99SZ+oFqA+6BPgT33QB/LqztAlPmpBUnSIqbQJIHz9GDi0t07fF3VVIOx9DPn5AfmBi+jmS2E2bRRkRNKGvQJr4XElxiOQgTAGlnNSDUSD9FIwIGx15bryb8+23SswJR90ISzjOmZH+5ZdfqT5SU9M079mzZ3ujV1J3PtUB2WJqK+cgOeygiy6ZLgxxYKMgaJKuVZV6MMJK2tSXHZ8hrOTJiBxTLOex2Y0QQ9KlTJSFdoH0EZayEB8/1pay0Q7x0RXXjH6WRPKGwPFyg82W2F2Xtbd8P5MRX9JkuifhCcuUWUgzBJd+AkkgHUgao2yUmWnVNTVeH6GuRirpG6RBWdlcSvtHVLQQ4NwGIk3dCcumVUzVxQ+9L1+2XPssutCN14Rg8h1YiAfh0RtlITzTgnOEPFF2HeWWurHumPRoD8pD2YlPfQlbVlaq4VetWKn6Q8dMfWbTKNqasuNuOuZckvYHLbzUhTLY1cKoMboiDOE3F+9TQxx7n+Tx1sAjTFtlSu2Ogn5E/SgPU6pp/425G7X96cObieTrjah6hL5c6m5rb3cYUnfWWzONd6XozvoMG2qtW+t9Qsr8CMN1QD2pN58wKiwo1HYlHH10pQjEl35KGzGCS3+hny+Xa4xp7MTnRY9965bNk6gXLyrYlEk0qf2CEVzqR5+h/yL443IvRzetWrdSwkrfJV2ALiXeQXKvtG2JA+xmnHzyye1POeWU35x++ukTpF3mpaWlPSbPLkZQ29IPIKhCRr+Ue9qDcvxLaUNm2UBMTxbSebsQ0heFiM587733Vjcl+dwWnnvunWZTP53T540JH54ybtLHd06cMn1aYnX8+lYZraampib/ISqqvj4vP+9f+Xm5I084+sChJx978CO//e3Z3pSkAAEC7LXwngY/PzAleLoIo6zgepF/iUAYp4jMFuFbp5eJ3CPCSCwYL8Ixo7GQzg4i54sAFtNZugjfSCWtm0X+ILJchDSZ1hQpHc6xRoc4hSKjRLJE9iocdNBBDZsuYXTgAkgHBjwuBgmGhhnECAY14TGEOOcX88MlLoJRTdoYPRgzGLiMPkC8IK1MceOtP2kSFxAe4Tekh2M/0dtTQAeMOlAfg9UVI2zIkCFah6+++krrht4w7CH3GObUH3/qhmCsmYsAflM/84cUYIAyWoUBT96cxxhkaqRtwmRtg0s5pTwXffHFF/YiZYdx6aWXNp8xY8ZCyattyEvTLxP9M8LKMVMOyQ9j3H/L4UjJoPxj111IHkGIQ52qhKyFh1dX0mK6sY1OU19A/fi8TJqQO6Y36uZCIbDJDLrlcx+aTwjdundvWG8tQQTeJ1dqa+pcYVGhGPhrvb4o5IFvWjJqqlMVRbebigbJi1KjHoMcw57Rp2Rpk06dOykB1H5poSUsmmCHVkguJLy6xttkq0PHDpq0pyvg9RtGM5d+v1Q3z4mL9UaUGRljbSpl3wQhPJIfRHfxosUNbc6Id7ce3rTYzcN7L4wgjN9LP2TtI2UFrD2GbBCe76RCMLmeKA+Ekp1/lThLXel7vXr3VtfiG4jLWkpGgTlP2dEpG4DZFGEDbcBPPtXDelKuI0Yo+VQP1wejbvQNSK/WgwiKUBo+h3JyXbFhkKdUb3o9/WBzbIpEHDYnWrNmdcM1xM67hxx+qObFb/RF+UHoGtqsDoBiUTf+TX3/fb0OKTflSc9I17y8GN4BLwXYhRcdAa6Zgw87tCF97TNheQDai7KwUZa1KyR5nfTzGZ99rn2V64M+rtTdklC1eSSStqRs1Iu24V5C/ugsPEf6YZGuE/bus4SHZCKUzx+eLHhJUljoffaMurBb+OFHHal1Yrox90HKTVzu58yGgDR/KWVnd+bMVq20buQF5L4+WojQJDncUhkBmgIJp5566hHSHudKm50gfaelPcdoP5Esaa/p0m+mSBt+/O6777JudI+0hZQpeuHC3JSv5n+d1Dw2MSU+OaZtVU111+io2DbSPfapqanrHBMT1V7Kt4/ct5KY8VJSXES8pdLDPouNdh9HRSd8dvyRIxZIf/rB+0+w6VKAADsGe9r/XMHIJuQRQFo/FIEwXiQCmTQCe6cIgLz6sUwEYskT/C2RI0UA37U0wipP/oZwEFBGTRtLB6Pfn/9eh1GjRjUQVsSMDYwd3tozRZdjMzAgrRi5GGo88DBwCG+GL2Htgeh3McJwIbpMRWQ00tb1sV5KSFLDmlArC8AlXQxwy2dPg3piIFrepgtcK+eRRx6p9YKsohNGJggPIafeGHQYk4DzxOU38TEuTe+EhdRzDiMewxGdcJ5wEBTW7xHfL+QVMkAu+vTTT3easB522GHHCkmeJPlJspvIFd9fpapsosILC8+mCd1uCOcdqaHOmj2+mWpknbpQD77hqZ+CaTAtSN/7Ea0jQwnazhAnApE3dUJ3kHQ2JQJmRjOaxGdxyJ18IaGMKkI0rT8Sn6m/SjSlLBAsDS/n2IyI9akG8eKvHgPawktfICcx1jW8eJBG6IQ5mjYjb5SP9CH4fKpFzxNODqC5Fh49kodWR06yaQ26Im4DOJTzlJ3w1gfpK4xg6W7MXoqbgXCMXJIW/+g/kGO+x8o5PmPz5YwvpE95L4hIHzI5YuRIl968ueqN9K1/GwhHG309a1ZDPPozLwrYhMr6cThoW14QzJs7T/sG4agrLv2bz/k0a2Zr531EKXRAPsVirM6aOUunRtNfamqqXUshQIMGD9Lf7CiskDheNO8vcZkKvmTxEj0mv0OPPELLBLin8R1evkvLC4N99tlHY24aEd2U2tIl37svQt9TpqxM2ecTOejCq7fFkd/ylxcqudIfIZ0dpQ9CHLl+NSThRTi2+CuXr9DR646dO2v7mX4qysp1B236C7/ZLMl7GSF11mRIhYSYXu8tFeAE/Y2XLaxj1XDeHw8ShBdBWXLf1Z+hMpBHm3as77bp1sSRcxKeZNnwbCMj9qJL+vzxJ52oeh0pfYfPbBGHtObNm6f3dV5GvTvxHddF9NSL3ZnlmgDEFd3/u1+/ftcFG+I0LZjyK23wS9HxGLlv9BFXfnr3Q7mu10m/eleuv7flHv3JBx98sDEUbZuQto2aNm1aSl5FdFp9TWVqfH1cTFRUbEJUfF3z+Nj4VLkpp1ZVVieXl1ckSn9JjI1yKTFxcUlyN06sjXLNo+vr29TV17eWLpIUHR2VKWXKkPtwsvTpKPo1n+fiuq4sryytc3W5MdHRC6ura5clJCXMrSqv+i4mMW7pSUcdSIe1XrzXICCsAQLsGHhK/dxho6KMgPJNgTdFGiOsjJQeLfKN/vJgpBfC+6JI+Ajr/SL/JzJR5EIRCGukdIDlt1cTViGfXTnGOMLYMJcHHKNeTN3FyMUowQ8iAonAgMbo8McjDEJ4DB8zsAnPKClgJAbCS1zIKnmwxgoDknQQYC7YGwirkgsBOjAXwfDm/MEHH6zrJqmP6Y46U1fE4pEeuiKe1df0iz9TKgFknjich6yibwxCXNM1503fEAxpm10aYZX2+JcQkGtJn7QhgnzOJn9jnjvk8MPcwYceqsSq4byG8crBOlSmFTKKN2nCBDftw6laVu5KF118sRrqFZKW9DSRUNyQYKwgHN9/731u1cqV2h8wdvsN6O8uv+oqPYfO5ECP9RMuISEuU2H5Duq9d9+tfYs+17NXL3fz//ujjvhCQCw8In/0hqm/pZ6eP3XR0oV+ewL8v9Uv7LeKL5z82ex3g1+Yv/qFfusxDv84MP+Qa8cE4miz33ro+fNHj0Lnvb/89Pz4jM0fb7rZPffss7obcX5Bvrvm2t+762+6SXffpX23gMRD53xT9J5//MP9W9qJ0T52IH7+5Zd191kIPWs9pdN6FmXIJX/ak2mmF50/Rtfc0l94yfPr3/zG3fTHP2i+9HO7JoiHC8iX9n3yscfd/ffdp+QasnX3ff9yo+S64+UOpAxCrnEsDREbQf9/N/3BzZo1U6+rQw4/XKcqc27JwkXuyy++0DL++fbb3H4jRui0WItvwvXPCP3f/3qH5kdZr7/5Jr5lrfdE6q2f3fEKriP/G9Znu3/e+XcdxeS6vvK3Vwk53093ZQb+9LmOmTp77z/v1s3N+IYv3w6mYAlxCW7K5Mm6Zvv4E090xxx/nO68649v+uIFk95jQv7Ui+tSDkW88tl6Uuo/c8aXOmrMTAKut/2FeDIazP2EWRENnxUSYZQLvDdpslstbQkOP/ooHWlldoG1H/0Hfdn3hD94d4rOOmCUlfOAa1buj3Ol3sN3esOdAJth9OjRw+RZcLno9ky5NtN5LtAm0j+L5N75nvSLsYsWLZq8bNkyZn1tgSkzZzYvXp/XPj42ua20eLe6+rouMdGx7V19bc/q2rpWQiCbSe9pJveR5vQX7jHax+T6pFW9+1HoczXVvKCtr5J0Klx9FG/uKqVvFkuZCuXa3yh9O1su11yJUiL9MVuI7bqykor1ac0SCuNdcvbRRw+PWMa9FQFhDRBgx/BzXcOKgW7rRm0DprUito4BkgmRvUaEEVJbV8rxESJ+sA6WIR7IKiOk3q43mwAphfBeIEKe/7+984CzqyrX/jplem+ZSa8QSKUFkJYikQAJCSWCyBVUFOx6/SyAfngt93ptnz9/96qocLFcFMjVCwkYSoAAUqQLhBRSCUkmyWTKOTNz+vne5917ndlzciaZCSlTnn/yzip7rbX73us5q+yeyhkwWOFjzYYBvvlnx0tag/hCywJaViAkUVnDC8rmR2UFL0lU0NClFRPNIB1EHUSLFbonnXSSdpnDJCq2tcOWYf3Wtf5jhd0G7zZZUPFCy/GLL76oY3HRLQ77D2GO44fjhFY/jEnEcUAYy215OKZW0KMijOODllScByzD8cTxQSsjliEOy6zZcmCooBwqUm5Atu39KD9D2mkpRMXzuOOO14o8WkvxqYuMSeUahnOKz8xAeGB/sW24LtCajs9t4BgVF2N8dI1eU+gyaw3bjn23E/ZgnCZA/sknnKjLcT1BbJSLWCkTF34YtgfXIMZI7tvXpHmwbrTEoVsrjh3G8aElDcfYGj4rgziNF0HhWJvjyjJshzVvvkycaxARGZMw9hOWHcasvfr5FZiNc8NwrR/bCj+OhY23lolz3W7hZsfVOPdTMWhJtXEwjLmFKGqXY4mxn3qu5VLG8cV5wjZjH3E9ZhvOK/Jjn+1kYLg2S0tK9XyhFRPnEKIVggnHH9c6XMTjXse4VIzfhagCWD+uCZSN42HvDZSLNKj4oYXQHm+0snt/qIBh/5EX41KxTM29N3A/oGxJqF2uUTYMXZ+xHOtAKy2uIW39F9CVF/uLffAarr9hcowwJhPXGMqBwMO+4ZhhPfrJJnFxTeFcVlRWSPp6TQsBh3ISuv74fuVDIGLyrXHyjMQ+IR3AfkEo4lpHrwAcC4hVbE83k+3AurFtGDJg70ucK2wX8ujnqODKdquJH5OVYcwtzgV+sMF222U1cq/iOYZnGlycD4hetPAiPcL4Li2ehng24TjaH+hw32F78XysH15vwrLd2E77jMIxkWfGCbK9J0rw2D7gBzgXXHDB+YsWLfqLHM/n5XxfL+ehEteYXEdvNu3e/X8eeuihiffdd9/Sv/71r3dDrD7++BulDzz8zPSVj/5tyV8eePy7Kx5++s/3P/jEpmhTx46y0qo1+YUFjwWCgdtFe35TzvfFiWSqSu61d+RqfFjuul90RmP/R66PT0r46nQysSgWi89ua+04JRTaNz0cbpkSb49PSAX8IxOdsRHpaHDUogXnjrpkwXljLl0478RLLpx95oXzz7548UVzPnbpxXO+uuSiOd+W+NsuueDc5VddPv+Fi+eft36giVVCSN8ZqoL1H2JoFUVNG+4qsc+IWTAeFd1IIDLRvRetnTD40Z0X+WAQvuhGjNoY0qN1NFd3mdvEsA4I4ZfEcpUzYEClz1bwbCUQfoDKBYQSWk8Qj0oKKhqIh6iCacVE4lDJ0YqbVJxQqUIlDOnQ9RdlwEVFFBWoadOmqZB97bXXNI1dL+jJf6zI3oZc24ZjAJEG0YrKHT69gX1FBQ77DuGK1ihUJq1IsoaKBcpBqxHEG9JpZVAMoAx0t9Rxa1qpdNZrzXve3gsLFixA5XGKG1TwvU20qNbI+UcXRZzDG264QcerXXPNNfqpjKuvvtp86EMf0hZm7DOuAUwGg4oqxquNHOXMrovjgrSXXXaZfoYDtmTJErN48WIdB4wunY2Nu1RgaauYgIo6hAauKbTG4zM5+EQO7AMf+ICZP3++utVV1ZmuyKhEA7T8Dh8xPDP21R5Piz3GPcV7yU6bHQYHCqvr8WebJTsu22/dA5k3jddvwwBCDdde13hcXD+OH9cqxEku07xyfKNyb1sQxjVsnxXZhnsBY4VRNp4TWKcF1yy+U4r8uL7x+ZXjjjtODX4YPmeEH0YwjhcTZeHaQFm4NtFSi5ZE3CMzZ87Ub/TOmDFDDWEYeiWgfP20jawP24BrGn45Ktr6iHsI1w8+eWRvI6zDmg1DDGPiMVyrKAfjRXGd2eXZeVAuZnTGMULcrl2N2Gldlg2WY5vw/VaIT/xQZJ/D6AGAiZcABCLup1xgP/Fj0JVXXqn3JO63j370o/r8xjIvWB/K0R8gRVjDj2OBcdsQq9g/fJ7KftoGhnsNP0rV1tXqD1TYd8zs7d0eu+/WhWjFbN9w8XkbO+Ycx0Sem/KYyJurEaTPyPlYcskllzwh987D8l5dIvdBoLW1Nb5r1867X3/9lXNFpE7/68MP//ihh/7esHzl05+478HVv13+0FOvhSL7dhUU5v+joLD4L3nBvFvSqfRJ8tRc5/cH/iMcbr+hvSN0fkdL+PhEZ6Rh4QXnjFly8ZyTllw0+8JLLpxz/aILz7vpg4vP//GSi+f++gNzz/zjgvlnr1h4wdlPLl0y55XLF13wxmULP/DW4sWzNy/5wDk7LrtsftOSJeeE5DqOyrWdo9sGIWSoMlQFKyZYQi3A2vli3lni0CJql6EbrwV+bz6E0YKKqXARhosWV288hC7KxjomimEca65ygDdPv8QrdmAI2zi4qHTARWUVLTCopNh4VDjQaoBf/lFJQqUIaWAQJ6j4wo/lSIsKrf2GIrrLYhZX5LeCFXhd6+8veLcp17bh2KAFCiIclW+MhYMIRWUO4g1iz7ZU2A/yw3DsrPC3xxXgOEPc45jZY4j1Ih5m/dnuobJ37955ci7ybEUT5aWSCW0hQysMxuFhXPNdd91l7r77bnPPPfeoLVu2TMOPPPKICgdU4kOtrXpeUTkdO26sbhcE/f/+7/+a5cuXq61YscI88MAD5v7779exbiXFJTqW0FasUWHGccHnbbBNmCUXn9eArVq1Su3xxx/XyV1279mt68J3UCFocKwg/LWF2yOuUI41i/Xniu8pzuvvKc4b7sl/yGbLyFEW9r0r7PWLyTJnuYgbHBd7GYtbVOx8ZxVjyXF/5jIsd5JLBhQi4Nzi2OO8ocuvzkQrLgxj4OHik0EQlvi0De55bAvA6lXESn60Km7YsEG71cOFYUw4ZlPGj1tIjWsE+QEEEIQnWnchvnHf4RrB2EnMDg3DUAOMJ5dLWYWjIuvGeGSA1kuMO8bMuhDA+KEN+2O3z2KPH7aztrZO8wFMPgURm50e2Djc45pXysX4VOA9R14Qj2cDxCrGHOMedO7DpDtTsF9byvHjIOKzy8BzBrOU4x7FvYn7Ep+xwbHF/ZgN8uJHIWwj1o1x4dqLQO5fjN9GGfi8ze233672zDPPaDnlFc43iLENaJHFD0q5ygdoIcfnbTCzN1r3bes6cPfh/fy8Td+YP3/+BxYtWvSovB/+LM/c2XIv+5qa9mxvamr6dUPDyKu+9PXv3vGLXy87Z8VDTz9y319Xt8dN7PWS0uJfSdbL5UC3+v2+37WH268Ph6LndcRbhosonbjkojkXXjT/7K9dunDOry69aN6qK674wIbLL79gt5yj3L+OkG74fP79HwIucgx7XEbIUGWoClbyHkBFChUH63r93jhUajCbL0QUxJmtoKCiA1FmK05ICz8qoliGrmIQDmjpgChDBRSVX1SuvOXDbH7rZi87Vni3IZdr9wPHBd3eUGlGxQ/HC62jOGZYbo+JzQcQB8MxQxyOC4QfKq7Ib1tcsQ7v8co+dgi/F2Kx2AWuNwNandAipi3Ech4hFvB5DCtIrDhBHNaPc70Bs9nK9mKbEcZENnAhJCE8duzcYXbu2iW2U81+kgNgYhxM9gJwTaFSDKGBViAcI1T47TdN8eMA3I7ODk3XLH607EKA4BgXFxWbmppaFdq2myKEvzWMYbRx6pZ1LVND12MxuDbOCXf5vabpy8u7xyNs4zx+/KABP1xr2eEDm5QhoiETlusrp7/c9UscrkG4+M5yIBjQ4565ZuRcoUcEykT3UAgzzMarJmlguHfRuqif/GltkUzOdYfrHcIYvQP0POJ6lPR6XbrlI2+1rNfOeIxlAMshYvAZGmwnwLnD9QNBqn6cSzmH2P60ZLPPGcTjO6M4F8iLeOwDWn/VRVdmtMrK/YSZgXUyIvmH7Cr4ZN3Ig8mggph5WLYJ1zEEHM6FvWawvzCsB9uB+xFbj3sBsw9jW3FOMcZWP+Nj82m4RNeNlWLMLsQkWi+xvXY5yrSGXgzlcoxxPNG9F8cdxwo/BmD/sS8Q1bukHGyjbk+x+2kfMVsOzu122RfsD36AwLYiHufWfu4H64KL+xqTQelxlR3Dfbdt6zZNj2Oon7ZxP2+DrteIxwzTFVXODNXoyoz7DuPEcZ4xthHXgboierHNuGeqqiu19wTKRIsxwD0t+3iWvBPqNIIckLlz55568cUX3y/Xwko5D+/v6Gj3ybURHz9x8osf/NAnnvjnm7496bIrP/L78tLShzo6w/8mT+Gxkm1ZJNL5yY729tOi4VTDwgvOPU/s04svmn37ogvPfOqDCxfukmuMguo9IvWhrl9iskjpT4uEEC/OW4CQXjJnzpzNUnnKOelSLj8qT6hkoEUDFVVUpBBvwXIILhgqL6jcWMGFPBBxSI+KmC03lwHroky0EGC9Pf2KfyTBPkIQ2ZYdbE+2i/3x+u1+YN9R0cTxQCVax4aJwQ/zHjuAdSAPKrOoTFpsuXBz+WGoOMo5ue6pp57qc5f0JUuW1GzYsGGtlJP50C7K7giFtVsvWoFHjh6lce7Sbg8b3RbZBoyZ3CKVWwgegP0bMWqkim+cTs3jZrRlaV75h8r81s2btYILcPz8UrE9fvIJKrJQiVfc9F3lyPGW9axbu1ZbcXGsAa6XiZMmqejPzCCLnHYj8B+XmC3KLReiSMMIOQucsNfv4i3L/eMGbV7geLolySz0LAPiyawBjm6fJ427CHTbEo/XBrpFAY1wxjmj6/SLL7ygghTlQKRAtJx19ll633bNkOtsgkNaW+AwQdMzTz+tE2ihLNwf06ZP1667OM7ObduVy9kH+S/naf26tTpTsD1H9h6fdcbp2hsD14uNQz71SRjXFs7nKy+/lOlujpY6iKJZp5+u9xhmTHaTuzgFQBzh26uY2RiCC5MITT7xBDP9pJkqnlDW00+s1jG2aK2dPnOmdmFFiysKQ3koEtcixoCiJReiE/ccjtvxkydrzwnddned9hrC8jVvvqnjku2xwozVY8eN17Ihdh0cF/u+6e2N5t3t282J06bKdp6ozwnsA479I39dqWXi+YDx2bhXnOPlbKeW4/x3/Phr16HxNh2Ax+lFsVUEqhXINj3GqUKo67hVjQFOHoxTxgzI2BaAc4tPOEEE49px0jvrwrWOlnCIbLjT5Ljj+CKv3vtiIsIvvU/QTGQ/Zs2a1VBXV/e1/Pz8T8v9mY/x97j2Z8w8zZx2xjmmvLIK46mTsXh0g1x8j6XSyVW+YODFS+af+45k5zE9jFxxxRV1SX9yYiqROk6u3uPkfhkZCoVHXXvdNdMuXLBgeF6w0Id7xk66FGpvMW+tfSv8wH2PrQkE/c3ptG+7nJHtxpdaL3fIhkA68PYDDzzQ7BZPyJBhvzoKIQdi7ty5m6Wy1+07rL3xo5KBCiQqU6h4IA6gwoOKGVykQTwqaTCbBsB/MLPpUM6xFqwQTFawAmwTwH56XcR74+x+IC8qxnb7cRyxP3BhyIdlaJlAWls+XFvmgfzICyHc3t5+SIL19NNPXyz5MaO2rhjlYkKZvbvQ1Rbj+5xz6CzOXf9BLPJB8GCbZOexA1q5tRXbXGhp8gfjE5EXeWxeHD9sB1rbnCPSBfJltkb+oDVHW/jcY478yIsxrHK0nEQ9kHOJLecA7JciE3HgvAcvWehlWT3RYy7ZL1xjdkwnjjG6teJexmRMB0TSQjyitVGvZRwjyYsxl8iv585lv/MlaXF+0KqIfNg+rB/XP7qUOl1FJVd2Rg/4EUcFNbZD8uIeQl4Nu2kc3BAcXZExxUVFKvAgUjF79Hnz5qqAwnF4VITgpo0bdfswplbFqmdfLIhBi73ddxSNH4pUfGHp/ll0m3G87TZDPOu9lDu5ChGUjU9IYRuRFj8ElJeVm/v+58/6LEQ+HUcs6TLk2F7L/ks8MeLFfmOfnOOIayLl/KCmYYvHJ160RON+xzYgnX3Ge0rOgP3G8w/3IoYInDJrlvs8cdYdCoV+MXXq1M/y8zb7M3/+/HmFBQV3lpaVjk7gW9h+n5l8wgwzdeap6fqGEZvjyeTTsUjkkVjSPHvZRec43wQjh43F1y6uLIrmnZ1Ipd6f9vnOlOv7eLmea3C/4LrGNY9ZwC+7bLFZePFCU5BfrD/yWMHaFt5n1r61zjzy8FP6LnXuI8knafTeTqV2SyFvStmrff70ww+teOg5ScBzSAY9ud4VhPTIvHnzMoIVhsqj9XvD3vjsNOBg6YD198UAXgoYt9VfBCu2J5cBr5jMXpYd503bU74DpfGGcVzc1tvrnnjiiT4LVqks/kLKuxHHHOWhsjph/HgzdcoUKdOZoKbX4LQdJHnX21jW1xXYD7tI9lL8TmX4AMkPP+6+2GuxOz3tpKQ97BuKvXfQtR6g7F6tNuf+vFdky3o6JH3kMBWzH9hrVBTRTb2peZ8+oyC8xo0ZazasWysrlnsKCXG95zpGueIlCtdnT2SX0nPKLvCsQ/frfS3Nuo0IYwz8aBGxa954M/MsyqCF5i65T/fuIdBj6dkL5EBgXyDIG/fszmwXhGxHR8c6WXbysmXLnO/9DGWqq0dOGn/clPKKyllyDdR37Nt7RTLSOULUjimrqjTjx04wp5x6xnPFxaU/3br2pXsp8o8MV1xxxXh/nv9z8oK6Ii8YHOXz+30Yu46eHHBxLQO8G8Lhdkl/qblk0SU5Betba9aalX9dLe9sCFzNpvkAnh34EQK9FPDDcCptXpE74w9Bv/+/2PJKBjNH9s1EBh3nn39+n7oE5/LnCh9OgzDDeMVjKVgxPu9ggvVwmRWiPQnUXPFWsKKFta+C9bbbbsv76U9/+rrs32Qcb5SJVijM1HrNP10jZbutQ5pa/maeMrJ+x3HB9rheG5lxMguUrnTwewM2bVdcdplZwUwC7zr2y9PXcJdX6baNQMJdMW6eTETuMBybq2tRxuf1it8TUNx8XRmdmJxhJzJ7/d3K1z+eCMG7Tu/euYnV20W2DOsFObI4UX0rq+ta7M4BS7ELJSP2E92Sn3/+OW3dw48zp59xBn600WUov+fCci9Alp7oeVHPS3BPY8KpJx5/XAUdtgnPv7nz5pmJEya463PyH2DVOTcsV3ocz0x8jgTyJHZ9WWj0/st6SK0t+WvXrTOPPvKIHnuNk32VZ2wqHA6fuWLFihclqqfsg5niMy5Y9MExY0ZdNX7M+NPHjBldhZm10eq/bdMG84mPfcw8++xz5n/uX25qGoab7e9uaw+3t++ORaOvRCOJ/177/JPoHTMUj9sRYcGiBZ+rKC27tbCosCYeT4hITThd3d0jjPtRnxOuPxQKm6uvvtIsWrjIBPz53QRruKPFrFu73qxYvkqu9e6CVcvQ/07ZuA8xnAbPIbkntqXTye+cfebZd/BHCTIYyfUeJ6RHIFgrKyt73SXYGz5QmsNpeHijhRXd7o6lYEXFEWB7joR5hWguUXogvxWsoVDoo6tXr75TN7SXzJo16zSpLD4vgtVvjzcM+43ullgHQJx1vX5LrvhsFxVWgG6l6qqCgAd5nZhMmvfg9iYN2G97DpDe+oE3fDC3ax3Ic/D19MVF2erX//jT++3qyfWWiT/w22UWXCe5cOJ7WOYZF2vR1Acsa3/6Gg+yl+HHJ3TVxXML+4Z7B4LQ0vM6ctcbUzn2zXKo+4HxtOh+bMNwMW8AttnLoZafTU/x4HCWhecJ5jawaXD8cT7k2XXLtGnTvj/UKucTTzvjkimTT/zeKSefOvX0WbN8Y0aO1tmgy8rLzL/+63fM5IljzeduvMFs3rrNfOaLXzYXLFps9jXtNU379mkLfFPTPtMSan2+MxS+9c1nn3pYiuz54JMDcuuttwZX/+2p20tLS68pLyvW96Fzb9v6iJPO8TsBuBhGcO65Z5sPX321GTl8DGLN3qbdZk/TLrNj1zvmuWdfEHtF3tMYJqTZusrQ/27ZiHMWZoRrNBq9LRVPfFbe65ytmQwqutcqCDkIEKxVVVXawooKGx6QqFBki1Kvi3T2YWv92ekOp2Gb0MJ6KIIVeWHAltdXINww6RAqVba8w2lWdMK1fhvG/mbHWQM4/jYdKrMiMD/62GOP9UmwnnDCCV8TMf59e2ywnoO52XEgV3xv3N6k6avbmzR9da0feMN9cXuTpq9ub9L01bV+kB0GPd1HB7q/+prncMWDobjuwxUPjnRZ+DFQBOvjIljPH0KC1T/97Nk/nDJ12hdnnXqa//iJx5lhdXXOOEc5RJh876Zv3GyuvnyxufLyS017KGQ++JGPmgWXXIqDqO9EjGduaW0xrbKsaV+TCYdCP3h1zjk3GbbI9Rm5Ln2LLlv0l2QivSgRT/jz8/NMcRFmt4dw7OqBhsvXcZ3r2MZhRvKa6hozfdp0nWQwEukwW7ZuMZs2bzHN+1qk/uCMEXezuX4Uhv9uPOKchc74cVkxxt13hNu/UV9X9/17772361c1QgY4R7/5iQxojj/++C/Ki7ESfogefDIB307E50LQqokJRdA91BVDmclzIJSs3yug8IC14VzmrfxavzcuF1iGFhC8MFBGb7BlYjsl78vyYrhd/OdZAdgXsF60CPRGsHr31a7LG/Ya4rx58PLC9toXo06CI8cchnMAF5+rwEy4OD+Iw+yotgzkFbtv06ZNr7qb3ivq6uq+I/nHu0Et72BudhzIFd8btzdp+ur2Jk1fXesH3nBf3N6k6avbmzR9da0fZIcJORLIs2uYiNbf/+Mf/2h1owYz+dPPmfunGTNnfmzqCSf6RwwfoZ8bionowezbePbHE3GzcdNmM3b0CDN21Ejz7s6d5rm/v2iOmzxFC8B7AqjEkfcFWmUDweDZVes3HD+iuur+nTt3UrT2kpPOOafu5RdW/yQWTXwo0hn14/2MJ17CHasqh9d9DnbVYbo/E30qbNvbw/rZvldefdm88cabZsfOXTouFcNqtEBVoz1jhasKWYv4/T4zp72jbdO1H7nu9dWrVx+kFEIGBqxVkD4xf/78V6uqqmbqA1oewPhuHz6+DyCA8OBEPFwYhBHS2gcq/Ph13KbBcoQRb4HQs+Xb8pDOhgH8AGEr2KxhGQQaWjq95WaDdDDkxwsfIlfc9VLG12Txg2L3ybbMLywsDKA7oC0L6zgQWK+Ium5dggH2AQZsGXYZtsFWKBCHYwmBjziEkR7lIs7mgR9m9xlpkQ9412O3G5OwnHTSSerH8tbW1pTs74ceffTRezSyF8yePXtUY2PjGjkuZW5UZnsO5GbHgVzxvXF7k6avbm/S9NW1fuAN98XtTZq+ur1J01fX+kF2GPR0z/QUD/qa53DFg6G47sMVD45GWXiGyfPrI3ffffcfJNhzAYOAmefNvXPScZP/aeLYcX60xmEGaLTo+f0B/XwRhg9gNuwNG942uxu3mxlTp5ht72w3b6/bYN5/0cX6PoxEMGdBhwmHQyYEC4W1pbUzGjGtzc2/mlRX9Wm2yB2cc+fM+UwwL3jTiSeOG/HOtkZfJBIz+C40vtuMb4fbJ59zQXbVSzA8wHG74hXEqeO4GsYy+Y9WU5vHcd1lbvqe8PtQJ4CATj8diye/8fQTTzwl0fxBggxoutcqCDkI8+bNu66ysvK/MAEGKqV4aEJIwSD6rICCcEKLHuKtGMMyhLHMiiuktcsQRiUE5cIPg98KLqQDiEM6GJZhvCjKsYblaFnE9kD8ZoN8SId1okVYLCLrWiGLUPFZKRZFOpdpYh+SMj8o+zwJ3a6w77YMWDbYx2HDhnUTrNjOkFQO0OoJ7L4DLIfZ42T3y8bZ/DC73zYNDOuxrbkIo+KCOJsO2wuzPwQArH/fvn1viPcCEaw7NLIXTJky5cOyHhwnXV9v3ew4kCu+N25v0vTV7U2avrrWD7zhvri9SdNXtzdp+upaP8gOg1z3CegpHvQ1z+GKB0Nx3YcrHhyNsvCMC4fDv586dep1g7lb8Alnnnv9mLFjfzlu9OjAsLphpqy0TJ7xIo5EqGLcIkQrJufBPVchQvbpp540699eb9rbWs35c+eZkROOM23ix/s40hkx7R3tpr2zXb9zrt86F4vJO6utufWfXnv6sbtklRQ2OXjf+943rKCk+M6C/PwL5P3pP27SSBNPpMyWLbtMcXGRdsmWZTqLOMaT492LKzcp9QwcX1sfQks4vu2MdzDe7/b6ltoE/jj+A9wPB0eevamI8cl1EcwrxvrSiVj81mG1tf/KHyTIQKZ7rYKQXjB//vw7pLJwXWFhoc+KKCus4LcPYoTh2oey17Vm02Y/vK0AtoILD3u8XBEuLy/X9I2NjboMrZloHQXIj/VCsCKPFayIs9uDcpFelqNp+I9ifxLbiHQHoEjsQrFrpcwLZd/zemp1xbbX19d3E6zwI37Xrl06vhX7gG7TMLzo8GF/bBvSoEwrigFcxNljnW0o37pIY7fF7jvKxTLrxzpk39eJYL9GxCpm2ew1Ujn8vZRxjXd/bdkHcrPjQK743ri9SdNX92BpcHy92HB2OgvC3jwIZ6ftybUg3NN63ovbmzTWVV92PK41Txhk+3XiKE+cM4GSmEZ54j3XUTY9LTvS8cC7rGtr5f6R+K7dsh7vD1fe1O993V4GSjw40mXhGsOzTp7l78hz7KRly5btcxcNKiaddFJd9bDh/xg3ZlxDbXW1vDcqtCuwfR9gUh7tduqmx3tm0rjxJibvFbS6NoVDZveevTiIKpJi8ZiJyHuxo9N596BLalsopN/oDYfbt3eEm2euee65QXksD5UpU6aUjhk//vJ4Ivb1/Lz8yfL+9KH+UVtbaU6YPFaOb4t599098s4uNOVlpaZIxGthQaG+w+37OC7HvTOCHww65fhj2FRM6yF4F+OdDEO6A90HB8e5CtKpqPxJGF8AVRbnHYKWXznX32uoHXYrRSsZqHR/uxLSS0S0TpOH6/vEKtva2oaHQqEvoWUP4EGNFycelDAIJ2/l3T7E8ZC2eB/Y3mXZfuvC0EJql9s4GCoze/bsUcGKbbFp3dbUsLxs0Jr6ezHMkHgoM+lNFrta1oNW1xOyW13xImpoaOgmWLUSL8ttRcv67XLr2uPkTe/12/1D2O43wvDjJWqFP1zsL5a74WdFRP9F8uFltUa2+ckVK1Z06Mp6yamnnlohx3HtsGHDGux6rQvgWj/oKd7ije+rC3qTBhxoOfzZ4d64lr6kO1ha61rstQAOlra38d7lB1oGuoXFb0O50mf7u+UVcJ1Y1Jf5g3sW/v3pKU9XdPeM3vReEL9/FseTq6wcUYJdb66yxJtjNmA3uUtXYvi6bavHi8BB9wN/cHjdZF3pu/LBZ+MzSfFHApn03khxe1itxOducOshuUMPhfW8b/pX/dnsn8cnz/O4xuNZKs/5uXffffdqd2HuQgYoJ82Z9+Xauvof1FRX+4vyC4xf9hlPBbSo2tbVYF6+itiComK574z2sClCl1ARUM1tbRLnl3dBh4m0d5hopFPFUyIWN5FY1HTKO7ITP2CK4Z7tCLd/5sVzzvglJ2EyZsGCBQXhjo4bystLP19WVjphX0sbXniZZxvesWPG1JvJx483HZ0xs/2d3Sbc3mmK5TzgB+mSkmKpFzjDn/Cpm6gIVXyjvNOph6ihroC6SXYdpm8425PGp3SSIlbl3PshVn34Md0py/7ImEzE/1/E+H/0zKOP7swsJGSA4FzphLx3zhEbJVYvli8VCYxxHCOiraqwsBBNfdXy4K4Xf5EsC8oDulxerPkQdXigo+IB0WdfBl5Rhwc4XOu3hjAe9PZhD2w8JhpCK6oVblKpeU0W/7fY3WLbkPYwgA8DXiD2Ednei7FvaHUFuQQrzO6TxYoS7IMF+4DttvuEFxpebADxEOKSHhONSH0jmpRlTbL+3fF4XHY10in5tos1ShqI8Rax7WIvi+0R6zO33nqrf82aNcWbN28eNnz48O987GMfmy3brb8yY1/sdnr3Kxuv+OoLByozm76kPRgHKuu9rqe3+ZGup2PrRDvLcmHzAfhsbsRnlnjS5OKg6+j2J7MG13XQq7rrTya53QrdTht23cxmqSft5BQvGmltS62TJqnxwNkv/ENAI1y/62KZeJyyxO8WijiNddN582RvmzxlMss0i4Y1tive62JxJs4JIDXidWd0kQY86bpcZ/1yDSCkcbrUOQ6azwnAZ8txkrpxGvC4No+47u7Lf/U5xwPLc1yaNtsxw67f3TbMirtrx7smHGrzyTP2bXnO3drR0YHhDW0rV67Eg/JYb/FhQc6X79TzL3yqvLzsrNK8PF+NiKB8EaP+oAgRfO4KJ0YM3/BMQfSI349xlIVFZu+O7aa2vgFlyGWRMkERuHinpiUfrgc8u/FOicq7sbOz3bS0tJqYLBPxunJCZenCod4Kd+7cufPygsEfBYPBk0aNrPXt2dOsohQz93rf4TiO9fU1ZsqJE0xNTbVpbgmZHTv2mPb2iAkG8kyBjm11vkuO9zje3Wjhhni1k2UlkxCs3X94PzhYv5suLfmTaKlNaDfggIpVvG+7l4NtDgb9Jh6LNyaS6W8Mq6n5L7a2koFEjtcTIUcMCDyoOLi1YlViELPlYmPk5VAhrrxXA/UiXsfKiyFPHt6FUikZIcuqZRkeukUSrtCXL17Q8vKwohdhuOhmA8EqlZhmeQncL9nQmroK+Y8gmDX3Sln/h2V7ptluv3abAF5YeMEBxMt2RiWuVZanJD4q4Xckvk0Wp8S/R2yr+DskTVxciM7dYvBjICz8YTEU6PSHPkIsXbo0X47lKDnWp8nxnCrbM6OiomKEnAOcSx/2hZD3gt4hmbfRkX8tZX4+6fY7it+Vbx4kAkkQ7/frX8QecbodgZ4DR4VDWeOReCLY7RAX+joViURaw+Hwenl+vi3Ppr9LeM2qVauaJcl+p3EgcsnHPjbi3U1bXx3b0FBXVVVtQiJuOkTsYOcDARGgIoSCgaC+//JESOk8tamk8eNHFHHz8wtMMF9etfKuTKTlvQjBJGWghRXvSLT6JSCW5J3kh0mePfv27WzqCJ3w9t//jvfQkOTcubO/kp+X/2+oiOA4Txg/wmzctFPf3egtJpGZXmO4JuOJpCkszDOjRw8348ePkuMeNG1tYdPaEtYW12gkbmJxZxJFGI679xyk9Hw5QtWZmMnZjgyyEs+1LyCBXARp/Kgthh8sZInPj15eqE4hVa47UOLTzpAjXyDfRDs67ywsKLhx5cqV3jk7COm32PuAkIECRNJw18XTeYKYfhdWQKvuWWIQvr8TwwQSx+JhPEvs82JocUbL5gYx3GshMYybtZWBJjG0gPZrrrjiiiKpGB4nL7oFsVhswcSJE88cNWpUEVquCSHkaIEf/2AQDOD111/f1Nra+qQ8m1aIAHi2qqqqcbC0Gl1wwQWn1A4f+Vw6ryBv8/btjmASsaFCSQyfpfH7xAJd8xngcygqYN3ePWi9S4igwm+mcuRUECVF4CSTmOjQmSwRlhTBVFRYaIr8JjH7nPed8bUvfekVyTTkfomcO//93xOx+jURjwGIy5KSQnPcpFHmnXf2mKZ9baaoqFCvvXw5vla84rhDbCbk/BQU5JuKilJTWloo58CZzyMawWf+Ok1HZ8QkRLjih4N4RsBiCI8VquKKvwvx63lDnGNOGtsSixj8gOa2uGsVw5s/G1mexjsb10+BycvPMx3t7f8jJ/+q1atXH8rQKEKOKrjCCSGkRzCWR17OaEF+v1RuFpaXl582Y8aMWnzTVV/U8uLFixl+Qgg5VKwghVkRZsPoMglxhW6V4sb37t0b2rx58zrJ9qwsf1ieQS+vXLkSPwIOihbWD11/4wVNbW0PiCAPQKhCHGEWWjkYshTPWueY4LlrXQv89rg5wO/Ee9PbdBaUUFhQMH/Vn+9Bj6Qh9UC/+iNX/qylOfyZeDzhx3EB6AJ8/HGjxM0z69Zvk3cdvrHuzFmB8akibh3hCpNrFTgiVI6vtoKmTCqNuSXiIlZjcrxxaeK4y3J0A3bdrnOCIU6Id+I0jTXZJBiKkLMm5VgDBztVOPkJyRtVsWp8+KqAM0lXe0f7N+pr6r4/WH7oIYMXe7UTQkhOli5dGgiFQtXyYp4hL9E5Ulc8U17Yxw0fPrymoaGhqLq6OgDxipc4wIsXAtaKWPvyJ4QMTax4glkR6hWjAM8J/PilYytFlHZ2dqYjkUiio6MjLhZpb28Xp6NN4ptl+V5J21hQUIBhE2+JvVFUVLR92bJlaEIaFA+c6efO+0xFRfnP5MDIofKbqsoKU1Jc4szALWAn7fMVz1yIH/vchWhyXKcbKlr/kAbY421dgPK1HCm0I9z+T6+sfmRIfd7mq1/99Ge379z308bGJtGd3X8kwRjVcWPrTTSWNBs3vmvw3dXS0hIIe53gKr9AxKsIV4g/CFxUqyE8YzHnSwc6IzC6AEs4noiJcMUPvGIpz/sRwlX9XefUOb+OHTrutZKKy9mEWJXt8zvzbADsayqVTCWine9fvfpvT0rUkDnnZODR9cQihJAeQCurCNIaqQQdLy/yGeJOlZfxeHmxDpeKYqVQKsK1UNy8qqoqv5gPn+rBCx0vcrz88RJGJUorV64hDsD1VqAIIf0Le69671P4YbaSn+0iD+5z3PdoHUUFHkMJYCI+0yI+U2JJMQjThLgxiFMRpB2Stl3EVpuU0QKT8vYFg8EmcfdK+XsDgcBeiW+SNE1lZWUtU6dOjQ6m77GePv+iOwqLCq9NJZN+fNKmtqbGFBc7MwE7khzHFudFnqnuccZ41IS4EKzo8guxGtMxk86xh0G84txY8ENjQX6Bpo2LkGptbfnPSbVVXxgqLW6f//zH65Pp1Jpt7+yt7uyIdutijeMEGzNmmBneUIcLXidV2t24T8Rf0JSJcMVXAvCeQ3fgPBGuyAf0eIpQhWDF2OEYJltyz4GeB1ne9T7ECe0SrIqcovf2RpTc2mIbExkaV7HqC0Csdi8V7+dopO3v72zddd7bb7/N8ayk3/Le7gdCyFDB98lPfjK4ZcuWssLCwjqpUI6WCuNYeZmPkRfuSHn51ovVSLpKeWGXYsZkEawFUpHMKy8vD4iQhfkxEVVpaalWvOzngLzjgGDOC7zLbLwFfm+FixDSN3LdQ7Zy7q2se12LvS+9IhSGVlEIURGdpr29PR0Oh9PipsSSIkIhSpOyPC7p4pI3Jnkjsh1oEe0Qt13WExILy/OgTawFJsswiRImz2uVbWiVynVIygrLc6NTnh/Ii1mBk4NRXJ1+/oVrRbAeX1pS4hsxfLipqa4yJSpYnR8C5E+XUE2JQJXzgW+tOucFLauY7AeCVc4PTIVTXM8RhBPKgeFZjE+x4FM5HXLu4rHYuz/67rfmzTzxxA2yvOvBO0j57Beuv66woOA3a97aEkCrKN5HXkM1Gd+7HTmi1jQMr9XW1Q4Rtjt37jFNTZis3y/npUiPI4SrbWXFecH9oaJVW1uj7jlAa6uYR7DifHrt0HHvaRWqcZNKynkWIewLYJIoEas9zB5s0iLU8/ynPfzA45hzY9CfczIwYa2PENJr3E/cBJubmyFIy+Vli5mea+UlWyf+enn5DUNY/NXyMq4QQ5pSsWJZVhgMBqWumZ8nL/ag5A+KePWLqIWQ9UPIit8HFwZBa3+91nFCrrDVF6xgX+5Sdsa1Zl/61iVkMIN7IpdlC0+bFnjvH1ScnRYhZ4yopxVUTcQmxKcKUYm3LaOYqRfhpOST7Al8Yish5SWk3Ji4MVkXWmwicu92yjZ0iNshcRCnYQljErqQpA2JvxWuWFjyhd007bJdnXLvR6TsWEtLS3zGjBmJ4cOHJ//lX/4FN/agvblv+tZ3Pv7E8y/8srioMDhSxGpDfb0ZVlOdEaw6xtE+70ScQPw4ghXn0G1RdX9MsGIJn1NxPqkSU2GK84zWtbLSMv1mKMbHIs++5hbzrc99fses9516vRz7lbK+Qf0Q/cznPv6tioqyb2zavCPQ2LjPFBbiR9SgvnN07LC4mNxKDrypri41DQ21pra2Ut9NbW3tZndjk37OJh5L6n2G8a54V+E2ww8JmEU4ocLVOScQsBDGuN/0/LnvK6/1DdzP7u2gXYsxVhUmflkWCOTrrMBd6bwgLmnyAvIMSCQvOeusJx/4l39ht2DSP3HeXIQQ0jd8Il59zz//fB4UqLygi+QFXCIvX3yiqFwqOZXiVkoYghaGMOLLpBJaKi9lpC0Wf5G4BWJ4o+bLC1/qCFJFCAYDUmywuLjYLxUDf2FhoQ8ufsUWoYvuxtrl2A2ri2/gWnPGEzmVDlQiUMmDZVcKZL3qz3a9aYDXT8h7AdehxV6X2ea9Zr3mxV6jEJtWcMKyWzytoeXTNYhMdSUNxGdaKtMqRMVSkjcl8fi0lhSbTMo9oSbrxye1EnBl++LiRsWFKI2I2wlXDC4+s9UhpqJT8qpAdd122WYs65B7FJ/sisgqkB6f+IpJXFzu2YTc64ndu3en5syZkxrs4jQbOU6f+fFPf/6zux643z9+9BgzZtRIM6K+wdTV1phSedbJMdTnFMSQc949594VRWhRdbqhxrqEKn6AiERNp3s9hNvb9TlZUV6hrYZOK6vf7GjcZSYPH23+7Ss3J/2VeZ/wBXy/lXUOWhHzqc9+9CPlZaV3xGKJwNp127SVGuNScWzU8GOpK17l4OsMwdU15aaurkpEa54Iw7Qc35hpb+807eFO09GB775DmMp5kfODbtqYlVnPFWZtRhjjWOX84Tza+xj/9L/nXaM+G3Rvf/sUQMupsxCGcpLiFVe2B0IVEyv5/Xni7t+q2oWkS0flb0r2L/+UlStXvSqRPSUm5JjS/Q1ICCGHhm/27NkBqWgG5MWszajy4i2QF36huMXyYoZALRUxWiLLyyQO/jKJK5PKUKnkL5a4EnFLxC2SOAjZQrECSV8gcXnix3d5YfimBSwg6aBu/TApD8LWX1BQ4IPAFSELsasCV1zEQczC3631FoZlcGWztZICV8rLCF74UVG0WL9sS5/Mm8f6Sf/Bnlevm+3vybLTgOzzK9ewVlytC4PQQOuLNQjNXKITfghM+GVZRnS6y1VsYjnEpxiEZ1rKT0v5EJwAG4MWUIhPWEKubQhQNfFDhEKMQoTGxNXWUbGohG33XYjSTFdeSYPuvJ3WJNwp64SA1XxuXnXlnorLNqkK3rNnT6Kurg5uasKECal77rknJemG/M0g5+bG+Dut/3nJFz8lJyNpJo4dZ0aPHGFGNAw39XV1OmYSQOzodQOh6l432nqHLr8QqyJMI7ZVFX78UCHXCT6t0hGV66ajUwUrnm+VFZXo2aJiGJMHxRNxs2bDOvON+Vea2UsXG1MW/ydfIP8uOT+DUrTe+OUbhwUTiTcrK8trQ6FOs2HDO3Ie0iLgnR8+vYbjhW/fyg0u4aC8W/DewLsBP3Y6IhSTKqEVG5Mz4dg7raluK7j+uCD3PUx/dPC8G+DqFjl/9QniPEawOteLZTAdvJzJq/90EVqCIawhUg8kVIFI3lRUBLkPz5Vn62pb59x77xp0sSekX+LeDoQQctjxLV26FBMw+eWFGNiyZUuwsrIyKC/+vHA4XCAiEC2zEKVqUsktkrosxGqx5FUTf5G8kIvEryJW/IXWlfRomS2QZSpoxYWozRfLk3JU2Io/AFcsAL/k9buGgUYqdF2x6xPXJ5VqHwSvbKL6IXQRdgWuughD0FrX9WdELio2EMAIww8XFR0ss67XZD8yLWpAtlVdGwbW740DNi3cbL837OVgYYA4rCvXMi/e5dnblotcaXoTZ8NwD+b3YrfPu53Wb9MjDJPrIyMirXnjIAqsuPQKSizT1i0J22VwIR496SAoVVy68Rp200NUqsBEWMpLuZaW9QPZvDTEAjzqiqnolOsGQg+uFZ1eFy2ianKdxSQv/KiQqoD0+mUZhKiGXb+abIMVqzG5dqOyfTG3LLhxuFiXbDvWkZD0SRE/2M6k3OMpK0jvvfdeHHRrJAdybOcH2gMP/vG2O4L/9uBd5sSJk8zYsWPN2JEjDboFj2ioNxXlZXpN6jVlrzP3GtM4CFTXIFDVRKSiZR3dgGHtEK7tHUbOj8mTZ1NVZaUpL3PmFsAsxHK+zfbGnca/O2T+8+rPm/zTx0eTFQVz5JH4vCwblOfv05/9+A3V1ZX/GcwLBCKdcbNx03bT3h4x+ISNPtshWO3zHH4xPLvlVeI+e/AcwXMCY1PFMF41HjVxPB/kfOGyx2MH5w4iNZVEV27nmaO/I8GP5xDSoiwIWdwqiHPzql/TuGnFUmk8o9HWimcZBKp9Bh7oNCGNrFe2NeDXbUglE4nZq1c//zdZcKCMhBxT7NVNCCFHC+1OvGbNGt+mTZv8dXV1GL+qIlIqXUGp8walIqaiUyoL6CKcJ/EFsjwfJvkhUDHdIUSvtsC6frsMYSxHKy8Ebh7yyXsZ+SFktfuxGOIham3LLcStClyJs34VujYsrmRxRK+EM354LLIdEMFwfVKZVxdhiGBrNozKEISvG58RrzCkgVnha/3iqtk0Un4mzvqz45BWNk3N+ntyvZYLb7xNJ8fFjXGQY+P6urBxSAu/NW8Yfhv2unKOVRR6XWueeEnufBoFhso8DPHZri0XZuPdCj/8EJDqoly4YimJQ3qISG25tCZIFGqd2NwuP3bVxskxSsnxxcRAKjBhCFu/nCN8uD/T6il+Na9fylFX0kAoojUUYRWhCEtaFZJuWM2NU2Ep68C40m5+WY4WT4hNLQ9+iVcBDBfbVVxcrAJZ8qFFND1s2LAUuuuKm54yZUp6qHXZPRLIsa4xzdGXEq/tHHvFT282LYG4mTx+ghmrXYJHmbGjRppRIlrLy8q0BbSzs8Pp5huFYHUEqopVV6RG0JIagThFF1VrHaYdY5IRL4I1FG7XH9aqKqtECJdnRCu6wyL/C2++Zj5de4q56MoPmtTEkjf8lUVnyXWBcceDki9++cYf11RXfTEQDEL5mZ079+qMwPKI0LHDhYVuDxwxK1oxwRJEKy5/dPt1WlDdFm8rWuMxk5Q4dOGW8ywPBH0s6LPNmvxx/bpE0nUtc/xIAr8m1ZsNQtUBLmIOhpMen7hJpaLaxRllRWLRj58/98I7B9MM22RwkrtGQgghxw59LllRK5ViuP5QKAQBh2/C6rhWefmj67EKXfjlhR6EXyoSEL1obVUxKpVu29qaJxUuCGGMlVW/xGmLrJRrRStaalGO5oErYY0Xf6YrssfN+CWNDWfEruuHuM3Eyfo07Lradwt+cX1uWPff40c8XBXGnjDEoiL74vocv13kiVd17cmjQtNjdhmcTBxcF/XbsOsHGpbtgYFM2HUzNSl4EXZdGwe8YY1rbGzMq6urg9jKxHncXKAyiJY9LUa2Cx418Ts1xKx4IMcHfu2OinQwiYOwRBgCMiXXj4pKSY5lKMsKTfXbsPVLOhuH5RCV8OtkROJCECYgECVdJux1YXKNQjTaMaMQkgm5RtVFGOuAa/1ueRpnt8GalJsUYaKtniJqdLIktIJKHGbyhT+9adOmNFpCXQEqRWRqwNYlR5Bke/SHvqbAPy//5a/9tzy3zBw/epwZj9bVMWNEtI4y48Stqaw0hSImMWMtuvhi3KTT5VdEKrr5ZrWmtotIbRdhq5NluYI17IrWsIhVpCktKXVaWEWwYiwrugZjPgCwdutGU7itxXx/1mWmcMkZJl3nu8VXUPB9ucYGrbD52k2f/3pxSfF3y8tKMZOCiUbiOhswJmOCIC0sKjTFRUXut1chWNHS6jym5T6TNE63XwhWx9Bt2+mqDeHqdAt2fmCDcJV7Uk3+OH4pR8PiU8fFexNmnsi9BjmkvFRCW1XFI6I7D9vXnEqmb5w797llnGiJDAT6fu0TQkj/wT7D0GprIHB3797tk4q4Tyrg8KMF19fa2qoiNxaLoVXTL5U6vxW7EofJnAJSmZd6v9Y+EKd+qTyoCIYhHq5UOPBxeV2GOPilAoKxtBi/m0kn0dpSi7CNs3ly+FGMuhKnNSAhI2itH4YFNoxlbpzm8ca5+ay4VVfMUZ4O6trl8Mv22sXqIowAwtZ10+dE8ti6VTdX9k2yqVf/ZKdzw+rfunXriLfffvu0OXPmLIdIc5erqBQgvDICE343n4pNNw7sF4bZOJteyOSV5d0EH1wYTq8bp2lsPPxyjXSLRxiuFizx3uVSQUzm5eVp+YLGyTWYKUuuq5SE0ZKLCY9Scp3qBEhy3SI+HQqF0hCaLS0taVmWrqmpSYmwR1y6qqoqvW7dOrR+6jH0tHxavH7Sj5BLZXRqV+h1/4s7Kj7x+x+b1zt2mRPHTxKRKoLVFatoXS3EWHsRSkWF+SYqYgiTKNlxqZ0RZ0ItFartzszOYRGrYfEjDNGKMathiFhZFgqHtHW2srLCVFVUmoqKioxgRStrYUGhaWreZ5554Tlzy7CzzGnzzjPpmXU7/fXlM+Qe2etu+qDkpm9+aW5pScmPKsrLTs7Lz/dhrGpnZ8w07tpjdu9pNhERsZg1GN9dzZdzgkmZ5Jio0JRzqWJUJ1dSsQpXxKoKVWdIgY5hlTRIizyaz3XxYIX73tGS5D/WAXEsjx1ZH74xi+JTycSKzs70V59//vm1TkJC+j89VjwIIWQIoCLuW9/6lj4LreCFH6L31FNPNdu2bYP4Q4XQJ6LWV1tbq25lZaW6EMFSEdGZiyGERfxqWMSJH65UTtAyDLGsE0KJGNEJomDwS8VFuxHDlXRIr37ZLrSQdouXdBoPvyetxgtQhZoHLvJZP7YfrqRT14alDHSFRVmI6rYsV/pcLkA6Wb92oYWLuGxXticTtnEJqcDJcdIw/HAfeuihn4l/ogiyX59++ul/wSFAvJSdlvXo2E6EEY8y4dplkk9dd3kmD+IRJ/sJEYiu0hCFmTDSIL1si44fhdvW1qbLZZmOMYULESnnGPFqEJbYD7Rc1tfXq6iEmISoRDz8e/fu1TgRnhpnWzRFGGjYdq2VaxDbiCiLLieDG7kAv2T2+H70+l33+a9/6HZTU1OtrasQqhi/OkbcuupqU5Cfp6IVkwGhJc9pUbUtqWhBRUuq24qKMaoqUtGiis8ROeGQGMRsWyis60Z34EoRq5h4CaIVglVFa0mp3puPv/iMOXGP33zl7MXGf+F0uViLPmoC5ndynQ7qFrnPfe5zBaPH1lxfkJ//hbKK8kkiWuVZH9PJrEKhDtPaGpZj6swGDLGJqnTm1pWwTqikwtUdsgChav1ZYtVrTvb3etvLqcHveCpURaTKdskLQtcfjyWek8gfPfXU839xEhIycOj2diSEEPKe6OmZqi3A6G65dOnSTBorjgEEMlyI5ObmZvWjGzRciOVx48aZLVu2GLQYIw5EIhH1QzzDhYCGwQ8hDdeLVJg0rqqqCuvQGZR1gSAiC60r++URoeUT8aZ+qWxllqNim41sr7oQd3DR1RACTyM9QOxhfbLdGsb3PbFNy5cvv1j26Q8ShfU0ipA7SSrs+AwKxo9pOVYQikA0jY2NGkY8urjCBbJf6sfx8gpFuAAtki+99BL2Nz1nzhyNe+KJJ1Q83nvvvQhm0gL33HWLExDGdmbHE9Jrks3tj/jeib//57f/3PeLN1aZyaPHmbFoXRWxOhoTLo0YYarl3ijMCNYC4xMV4nwX120xVVHqWDjsiNRQRrS68WKI03SSJy8vT7sDQ6xawYr7Ffc1xrPKfWVeX/umeevZl8xPT7nc1C0806RHFi7zlRZeJYIVPQMGPT/84Q9LSiv8l8ttfl08HpsjxwQ/OOp4d8z+G43E5PmGbtlRcRHntKpiUiUIU2cmYPgdAWvDEJKOLrVi1fpdFw7I8WSxwlgdt2MKpl3SxChLdChEqtPpRt8DmMn7oUQ8ccfTT7/woERRqJIBiXvpE0IIIcecl8ROcbzKP4v9VCxH1Y2QgY2Il+r03vbX0m81jbr+l98za1p2mIkiVseMGq3dgEc0NJjhYmh1LcrPV8FaVFggYjOo3XpDobC2mlphquI0LMIULa3tYR2rilZW73JMtgTB5Uy41CVYYeUV5Spay0sdd8euHeZ/lt9nvjj6bDNn0QKTmlC6zl9dMss/iCdf6on/9x/fPSkRTy9MJhIL4rH4qcG8IGa3N3FM1gYBG3UmWkKrq9Pt107C5PohWBOOYFWDOtX/XsHqPOYcMdpVQVeRqmH7GHREqpPepwLVSexToZxIxJtTqfTzxpd6MG6CDzy96unNmomQAYy9HwghhJBjyWIxdFXzvpd2iU0U01ZWQgYTIlxONHs7Xt7z/LrCq277rkkFfI5YHTHCjKyvN+hFgO+v1tXWmLLiEpOfn6ddgn2+dEZ8hsIiWlWYiolf41WkQrCK24Flrt8VrfheaHFRsbbcYuyqzhSMcazuWNby0jId34qWw9/++Y/mHF+9ueGKa0z6+Ipmf03JdBGs77q7MCT5wQ++MzHc0XxmNJ48JxmLnxKLJyaLeKxAyym6/Tqi1BnTipbVlMRrGC2tEgehiTjVrPInjZmArQDV/7pA16WOnG+4riZ1/kgYZbndjDGu+E05ry+ZlO+pwsLAcw8+uLpR4pxCCBkEULASQgjpD2S3rlrYykoGJSI4ppvm6CtvPPZ84Ppf/bu2akKsDheh2jBsmKkfVmdqq2tMTXWVqa6sVLEaDAZFoCTQ/V/Hq0KkdglWiFWI1g7HDUmcClZH2NrZgVHzszMEo2W1u2DFd1nLxO90C/79n+8x1Y0d5v9ec6NJT6roDNSWTZNN34wx4c5ekJtv/uLw1vbQ5HgscUI00jk1kUxO8BnfCDlPI4zxV8jhLvAFJEbn08Nhc8SpDusXV2PgqulSR8RKIIkW2hTGo6bbRfC2StJ3xb9DTuL6tM+s8QX8a+Md6Q2rVq1qkmWEDFooWAkhhPQn7hC7TmyS2CZEEDIYEcF6omlPvfLY//614Mt3/MwMq6kxIxsaulpWa6pVTFapmCwzJUVFJhgISs0trZ9N6YxEjU6oBFGqgtTpIpzpJhyCeHXDbmtsBJOM+fwqjrsJ1kqnddWOZcW3WQvyC83/Pni/2bl2o/nFDV8xgQlVrenKoml+v3+7uwvkAFx77bWVJSXB2m07362qLquojSYitXJOSouKS0pNMl2aj2nC08mCeDQeKCjKjycSyVg6mYrGYtG2aDTeUVJWGjKp9O729rZ9I0eObtq48d2m1atXOzNmETLEoGAlhBDSn6BgJUMCEazDTMK8tnLZAw1fu+2npqG21jRArA4bpuIVXXYxi29FmYjV0hJTXFho8vOD+lkVdCnFxD+YLVgnVXJbW53WVIhUtLB2jXG13YchdDHhEsqFYK3o1sIKAVthKtEtWNYpwtTc/9CDZvMba83tX/2W8Q8v3egrKzjV5/OhpY8QQo4azjRihBBCCCHkqCGCcLcJmrcra6vTAZ9+91gnzYGoxEQ+aEFFF160oGKCpdZQyLS2hUybCE98zgbdguOJuDv7bFK7kWIyn8yYSbebKcq15q7XBIJBEwgEtcU2EAio5Ykf3xWFoPX5A1putDOq3+80tRXGFOStkexs4SOEHHUoWAkhhBBCjg0Pjxw3Mg3hCIGISXQgWNF1NxKJ6HdTbXdefDZKZwaWMFpNO2Q5Zvx1Jt7pEqUQqzoeEqLV9TuT/KQNvvXrCFVHpGJMbCDY3YX5/T5df+Pe3aa+otKYCqku5vkelu3l2FVCyFGHgpUQQggh5Njwp+Ky4mhNZaWKT7SsouUUXX07Ih2mo9PO7guhGjZt+jmbkIpYfG+1s1NEa9wVrSJW0zBXnNp/tqXVEvD7RZA6ghWtpwHXr4LVbXFFK2xLa4vZuWunmTBxguRKoxvwfSJ4+R1PQshRh4KVEEIIIeQYIMJwQ/Wwmj+edvLJKXT/hWiNiGBF6ya6/YbVIFodweq0sDoTLDmitdMRrbG4SSQd0aoC1boZc1fok/9+n7agatdgEatw1XxiImDR+poUAbxpy2bTsm+fOX/ueVj+GxGrO9xSCCHkqELBSgghhBByjBAh+O3pUya3BIN52sKqXYFFvGp34KxJk+BiDCtMBSu6BotgRassRGs8kXS+/YmuwF7Rqi2vadGrzr/90G+ryH+kFe+u3Y3m5VdfMcePn2BGjh6BWYF/INuZRFJCCDnaULASQgghhBwj/H7/1tNmTPvc5EkTk50QqmKdIlbbYfpdVRGrrrXZllZXvGJCJnQNbo90asus0z048+1OKFBHhMKfAfHyX8e42nGvzoRPEL279+w2r7/5hln/9gZz+aKLjD8v8CkRq3vczIQQctShYCWEEEIIOYZMmjTprsry8h8G8/JTEK0qVrWF1W1ldVtYbVdgbWUV8doG0YpW1g4RupiEKRrTSZsgPp3Zg93xrK5ghYtWVxWoImqRDuNf0RW5U0TvvpZmFarPvfB3c/LMGebsM2Z9LRgMPiiC1at4CSHkqBJwXUIIIaQ/sFjsJLGfiTUjgpChwAt/e2pV/Zhx0/Pz8k8U0an9dlVsirjU8alJEZmJpImLwITITCTiKk7jcRGc6oppt2DXxB+VOLSaoqsxxCnApEr5+flG1uPMDixh9BJGmc3N+8y6DetNk7iXzD///8465eR/F7HKiZYIIccUClZCCCH9CQpWMmSJ+M1DpSVl8/ILC0dGo1FfV3ddiFanNTQu4lXdmFhGtLoiFQJVwzEVqugirHEiWFGOBd9a1U/b+J1qYDKe1Nbbd3e8a9Zv3GjKS4u+EIh2/nju3LkUq4SQY06OkfeEEELIMeMOsevEJoltQgQhQ4mxU2Y1DBtR8z+lZWXvS8TjPgjLgoICFZl5+p1U9zM0IjZ9OsOvT7+v6hdDz198cxUTL8VE1GIypkgkqt2LIViRDhQXF5uy0lJTXFQkZRdqHD6l886721P7mpo/8cbfHr9ToihWCSH9AgpWQggh/QkKVjLkqZ40qXz8uIk/LykquRrT+kKAovsuxKq67vdSVah6RKs7n5KIU2d8qu0ODOFqxSq6GSNPYWGhCmEI35Tk2rNnz45Qa+iGN59d/QCSaWJCCOkHULASQgjpT1CwEuJy0uzzry8sKvx2YVHRcHwbFcLVilQIVnXFEGfNTrKEFlXtOiyWDZYjbV5+vnYZbm/vWLZjR+NXGte9thWLnVSEENI/oGAlhBDSn6BgJcTDqJkzRzbU1H85mJd/nQjXKvT7TSZFvHrGpFqx6sUKV288/E6LbEDHvEaj0dXt0chP1jz5+HJZTKFKCOmXULASQgjpT1CwEpKDcSefPLa2pn6p3+dfGgwGTg7m5+c541admYTxuRqI2QyuiEUan8+vYXdm4d2JWPzhjnjyt289vWqVpKRQJYT0ayhYCSGE9CcoWAk5CCefd/6Jgbzg+/Ly8qamTHpGXiAwXGTrMF/alIr6LJDKHfoOd0rSplQqtUdsfSQSfVOU7Uu7O0Mv73jhhSanJEII6f9QsBJCCOlPULAS0gtmz54dzMsbVhIKtFUV55eWJFLJkrTfnyeiNOhPpzElcMKXSncm076OZMLXsiO2r23r6tURNzshhBBCCCHkEIBgxeC8CRoihBBCyJDG77qEEEIIIWRwMFPsC2Ks5xFCBjx8kBFCCCGEDC6+KfY1sWINEULIAIaClRBCCCFk8IDW1cViw8U+L8a6HiFkQMOHGCGEEELI4OETYrZ+h5bWEY6XEEIGJhSshBBCCCGDgwaxa8Vs/a5Q7CtiAQ0RQsgAhJ+1IYSQIUI6nZ7jevstEyZM+OrmzZsX3HnnnR++9tprd7rRA50tPp9vi+sn5EjyI7EviXkbJPApm+liG8XSiCCEkIEEBSshhAwBUqkUZgz9N7GoRvRTRKQW/+EPf8hfv35928SJE/F5m4EOhEOrCNZxYoNhf0j/Ba2py8RKxCaLYQzr78TwY8lzYivFKFgJIQMOClZCCBkCiGC9VZxbRTT16+f+2rVrza5du8yZZ55pCgtR/x74pNPpvXLY6ylYyVHkP8Q+JXaG2EtiFKqEkAELx7ASQgjpN5xwwglmzpw5g0asEnKM2O26Fa5LCCEDFgpWQgghhBBCCCH9EgpWQgghhBBCCCH9EgpWQgghhJDBCT5zw/lKCCEDGgpWQgghhJDBBWYGxkRLHAxOCBnwULASQgh5z2zbts20tra6ISe8e7ed96X3IM9PfvIT8+qrr7oxR5bXXntN19fY2OjGEEIIIaQ/QcFKCCHkPTN+/Hjz4osvqn/9+vUafu655/BJF43rLZFIxHzlK18xTU1Nfc57KOzbt0/X19nZ6cYQQgghpD9BwUoIIeSwgVZWCMCbb77ZLFq0yNjPviIera59oa2tLWceW5a3RdeC+J7W423xhR/5j4YoJuQYUu+6hBAyYKFgJYQQctj4zW9+oyLwy1/+ckas3n333aaqqsqMHTtW41555RXz4x//2FxyySUZwYh8ixcvzoTvvffeTJ5vfOMbmfgVK1Zk4isrK80f//hHXQbxifzjxo3TZRDLW7duVfEaCAS0jIaGBvPoo4/quuFH/nvuuSdTNiGDCNvHnWNYCSGEEEJI/yeVSt0qlhJxdkTw+/3pG264IS2CNP3MM8+4sem0iEZd9tZbb2n417/+dfrGG29Mi2jtFi/iNX3XXXdl0t9yyy3pLVu2pEWQaplIZ5fdd999aezKY489llnW0tKSfvXVV7UsgHSPPPJIJg+2be3atelnn302U0Zzc3P6m9/8ppaxefNmN+fhR7Z1jzj8gZgcTWaLJcS+LcZrjxAyoOFDjBBCyGHhoosu0pbNBx98MNNq+fbbb6sfLaNo2XzppZfMbbfdZmbMmKHL0dqKMa9YfvLJJ2scmDt3rhkzZow566yztFX23XffzZR17rnnatzEiRMzy8rLy7XlVUSs+dOf/qTpMHGT3Y4rrrjCHH/88ZmxqigDLaxYD8oghBBCSP+EgpUQQshhoaSkxNx0003me9/7ngpHLwsXLjRLly7V5Vu2bDF+v9/cddddKi4hYrF88uTJbuq+s2HDBp3oKRwOm2HDhlGEEuKAMay8GQghAxoKVkIIIYeNM8880/zoRz8y8+fPN7t27TKjRo3KtIKixbSiokJnAgZoUUXL6tVXX22uuuoqjbM8/vjj2vL6zDPPaCvp1KlTM2WtXLlSx6Z6l23fvl3zQfhOmzZN/bkYOXKkuigD5WM9thWWkEFEixgubI5hJYQQQggh/Z+jMYb10UcfVT/Gk2JM6m233aZjTZcvX67jRGUz1DBW1W7Kpz71qW5jSO2YU+S1ebzpvWWJOM2Ml21sbNR1YhniMU72V7/6lY6DRXkYz2rLwDhab9ne9R8JZL0cw0qONmPF4mK/FQsgghBCCCGEkH6LiKYjKlh7A8RoNpj0COKyr5sGgZoLiOXe0Nt0hwMKVnIMoGAlhAwa+AIlhBByVECXYC/4FirGu1544YVuTO/BONVcoMtxb+htOkIGOBCuhBAyoKFgJYQQckyA6Ny8ebN+j9XHSZIIIYQQkgPWEAghZAiALsHi3CrCkM/9o0w6nd4rh71eLOVGkSGG3H+LxTnpaN5/3/72t79ZWVn5zqc//enfBYPBI37tyXX+muzefbzOCSGHG1ZcCCFkCCCVyXFi1x7NCjPJ8KoYKvKY6IkMQUSw7pTz3+AGByXuDzMjxDB2lhBCDhusuBBCCCGEHEEoWAkh5NDhGFZCCCGEEEIIIf0SClZCCCGEEEIIIf0SClZCCCGEEEIIIf0SClZCCCGEEEIIIf0SClZCCCGEEEIIIf0SClZCCCGEkH7A7t27zbZt29xQd+yydJpfRyKEEEIIIYQQcpjAZ21EaB6UYDAINZr+wQ9+kE4mk25sOv3aa69llj388MNpKc9d0n+QbdojTp7uMCGEHEbYwkoIIYQQ0k/45Cc/ab7+9a+bXbt2uTHGrFq1yvz85z83gUDAjXFobW3VVle4veWdd97R1lovthwRnG4MIYQQQgghhJAhQV9aWP/yl7+kRZiqi5bUlpYWjX/xxRfVtS2sy5cv13RSvNof/vCH9JYtWzTNxo0bNc1jjz2maRBGOUuWLEn7fD5N/9RTT2mau+++u1s5WA/i+4rkYQsrIeSIwBZWQgghhJB+QklJifnlL39pRJhC6JqXX35ZWz5nzpzppjDaGnrppZeaZcuWaRoRpubaa68169ev77GVFOWIyDV79uzRNNOnT9fW1g9/+MPmH//4h5bzm9/8xtx+++3qJ4SQ/gIFKyGEEEJIP2LWrFnmV7/6lVm3bp2K0t///vfG7++qsm3cuFFF57nnnmt8Pp+ZNGmSugdi4sSJmubmm282jz76qCkvL8+Us2LFCvOTn/zEvPTSS+a2226jYCWE9CsoWAkhhBBC+hEzZswwixYtMnfddZe2tqJ19WCC1EskEnF9XYwePdrs3bvXzJs3zyxYsEDLtq2xCxcuNEuXLtWxs5s3bzbBYFDjCSGkP0DBSgghhBDSz7jqqqvM97//fXPRRReZyZMndxOso0aN0vDKlSvN1q1bzTPPPKPic+rUqRr/5JNPavdgtM5aUYruv+DKK680t9xyi07qNHLkSE2/fft2FbQVFRU5xS4hhBBCCCGEkEFKqg+TLtlJlURwahiTKdlP3PQ06dLChQvTf/vb37pNooS4//7v/85MuvTqq69qfpt+06ZN+5UD866vL0hZnHSJEEIIIYQQQgYaIuZ6JVgPhcbGRtfXBWYE7olc6cG2bdtUwB4qFKyEkCNF7wdEEEIIIYSQPgPB6vP5GtzgoETE6l7ZxxFicTeKEEIOCxzDSgghhBBCCCGkX0LBSgghhBBCCCGkX0LBSgghhBBCCCGkX0LBSgghhBByZNmKiYlc/6DE5/NtFWdQ7yMhhBBCCCGEEEIIIYQQQgghhBBCCCGEEEIIIYQQQgghhBBCCCGEEEIIIYQQQgghhBBCCCGEEEIIIYQQQgghhBBCCCGEEEIIIYQQQgghhBBCCCGEEEIIIYQQQgghhBBCCCGEEEIIIYQQQgghhBBCCCGEEEIIIYQQQgghhBBCCCGEEEIIIYQQQgghhBBCCCGEEEIIIYQQQgghhBBCCCGEEEIIIYQQQgghhBBCCCGEEEIIIYQQQgghhBBCCCGEEEIIIYQQQgghhBBCCCGE9BZj/j86FMldIJk9fwAAAABJRU5ErkJggg=="/>
          <p:cNvSpPr>
            <a:spLocks noChangeAspect="1" noChangeArrowheads="1"/>
          </p:cNvSpPr>
          <p:nvPr/>
        </p:nvSpPr>
        <p:spPr bwMode="auto">
          <a:xfrm>
            <a:off x="1238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2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0" dirty="0"/>
              <a:t>Computer Systems:</a:t>
            </a:r>
            <a:endParaRPr dirty="0"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3350" indent="0" algn="ctr" fontAlgn="base">
              <a:buNone/>
            </a:pPr>
            <a:r>
              <a:rPr lang="en-US" sz="2000" dirty="0">
                <a:solidFill>
                  <a:srgbClr val="A6A6A6"/>
                </a:solidFill>
                <a:latin typeface="Arial" panose="020B0604020202020204" pitchFamily="34" charset="0"/>
              </a:rPr>
              <a:t>Users</a:t>
            </a:r>
            <a:r>
              <a:rPr lang="en-US" sz="2000" dirty="0"/>
              <a:t>​</a:t>
            </a:r>
          </a:p>
          <a:p>
            <a:pPr marL="133350" indent="0" algn="ctr" fontAlgn="base">
              <a:buNone/>
            </a:pPr>
            <a:endParaRPr lang="en-US" sz="2000" dirty="0"/>
          </a:p>
          <a:p>
            <a:pPr marL="133350" indent="0" algn="ctr" fontAlgn="base">
              <a:buNone/>
            </a:pPr>
            <a:r>
              <a:rPr lang="en-US" sz="2000" dirty="0">
                <a:solidFill>
                  <a:srgbClr val="A6A6A6"/>
                </a:solidFill>
                <a:latin typeface="Arial" panose="020B0604020202020204" pitchFamily="34" charset="0"/>
              </a:rPr>
              <a:t>Application Software​</a:t>
            </a:r>
            <a:r>
              <a:rPr lang="en-US" sz="2000" dirty="0"/>
              <a:t>​</a:t>
            </a:r>
          </a:p>
          <a:p>
            <a:pPr marL="133350" indent="0" algn="ctr" fontAlgn="base">
              <a:buNone/>
            </a:pPr>
            <a:endParaRPr lang="en-US" sz="2000" dirty="0"/>
          </a:p>
          <a:p>
            <a:pPr marL="133350" indent="0" algn="ctr" fontAlgn="base">
              <a:buNone/>
            </a:pPr>
            <a:r>
              <a:rPr lang="en-US" sz="2000" dirty="0"/>
              <a:t>Operating Systems​</a:t>
            </a:r>
          </a:p>
          <a:p>
            <a:pPr marL="133350" indent="0" algn="ctr" fontAlgn="base">
              <a:buNone/>
            </a:pPr>
            <a:r>
              <a:rPr lang="en-US" sz="2000" dirty="0"/>
              <a:t>​</a:t>
            </a:r>
          </a:p>
          <a:p>
            <a:pPr marL="133350" indent="0" algn="ctr" fontAlgn="base">
              <a:buNone/>
            </a:pPr>
            <a:r>
              <a:rPr lang="en-US" sz="2000" dirty="0">
                <a:solidFill>
                  <a:srgbClr val="A6A6A6"/>
                </a:solidFill>
                <a:latin typeface="Arial" panose="020B0604020202020204" pitchFamily="34" charset="0"/>
              </a:rPr>
              <a:t>Hardware​</a:t>
            </a:r>
            <a:endParaRPr lang="en-US" sz="2000" dirty="0"/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Down Arrow 1"/>
          <p:cNvSpPr/>
          <p:nvPr/>
        </p:nvSpPr>
        <p:spPr>
          <a:xfrm>
            <a:off x="4451420" y="1467059"/>
            <a:ext cx="401935" cy="401935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4451419" y="2180859"/>
            <a:ext cx="401935" cy="401935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>
            <a:off x="4451418" y="2916963"/>
            <a:ext cx="401935" cy="401935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utoShape 2" descr="data:image/png;base64,iVBORw0KGgoAAAANSUhEUgAAA6wAAAG+CAYAAACXuon9AAAAAXNSR0IArs4c6QAAAARnQU1BAACxjwv8YQUAAAAJcEhZcwAAFxEAABcRAcom8z8AAP+lSURBVHhe7J0HYBzF1cdHvVtykS13XClu2MGm4wKm9x4INZQkpJHwJSEJIXQIPUDoEHrvzWDAgGOKKcYF4957t2VLsur3/nP3pNF4dm/v1E6n97OfZubN7N7u3t7M/Hdmd5UgCIIgCIIgCIIgCIIgCIIgCIIgCIIgCIIgCIIgCIIgCIIgCIIgCIIgCIIgCIIgCIIgCIIgCIIgCIIgCIIgCIIgCIIgCIIgCIIgCIIgCIIgCIIgCIIgCIIgCIIgCIIgCIIgCIIgCIIgCIIgCIIgCIIgCIIgCIIgCIIgCIIgCIIgCIIgCIIgCIIgCIIgCIIgCIIgCIIgCIIgCIKTpHAoCIIgxDHV1dXXU3BMKCU0A/9MSkp6k6wmnBYEQRAEoQUQwSoIgtAKIMG6jsRTYTgpNDE1NTWv0PE+naw67BIEQRAEoQVIDoeCIAiCIAiCIAiCEFeIYBUEQRAEQRAEQRDiEhGsgiAIgiAIgiAIQlwiglUQBEEQBEEQBEGIS0SwCoIgCIIgCIIgCHGJCFZBEARBEARBEAQhLhHBKgiCINSybt06tWzZsnCqPn55Qdi6dav6+OOPG7QOQRAEQRDaFiJYBUEQhFq6du2qevfurW677Ta8izTsVWr69OmqqKhI53300Udhb3RAsI4fP16tXLlSpyFesV5BEARBEAQvRLAKgiAI9bj00kvVn/70J7V27dqwR2mR+uCDD6qkpKSwJwREKEZMEdpwHtOrVy9VVVWl9t9/f52GeJ04cWI9YQz81olRXkEQBEEQBEEQBCGOqK6uXkfCrslJTk6ueeONN2pImOqQPrdmy5Yt2j9t2jTt//DDD3XZt956S6dp87Q9++yzNUuXLtVlb7311to8xLEezsPyt912W71lV69eHXGdf/vb32o/H+trSmj9L1MgF3UFQWgUqE55kKwqVMMIYT4hSwsfIkHwRBpjQRAEoR45OTl6NPW9997T6W+//VaPgg4dOrR2hBUjoCeccIJ6/fXX0RHTI7Bnn322mj9/vi5LIlctXrxYPfzww7uM1oJzzjlHr4tEqFqyZImebmyvE1OGzXVu2LBB/fjjj2rIkCG7jPQKgiDEOcPJpOIyoHp9MJloESEicpIIgiAIuzBq1CgtWufNm6defvll9eyzz9YTiQsWLNAi8uCDD9b+/v3718sfO3asvt+1b9++Ol1WVqZDpnPnzjosKCjQU4XBwoUL662zX79+9dZ52mmnqYEDB9YuKwiCIAhC4iOCVRAEQdiFYcOGqeOOO049/fTT6oEHHlDDhw+vJx4FQRAEQRCaAxGsgiAIgpOzzjpL3XDDDeqYY47RI5smPXr00OGECRP0VN7PP/9cj47ao6J+HHvssfUezNS9e3e9bEPWKQiCIAhCYiGCVRAEQXCCUVUA4WoDAfvmm2/qe0wx9feZZ55RU6ZMUcnJ9ZuV7OzscGxXLr74Yi2Id9ttN7V582a9zjfeeCPiOgVBEARBaDvIJWtBEIRWQHV19bqkpKTCcDKuwKtmGvu+0qZYZzTU1NS8Qsf7dLLqsEsQBCFmqA6fSsE+VKdI3zsM1bMbKeienJy8M+QRBDdy2VoQBEFoEE0hLOXBSoIgCLGxfPlyfVuF+S5r9tl+gLwgPkFoKUSwCoIgCIIgCEIrZ/369erkk0/Wt1ngtgo8hX3y5Mn6WQADBgzQPvbfcsstqqqqSi+HvC+//FK/Toxx+QShpRDBKgiCIAiCIAitnGuvvVaLULy7GkITryVr165dODf0kDzkv/322+qqq66qfbCdIMQ7IlgFQRAEQRAEoRUDkfrQQw+p8847T4+w4lZZjJLiFWX2bbNDhw7VvpKSEhGsQqtABKsgCIIgCIKQ6Awj+5BsUhPbMWTN3r9euXKlFp8sRl1gyjDuYf3iiy/0CKy8MkwQBEEQhEaDOhfrqDMiNBN0vF+mQC7qCkLiMJqsggxDik1pF5HtUndQnTKVrDpUwzQ+kyZNqklLS6uZOXMm6q+wt46MjIx62/nKK6/UVFVV1eZNmDChNg1cvsaGtnMDWQaOjyD4IY2xIAiCIAiC0Fa4niyVDEOLTWGPkDX7k4q6d++uR0tx3yppwbC3Pk899ZRavXq1Hl3Fw5nMd1xj9JXB04G91iEILYEIVkEQBEEQBEFoxeB+1UsuuUSdfvrpauLEiWrp0qVq0qRJ+km/LD4LCwv1K8PsacAXX3yxOv/889V3332npwy//PLLMmVYEARBEITooM6DTAluRuh4y5RgQUgseErwdWQpcDQnVKc06ZRgsG7dupo77rijJjU1VU/7PeaYY2p++OEHPUXYb4ovlrvssstqUlJSapf74IMPmnQ6MKDtkinBQiDksokgCEIrgBr1uyk4JJQSmoE7k5KSniKTeXGCkBhAsOKhSzeT/ZMs9BLSZoLq8KkU7EN1SrP0vTGtNz8/P5wKDqYGd+rUqVlGVkmzbqSge3Jy8s6QRxDciGAVBEEQBEEQEp02JVhbAyJYhaDIdCdBEARBEARBEAQhLpGrPIIgCIIgtAkyMzN7lZWVXUBR6f+0AB06dHhx06ZNP1K0JabaywhrnCEjrEJQ5EcjCIIgCEKbID09/eT27du/1K1bt+Sqqip9nx4bXvFhpm0z8UtHKguC+GJdJ4kAHZqwD6Fdzq88E6QM8FpnSkqKvjdy3rx5N9Jx/we5mlUshhHBGmfQeSKCVQiE/GgEQRCExmZvsjvIniL7L9muPVtBaBlu3Gefff68++67a8HKIhWCCnEvQxlTZ3DcFZrlgOnzCkFj5Zli0RaQjZlHAkyHJuyzl8PxLS4uVi+88MKStLS0oRs3bizWGc2LCNY4g84PEaxCIORHIwiCIDQ2Y8g+JsPrI9AxrOvtCkILkpGR8cZ+++13XMeOHZMgrmxh6mXQGKbO4LgdgiC+ps6zBSOHwCsvSBkQTXmzTGZmpn4/6Ny5c0+rqqp6lVy7Kt6mpaUFK57yPoa+J3l+TBg6P6bT8XiDrLnPBaGVUVe7CYIgCELjIIJViDt69OiRtWXLlhkHHXRQf4gn4BKnbBCACDE6iDiM4bgdgiC+ps7zE44tlZeWlqZWrFih3nzzzddIvJ1GruaeFtyiglUQhNiRqzyCIAiCICQ8W7du7UFCtWtGRoZzOitjii1gpxMNU+ja+OX54VquoqJCde3aVRUWFo6n76AnuWJbuSAIbQ4RrIIgCIIgJDzFxcW75+TkZGLUNBLRitREF7UuohWzOEbp6emqX79+uSReTyWXCFZBEAIhglUQBEEQhISHxNKQdu3a7SKSIKRM88IvTwgGRll322033Ev8U0qmhrwROZfsMbIUnRIEoc0hglUQBEEQhISnurp6WF5eXhILz0gCFZhlXURaPhaaYp2xTu1tTLANlZWVqmPHjqqoqGhEamrqvnCHcp1AqC4gw5PG+5LJiKwgtFHkxy8IgiA0NvLQJSHeSM3IyPj64IMPHpaVlaX7PuYDlrwMIsuMm8KP414haKk8l9C2fS2VhwdezZ07V3344YcPVlVVXUYu++FHEKp4V6spUpeSPUnWkKfJ9iI7j+xGMnnokiC0IupqOUEQBEFoHESwCnEFiVQ8cOnH/fffPxeizhSlpkXKc4lDOwSx5PmVAdGUj0ZAgmjKBykDvPJwLDHS+tJLL63dunXrYHJt0BmkZcn+RAax2pTTf68nE8EqCK0ImRIsCIIgCEJCQ0Jur7y8vKzU1F1vm4SQYmtJmuLzTVFr45fnR0PXiSc0Z2dn417WLiRejyEX90XLyK4l60f2KJk5mjqd7DCysY1guB9W3vspCK0IEayCIAiCICQ05eXlu5NI0mqKhWEQkRqNiPQr2xR5sRKrUG0o5udWVVWp/v37Y7T1Z5S0+6KY/nsRGaYEs3DdQvYp2SeNYIvJGv/ACoLQZIhgFQRBEAQhoamsrByRm5urH7gUi2BrCuHYUPy2KVZR6rdcrHku8LTgLl26qM6dO4+m5O5krhWYwvVVMhkVFYQ2ighWQRAEQRASlhdffDElMzNzT0xDxcgehF4kAWqWMctGWq6l8du+WEVsQ3F9LrYT07P79++fRvl4xY1ffxTC9d9kIlgFoY0iglUQBEEQhITlsssuKyTB2p+s9pU2JuxDyBYN0ZYPgt86m+LzYh09bUheeXm56t27Nx6IdRq5MkI5giAIuyKCVRAEQRCEhKW4uLgPidUCjOg1hdjzo7mFZ2sCo935+fmqR48eA1NSUvAwJG+FKwhCm0YEqyAIgiAICUtZWdmQnJycemIIYpGN0y7MfLuM1zJtgVhHVm1wDAcMGIDo2WTSJxUEwYlUDoIgCIIgJCyZmZlD8/LytIpyCU8XZrkg5W38lollfaAp1ulHNMIzKPY68fClrl27qoKCgqMoWRTyCoIg1EcEqyAIgiAICQuJucF44BLe/+mCxR7CphB+TJB1N8XnN9ZoaFOA7yQzMxPvZC1ITk4+iVzSLxUEYRekYhAEQRAEISHJz89vn5aW1hcPXPISrDaRRKNffqyCsynW6UdzjJ4GBaOsJFgVfU9nUVL6pYIg7IJUDIIgCIIgJCQlJSW9Sax2cz1wCWn2eYlCM9+rTFMR5PP8ysQqIJtiRNZrOfgrKytVp06d8E7WUfQ9jYA7lCsIghBCBKsgCIIgCAlJSkrKMNy/yoKJhWckMWiWiVQ2En7Lx7ruWNfpJzhjzYsVc53JycmqX79+KVVVVZHeySoIQhtEKgVBEARBEBKSnTt37pmVlRVOuTEFXhAB2RTirTXTUKGLMpgW3KNHD5Wbm4t3suaGcgRBEEKIYBUEQRAEISEhATqMRJC+fzWSGOX8oOUShYYKThfRLofvh74n1bNnz+5paWlHkkv6p4Ig1CIVgiAIgtBY7E02JhyC3mRIwzLhEITmYvz48TkkggZmZGQ4H7gE4RmNSDXL20RaPhGJVcx6ge+oT58+OJbnUFL6p4Ig1CIVgiAIgtBYjCb7mOxOMvRmzzPS5WSC0Gx88803fTIzMzFiVysoWXT6CUy7rNC4eAldTAvu0qWL6tix47j09PQ+5GpcRSwIQqtFBKsgCILQWDxItjoUrce1ZNLzF5qVbdu2DcjKykrDA32iFZ5meb9lYxW0TSGEm2KdzQEELAzbj4sLvXv3zqqsrDwdWaESgiC0dUSwCoIgCI1FGdm/yMye8/dkb5C1zt600GqpqqraOzs7O5yKLOiQ35iiL9Z1+S0X6zobe/puY8FCleMYZSXBCuF6JrnSdIYgCG0eEayCIAhCY2KPssroqtAiZGZmDsnKynLevwoglEzzI2g54FcmyPIuYl0u3sF+mWK6qqpK5efnq65duw7OyMg4iFwyyioIgghWQRAEoVExR1lldFVoES655JI0EkJ7kmjVD/MxiUb8eZVtCgHZFOv0G1n1y/OjKdZp069fP1VeXv4ziko/VRAEqQgEQRCERodHWWV0VWgRnnjiid5paWnd0tPTkyAEbTHoJw4jlfVa1m+dsRJkndF+bhBR2VjC0ySS0GXDtOCioiJVUFBwbOfOnTuFiwiC0IYRwSoIgiA0NhhlPZvsNbLG78ULQgQqKyv7Z2dn55oPXELoJ+7MfL+ysYi5SJ8bC02xzkiiMhaiXSe2PSsrS/Xo0aPT5s2bjyWX9FUFoY0jlYAgCILQFHwSDgWh2cnIyNg7NzfXVyxBGJnmR5Ay8UBTbGMQoRqrmPUC97Li4Uu0XpkWLAiCVAKCIAiCICQWO3fu3NPvgUtBsQWgS7g2t5CN9fP8RGWsgrOx18nLVFZW4n2sqn379gdSchCydIYgCG0SqQAEQWgRqNMl9Y8gCE5IuDREBSalpKR8M2LEiOGZmZm0qiSFqcGmuXwu8yoHP4zhuB2CWPL8yoBoypsCl+N2CFo6DxcXTEtPT1ezZ89WX3755S1U5m9UpEoXFAShzVFXwwmCIDQh1OEw6xuOI6ymjlVdL0YQhDYH1Q+pFJjDobpOiKVu6NmzZ7etW7fOGjx4cHsWl7bg9LKgZVEOxnDcDkFL57EgBBy3QxBNHoimfJAytmDF9peUlKh33313cU5OztD169dv1wUFQWhz1NVwgiAITQR1SLiuwW0IyZROps5ICsXLKKyePHnySWVlZX3Ky8t1ocYGHUx0gITmA/egmZ1P9gHTx3Ezj0P2c5zhuJ2H0P4MVx7AlEPO4/UAcxlzXSgPXGXtzzTjnMfL+5XndZs+YPrNfHs9MC5r+oHtN7HTvF6APPx+OO5FpN+YKx++Tp06bdlvv/1ef/nllzdRvZBNbhQyrYbqiDqVEwASN2Nzc3MnDhw4MIW3388gjFJSUnToyjfNLAtjOO7nC5LnVwZ4lfcrw4IQcNwOQTR5IJryQfLwXdmGUVZqH9TixYtPpPPyLRTThQVBaFPU1XCCIAhNAHVGUM/AUiieSp2odAozKF06e/bsLps3b74uIyPjTHQC0XExO14m3KkBkco0xzq88kFD19GY2wkauo5YPgOdTeRzx5PjCNm88myfq4zthwEzbeabIYAoQ9wsb6btOJcx81x+FntmPotF02fGTWO/Wc7Ms+NmWb88s4wr3+XnNH+3SLuIlA9QxpUPHx2fWd26dfvDm2+++UVhYSFEK9T9TlqmgkIc0KhmYaSmpv6ye/fu9/bu3TsZx94lPE3Dtrn8LjPLAqTNENi+aMqApsjjY2+HoKXzAOJ87vFvE2FaWppasWKF+vjjj1+m/J9S0dCVH0EQ2hR1tZkgCEIjQ50O1DEwTPdLJ8slXw6FKStXrhy7fv36v+fk5PTYvn17vc4LcHW2TCLlAy4TKR809DNAomwn8CsT5DNs4WMa53mV4eXNfPbZIedzHLDP9PMywGs50x80H2b77WW8loMhz6ucy2/GgemzlzctyDrs9XAeY8ZNXOcF4ub5EOncKSsrq4LIvOuuu57s1KnTVnKV0zLFVL6UQoiUaETrw3vsscfPaT36HaxegjOI+ZUHyDdDYPuaMs+vDOA4H3fz+Nu+IGWAV/kgZYCXD4ZzjwWreZ5OmDCheMeOHUN37ty5FMVDSwmC0Faoq9UEQRAaEepkcP2SSnGI1XyygjVr1vR+6623LiooKDi5ffv2unNidqoQNztcAH4mUpkg62DMMsjnZb3WgQ6U6bPzzXUAOx8gn0Pkm2Xs5Rm7jE0s6+D1wG+XBfbn2GXsYwHszzBD5CHOIcA6vPBa3gY+l58x8/22z4VdBqFrHQBxM98rj/12OS4DvLaT48BcF8NlOM/1GWZor8OVz9jlzDyvzzHL2NjrwLlQXFysSJTM6tOnz2OnnXbaJ2lpaVuozCbKLiGrpHjdRniTlJGR8RkJ1gNzc3P1B7DAxOeZgtNlQcrAUI5Nf2g4BLYvHvLs7wbYvobm+ZUBkcrDcB7YRt+nmjZtmpoxY8YfKX0XFfeuOARBSEjqajVBEIRGhDofqF9wvypGV3Op41S4bNmyAY888sitQ4cO3b2wsFCXQ+fPxOxsmXDnxisfRCrTWPmgqbYzyGcAlPPbBuRFKgOa8jNszPL8+UyQdbjK8Hqi2QYTczti3QYQzXa4yjR0PyKB8tHuK+By5rI29rpjAcvj4lVFRYWaMmUKXmdy64UXXvg0idYNlL2ZPgMjrnU313rQo0ePDhs3bvxxyJAhnc37Uv3uUYU/1ntYYYBDEMQXJM+vDIimPH8/5vdk+/zygFf5IGVApDyYLVZhOO5bt27FKOu3dH7sT8UxVVwQhDZEXe0mCILQiFDnA/ULHqyEe1Y7UMep03/+858rqANydv/+/VW7du1UVlYW7jfT5RMVdBjNjlm8ItsZHa3heGEbQbxvJ7YPhoeuYZR17dq16ocffth27rnnXtCrV68ZmZmZ66nYDrIq2iffnaH6ZF+qWybvvvvuaVinLThdhuPk8rvMLIs4H2MOQRBfc+eZ5wDH7RA0Z55dBsYi1YzDcJHgk08+UWvWrDm4srJyChYJLSkIQlugrnYTBEFoJKizwXULHrSURZ2mQgp73H333bcXFRXt06dPH4yg6KleZifLBfLReWkL8L7G+z43xva1pe+1LdGQ75WECKYEq9WrV2P6pxo0aNBfjjrqqDdofetpvcVUpIJC35WnpaVd0KVLl0ciPXAJ2+ny2+ZXDnkwwCEI4mvuPPM74bifL5oyIJryXmXYzHtY2fDwpYULF6rPP//8fsr7DS0ScbRdEITEoa52E4Q2zttvv30INYqXLFu2bOqSJUtmUXrR9OnT11JWaaiEEBTqUKBugWGENZvSXSjc7f777/9X9+7dh/Xq1UsVFBToTggwO1rxCjpQIN63tbm2E5/TGr63SCTKfrR28D1AmJSWluoR1lmzZqk+ffpcd+SRR75M2WvIttL3hKmgvq+5SU9P/zeJ1V8XFhYmYX2muAwy7TdoORjKwBiO2yFo6TyuFwDH/XwtkcdmClU2gBH4iRMnrs3JyRm8evVqTBUXBKGNUFe7CULbJnXTpk1ftm/f/idIoNHcuHEjpqdtI1Zv3bp12fr16xetW7duzpYtWxZ8++23i1955ZXVVBQPBBEs6PihboFBsOZQGoK1z8MPP3xzUVHRMOpQqvz8fD0d2OxkCYLQNmGhUlZWpqiexZRg1b9//+vHjRv3KtURqGu3kOFFzZEE6wcDBgw4LC8vT1csprg0xaZpyININeN+5dlQBsZw3A5BS+fh+DIc9/O1VJ4tVGHIw6gr3sk6depUNX/+/HPI/yyK64UEQUh46mo3QWjDfPXVV2eNGjXqmXDSF7yCZe3atVUkZDdQfDkJ3aUbNmxYSL55a9asWUQN6mJaH0YEykJLtD2og8F1C25Q5RHWvg899NDN3bp10yOsEKzcSRSERMIUDo0Jd+oTEewbDCOs69evV7Nnz1b9+vW7EYKVsleSQbBihNXv9TZ5GRkZswYNGtSLL4bZItNlQcvB7LLmd81xOwRBfNGUAdHkmecOx/18zZ0HEHcJVfbjeOPc+OSTTyZUVFQcR4vIO1kFoY1QV7sJQtslZd26dd8WFhYOC6djAiMDaEw3b95csnHjxrU7duxYQvHFZAtI0M5buXLlUhKzy2fNmoUHiCT0lWHqYHDdYgrWPiRYbzEFqznCijg6JOicNBfN+VnNTSLvG2ju/TPFQDyB44Bta8rj0VzrhigxBWv//v1vGjNmTK1gpf3ECKunYC0oKBhCwXcDBgxIxTGBmeLSNL8801DOb8QVIM8VgubM8ysD+FjbIWjpPIA4DCKVBSuLVzYc8w8//HDntm3bhpeXl8/BYqGlBUFIZOpqMkFoo3zyyScnjR49Gp2iJgEPEsEj+VetWoVwE9mq4uLixZs2bZq3ZcuWhSRuFywjvvvuuzWLFi3CC/MTAupsoH7BQ5eyKeQR1l0EK8BUr5KSEj16zZ1AG3S80IExO2BBiWUZEO1yQcrbZWLdJ5vGWIcXzbVuHAvg5eM4iHWbolmOy8b6WY2F6/P5vIGhI98cxHIcvJaBH/tg/t6xHyxYf/zxR4ywRiVYMzMzzybR+iQeuMTihg2fF3SqL8ws57UcfGyAQ2D7oikDoikfpAzg348dgpbOA4jDWJy6DM89mDNnDt7L+k9KX0+LycOXBKENUFeTCUIbZcWKFZO6d+8+JpxsViBk0TnbsGFD+bZt29aRgF1OYnYJxedS3kIKFyxZsmTFa6+9to6Ko7PWaqCOB+qXiII1Ly9Pffzxx+r666/XnRGzIwjMDhf7zXzgl+a4nWbsfGCmveLA9ttpxuX38wHTj2PCuMpH8gG7jBlnvMoATkeTz5g+0xgz7Qoj5TNe5Vxx4FXGK4xUBpjlgJn2C9kYO4/jHMLQucdTdXfu3FnrYzPLueIcRooDPv/sMhyaZvqA1+8Z4qNLly6qqKhIj6ixj2eqhKcERyVYSVhe17Nnz7927twZ73/Wn82GzzXTfha0LMqxAQ6B7YuHPBwTMwS2r6F5QcoALx+MxSmb6QM45ydOnDinQ4cOP1m9enWJdgqCkNDU1WiC0AZ58skn9z3ttNO+yMzMjKvfAkYaN2/erB8+smnTpuKSkpKVYSG7mMJ51EFdSB27pcTyZ599dnN4sbiCOhk4pqZg7cf3sOKhS3gPKwQrdTrUE088oa666ipFnU3dKUEHy6vjxYYOI8M+M85p4MpnOB0p3xW3Q698l49DVz4w82w/h0HzOW2HZj4w09whR2eR/Wa+GQeufDt0xQGnXX4OXfnA9rtCVxzEUsYvj+M4djhuZprjXmHQPDaMRKLjDrFniiezXJB40DwOOW5+pnmOmHn2uQM4jpkn+L13795dxwF++/zQJZ4SPHbs2Fcoi+9hjfTQpbf32GOPo/mBS/gcbEskC1oOZpdFGsZw3CsEQXzRlAFB8vic5BDYvpbOg7E4ZbN9aDemTJmiVq5ceSSd/x9g0dAaBEFIVOpqNEFIUObNm9cD4cCBA1dohwF1ih7dc889Lwwn4x6MpGzZsoVHZatJwG4gMbucOnkLyL+4oqJiLtliatRXkNBddeedd7bYK3mok4H6pd5Dl/CU4K5du9YTrHgf63PPPaeuueYaPeKCzgk6WF4dL9PYZ4dmPjDTdpxDVxy48ux8Ds0822/HAafNfMbMC5oPOB5NPmOmg+YznI6Ub8cBp01/pHzG9ttlIuVxGLSMX54dB3aeVxgpD4apqagDeFTVFExs5jJB4kHzOLTjfnlm3E5DpPbo0UN169atnmC1H7oEwUrlV1G2r2AdP358zueff/4dLTPQnKlhiks2+INOD45UFn4Yw3E7BC2dh7qV4bgdgljy/MoAr/J2GRgLUzNuGtqNFStW4J2sT5NgPZ8WlWnBgpDg1NVsgpCgfPbZZ+9Tg70/dYp+pI7MNOp8fJuTkzPtyy+/LD3xxBMnFxYWtg8XbbWgw0fiVYtZjE5s3LiR+n2la0jMrsjOzl5AIvaHoUOH3jN48OBmmVZMHQ2uW1iwFlHY95FHHrkJghVTgm3Bet1116lOnTrphdDBsjtbgP2ufDM084GZtuMcuuLAlWfnc2jm2X47Djht5jNmXtB8wPFo8hkzHTSf4XSkfDsOOG36I+Uztt8uEymPw6Bl/PLsOLDzvEK/PAgmdNQhVHGvN2CxBBCymekg8aB5HNpxvzwzbqcjCdbwa21uIMGqpwTTMri/31Owdu/efUBxcfFMWiaDP8MWljiOZtwuw2bnRyoLYzhuh6Cl8yAAGY7bIWjpPFOcugzlEH744YebqW0bTOcMLmgIgpDA1M2pE4QEZNWqVYU7d+7clzpEedRojyLXpdTQPbR27dqvi4qKvuzQoUOrF6uAp9b27dtX7bfffuqYY47JOvXUU/ucddZZB5MwvIA6cpmDBg1q7lcAcM/JDncBHSqzoyUIQuh3AVEEkbphwwa8F7rW19YgkVKncByQyN0rIyMjDcfGryjnRVhdvfxIZZubWLfHr46Ntf5tinV6Ya6PvmtcpGhP7fmJlJS+rCAkOPIjFxKapUuX7p+ZmZmP+6Jw5R4dPrbCwsJcXDlPZL799lvYI5deeukN1NjH5at0uPPV2J0bQWit4LcA4YX7Uzdt2qRnTiCe6PUVYwkynaBj4ltBVFZWDqa6PpyqA+vi9UUSemZZP7hc0LJeBFk+WppinU1RNzd0nfg9YISeBOvZlJS+rCAkOPIjFxIaEqrj7NEIpCFg8cCPRGbBggXqzTffnLNz587Lw66WhvpSwTt6ghDPNEUnHvAIIab4Y2os6ir4murz4gVXvRCuu2nXI+98Wlra8IyMjCSeMgoi1TP8mWwu2B+kTGPSFOtsTGI9H/2Wc+XBx8ZpgGnkBQUFuI1kv6ysrL2RpTMEQUhIRLAKCQs1+HgX38Hl5fVv20RDRw2c6tq1a9iTeOBet+eff76Gwl9ec80128Pu5oZ7XAi1uTph6IAE6ZxxRyVaYl0ONGTZhtBSnxsrLXWMW+N36wW2BwINM0Ew/RdPCmdfWwP7DaP6m4KkJKoftCErVKI+V199Ne6VH4D3OXNdEqROiYWg64318/2Wa4p9wnFubBq6TizP5gd+G927d08uKys7C8mQVxCERER+4ELCMnXq1P7U4RlkClY0gLgfDE+jTeSO4Ntvv40R1sfvvvvuT8KuloJ7WAg9e1voiPl1xhraAYqFhnxmW1s2Vlrb9jYF2A/URbiQhum/MEx3bGtCFcfB/k4pzULVl2uuuaYHHa8+KSkpeoTVBdcvXNf41TfALBOpbLQ09vqA3zpj/Tz7+2hpzO1BvKKiQr/HNzMz81Ry5YZyBEFIRESwCgkLdVwOyM7OzjA7MOgEQsDiyZSJCqYCv/vuu5up83ZV2NXsoJ8ZjqKz1Pi9MyFuiLdObWuCRSnuqceoKkZX4ZNjGt15lZ+f35/q+mzXPb6ofrgK8qqKzHyzvAuzjKusnTaJNS9WmmKd8XBu8jZg/+hrh2jtSd/94eSSPq0gJCjy4w4G5o4uJDtWp4RWAQnTQ+0GGyMXeKJuok4Hxv4+//zzeEjLHY899liredS/dNCFtgTOdwhTnv67detW/dtlASvsCh0zT/VVUVGxN+5fDSc1jSXWGms9DcFvG2LdPr86tynq44asE8vy8vZ6cEE6/PAlmRYsCAlMW/1xDyfbQIaanu1DMq8pJT8h60u2u065wbJYxxM6JbQoy5Yty6JOzEF4ub4JOogdO3ZUuNcpEfnyyy/V5MmTV7dv3/7esCueqO1p2J2OhnRmBKE1gVFAXDjbvHmznv6LaY3wyW+gPhBiZPqdqzB2h8N6lJSU7AnByuINIY4np71AvrmMH2bZaPFbrinW2VLEeg67loOPzQvkYSo92nSyI4cMGTIM7lCuIAiJRFu/GnUFGSo3hIeSjSFz8TYZyt2uU27yyPqEokJLs27dumHUmO2GziCD0QsI2ESdDowODEZXd+zY8e8nnnhiS9jd0tDXoHscuhOBaChZRzx2vAQB2OdqQ+Cpvpj+i6f/4l56mf7rDx0fqh4CVRDDMHMGo21c3F4Madv8MMtEKttUxPq5fsv5nW/xkheNn/d1jz32yBw3btxhV199tfcHCoLQapHpEyE+JttIhhFUjL7ODRtqwj+GfRiRxZRgzn+eDPmwqWRvkGEU9lwylEU5gBFXLgcz12F+htCIlJWVHYJ38rkabjykIRGZMmWK+uijTxZR+K+wq8Wg4252GhDX5tURkY57dMixanoa6xhjPTi/8XqadevW6Xeqol6CT/AGx4ifP0BxjU5YDB48uEv37j16pKSkOL8wLAbz+z551VyW034ELdcaaG31CbbX3GY8UXvEiBFq/PjxSYMGDWpdOyMIQiCkxQzxe7KOZBCQAHE8Jh9Dca5RVeR3IsOo6pNkEKr/JFsUTiNvGhnEKQTscWSoRJGHz8L04UifITSAioqKMZgqZII0XmeTn58f9iQWjz32mCrqUrDtD78+94yRw3rjvXTtQjktht1x8OxIcAck1o5TrMuBlli2ufeVO9aNsa+xdNIb43NjoSHLNgY8/RdTf3GvKuogEaqRsc4xnaDv0vllLl26tN3RRx+Ttdtuu+np1V7nZ2OJS3s9jbXeeMXvNxTr7yuadSLNxmkT/MY6deqkjjjiCJWbm19x2mmnJfYXIghtlLbect5GhsoNohLTgjH1l/kd2epQ1MldZHi/5Us65YbveX2LjD8H04YhdEGkzxBiYMWKFR2p4zLKfp0NRjjat2+/S4OXCEybNk199tln6tJf/HrvE0+74Nk//uXGaY8/8sCsu267/qO/X/mrOy8598Sf7Tu489De+aqAirfUAdAdCVcHT0ZYE5eGfK+t9Zzg8xnTfzGqKtN/GwQdNu8DR8d468EHH7LjkksuVWlpqfoCAdcx0YjJSGWR77feaD6rLdDQcx3LR1oHLlB06NBBnXfeeWrkyH3Uhg1rwzmCICQabV2w8j2ssKYa5cRU4xFk/Dn9yESkNiGrVq0alZmZ2dEcYUXDh/tXE3U68AMPPKAwwoD7c0tKy1WnzkWq38BBPUcdeOi4o4496/en/ewXT/39hvunjxh39JtUvLmfOIWenDa7w8chvh/p8AmtHZzHGPFBXYP7VPFgJZzXMqoaHYZYoSAUCWPGmXXZ2dnrjjvu+JrRY8ZowYq633ydmQm+D9tcBCnDRMoXGhccb54xNXbsWHXwwQdrn9d3LghC60da0cajmGwxWXcyftowphhj6u84nRKahdLS0kPRabRBv6dLly7hVOKwdu1a9fbbb+spUaGHjlSrivJytWPHdrV1yxa1bRudmkkpKi+/k1q6dO1KWqT+o5ObDvTiuCen4+hUcOeOQ4Dvpn6/VBBaFxCl+P1h+i9GVTHDA/WQnNexQ8dOHzyqK/AEYM8DScd6Ga4JXPHHK9QRhx+h8PwCHH+MwIXqxJCYQRjJgpaDRSobzbpgwOU3rSnWGQ8WZDux7xCquCiBkdXjjjtOHXPMMdpXUlKq1yEIQmIigrXxwPRgiAE8bXgJGR6shCnGuG+Vpx7D5LU3TQg1aknUmI02pwMDdFzwgvFEvH/1xRdf1I358OHD9dRDF3iNz8yZM9R3331rTntvMqifGeqBELRtfO7Xw9WRDxUVhNYDhCoMD37BxSNMA2afEDtcP6BO1xEfqNrYUllZrXr37q2u+sdV6re//a066KCD9AVKPD2YR13RDtjGfjNksYt4JEM5Xr/LkGca+1x55rrsvCAW7efFg2G7XGaWgVAFuBCBd66OHj1aXXTRRerkk0/WF4VWr16tl5HfnCAkLhEbAiEuySR7nOxusi/hEELMnz+//5IlS2ZSA5fJjRyAkMO72tDQJRqjRo1S/fv31500PIHUBe7dvf/++7c+8cQTuJCCmQBNTrijmUJhNoUY2u770EMP3dK1a9dh6Fji4gE6kwUFBeqNN95Q//jHP3QcoLPKHVY7zqErDjht5tuhV5xD0w+88uwydj4w00HzGU5Hk2+HrjjgtJlvh658YOa5/GbczufQlWf6guQztt8uEzSPQzYT28+iFNN/t23bpu+RZ59Zzo5zaPtjzePQ9geNB83j0I775ZlxOw2BAfGB2xgQB6izcRwxnXr27NmqX79+N40ZM+ZVysLF4C20HK5EVlNY78rWs8++9OQRRxz5s+Tk6qSCgnaquqZaLV+2XC1evFitXLlSbdy4Ea/7qv0cfH5yMrYn9ARn3iYz7kq7/Bzn9TJmHLjy7DLAaznX8sC1DuAqwyFfGDQvEJpxG7/y9nKu9fgtb2KXQ4jjm5aWpnJycvSoKi5CwJDG727FihX6AgMevPT9999fccopp9xJ+ylzgwUhwXDXdEK8cyTZe6GoupLs5lBUmDx58nnUWP0XoxwMGjzcSzZ48GA1aNCgsDcxwMOWMJJw7733qj59+ujOng06KWjwL7/88kkzZsxotunp1NlA/bKLYKUO6rBevXo1q2B15bviHLr8IGienW+GZj4w03acQ1cccNrMt0NXHHA6mnzGzLPzzdDMB155tt+OA06b+V5h0DyOA9tv5gHTj1EdiCt0mCGE0LHm2xDMcmaa4xza/ljzOLT9QeNB8zi04355ZtxO+wlWTKmGYO3fv/9NY8eOfYWO7ypaZjMVgWCtoXg9tfPMMy8+NX78EWeXl5ck5bfLIzGTpZKo3sd6sT5cVEAco3U22CzoI94+SoVFUvBb/bEszgGh8cGxxfcBA/gO8bvDbAY8eRu/O7QlhYWFaA9FsApCgsI1tND6gGjFKCueIvQJ2U/J1pC1aT799NMnqAE71xSsaNBwhX3MmDEJ99ClK664Qr355pvqkUce8ZwOjGlUCxcuVL/4xS/+Rp22G8PuJocFK1kOxbVgffjhh2/mEdZ27drVE6xXX3117ZRtdFK4A2nHOXTFAacj5bviHLr8IGgeG8Nxr7xo8xlOR8q344DT0eQzZp6db4ZmPnDl2fmc9soz873CoHkcB7bfzANIoy5BWFpaqmczQASxj8tz3E5znEPbH2seh7Y/aDxoHod23C/PjNtpHDuXYMWxNUZYb4RgpfKrKBvTR5yCFSOs48cf/rOyspKk3JxMlZGRrj8jheoXCB2Iyepq3AeJ+z913aTTLlC+rKxUrVy5nNbRPFNME1Xs4jtoCKHvKXTfKi4MoR3n0XJ8TxhVxcwptBuIi2AVhMSlYbWJ0NJAfT1HNoYMjTlE6wSyNgk1bpkffvjhbGrI+tj3sOL+MjygISMjI+xp/eB+pyFDhqhx48apc845R23dujWcUx8IwieffLLq/vvvP4iSzTaFnL4P1C9413A2xSFY+5GwvgmCFSOsIlhDmOmg+QynI+XbccDpaPIZM8/ON0MzH7jy7HxOe+WZ+V5h0DyOA9tv5gGcq/jN4XcGUYUOMwyY5e3l7TiHtj/WPA5tf9B40DwO7bhfnhm305EE6w8//KAGDhx4w+jRoyFY8WR9T8H63HOvPnHYYYeeUytY09NUNYkdCB4UhDgN3Q8J8cMP7nFrGrQRS5cuoTrzUfp+5aFZLQ0LVrTpODfwLApMCcbFZximCYtgFYTER2rixOAvZDeFonp68DVku84NTXA+/fTTUSUlJV+hY4JOBncm0cnElNgjj8SgdOLwxRdfqPHjx6sHH3xQkQjUDboNjgMe/X/FFVf8+PXXX+9DLvcwbCMTFqswc4QVgvVGEay75kWbz3A6Ur4dB5yOJp8x8+x8MzTzgSvPzue0V56Z7xUGzeM4sP2cRj0C4YNZG7jwhQ6016iqGffK49D2x5rHoe0PGg+ax6Ed98sz43Y6iGDt37//DWPHjjXvYa2gMGrBCnFaUYEHJOGBPni4kb9gXbRoobrnnttFsMYJ5neANoLvY4Xh+QwiWAUh8ZFHqiUGEKn7k+HpxBCvk8j2IGtTUEfnEHQkIVDRAUKIDhDuYcJV2EQDTwfu2bOngvhziVWApwMvW7ZMTZ8+fQolm0WsCkIigE4yxCoEFO6XwxRgCCDUMUKzAoGqCadjBqsIZsn6YppYfBh+czD8Hvk7EgShbSGCNXHAVE88AfZ5sv3IviA7n6zNQB3LMRCnLFYRYrQVD9zA1ddEAvv37rvv6qceo0H3AvevfvvttxC0H4ZdLYkeFUGn36a1d0CkA5VYoHOMugMPdcFoH35v8Mn33LyEZ8nIQRcEQWjjiGBNLPg+1gvI+NU3sNCjVxOYzz//vAOJ1X3x4CFzhBUjjxhlTbQRVojQ5cuXq/3339/5ZGAG+/7NN99spOjkkKdFgEKtJ1ZdohU09Op5rMu2xGeC1rYslmvIsrHSXMvyCA7uU8W7HTEFmH1C84JjTvUXBUlJVF/wFyBfhCAIQhtEBGti8l8yjLbOIcMoK0Zb9yZjcL8rBG3CQJ3LURR0gniDUGXRitFV3L+al5cXKpggvP322/qBE3jaLvbRBfYbne6ZM2dOpSSestnc2KqU+p1uoerljwYRFcGQ47QrOCYYQcVvCdN/N23apM9J+ISWwxSrHAqCIAhtDxGsiQvEKkTrA2S4nxWi9fdkELC4z/UXZAnDjh07xqGDCZFqGkZcIVYTreM5YcIEdcABB+gpv17gYUvTp0/HaNHHYVezgX5mOEpfi1ajbIIQV6BuwEwEvC4DYhWiVab/tiw49nL8BUEQBEYEa2KDuaK/JDspHL+TDFOEwZ/JEmKUFVfey8rKDjGnA5uCNdHuX50/f76aO3eung7sNboK0OH7/PPP8VRNvKdXEAQDTPWF4em/a9asUdu2bdO/mfB9k0ILwUI1dJ2rDvLLRS9BEIQ2irTMbYPXyTDaat7siHe4JsQo61NPPbUbCdaheJonC1VTuHbu3DlcMjHA6CpGVvv37+8pWPEgJjwwZsaMGXMpOTPkbXFqh0xk9ERoKXDuYQQV97dDqOJ3ggcsyfTf+ABClcUqhfoVNmGxKgiCILRRRLC2HX5HZo+oJsQo69atW/dPTk7OQgfUFKtIQ7glmmDF04GHDx+u32OKqYwuIGjxHkPqjH9GSe9h2GaAOptQp1qhhqKC0DJg9BRiaPPmzfr+btzzDp+cl/ELRGs4GrdgE8UaZoIgCH6IYG0b4CnBGFHFq29M4Ls6FG29UKfzUBaqLFYRYsQ1NzdXW6KAh8FMmzZNHXjggXpUyAs8cOnLL/XXPVE7mhnqgLACMJWA1q4NFQcNWb6llo2VtrSvTQn2ByOouEUAQhXvVAUy/Td+CYsY/KFoCDhaGlwk5AuimOGCix4wtDfxYrxNfuZarqWMtwnHky88e12MFQShbSKtdduAX3ezPxl6opgejPQ1ZHggU3ONsqbk5+fvFo43Ci+++GI6NXKHoNFDI2caOqeFhYXhkonBV199pfdryJAhuoF3gU44OuTffPPNOkriYVstBasehGwtRmsSfy3ZN2+pfW2qz4VQxcWddevW6Ycq4WKWjKoK0YBzFOeNKfZYXMGQh3Osqcxu29hcZWF++UGXtc1VtrEMx4+PJV8EYDGLPBGvgiCIYG2bfE/2PNk/yfiBTE1C+/bt87Ozsw/Pzc29nWwaNU4zc3JyppL9Mysra18q0qAbx5YtWzaEGrR+aODQsLGhgUXjh1e/JBJ4nQ1eZYNpzthHF3g68Jw5c9TKlSvxOpu1IW/8ECcDJUKCA1HKF29WrVql36kK8SqjqvGPVUfoKwtJLXSFAYKKRwHRpiBtgs1q6k3jzzCNL7q4/Gyx5rv8TYn9Gfj+IVLRlrN4RVwQhLaLtNxCo9OuXbv+eXl5F5I9T6JqFnUS36fG6A9kQyg7lxrEkWRXk/9LErMzyO4kAXsY5WXrFUQBdUIPoXUloTFDR4KvBrOYSyTBiv2bNGmS2m+//XwfEJOenq5HYolmf51NBKgfEuqIimgVmgp0fPH7wEgNhCpeV4Pzze83I8QXLF4gngClW0CsJtWKVW5PWmQzCHwuG44JzPT5+f0smnW1BPy5+B74orQgCG0TEaxCg+natWt2QUHBISRQryWxOoVcs6iheZTsDIr30IUM0HlkwUKN4l5kv6eyE0m0ziJ7JCsr62TKCvQuGupMjMFVb3QoeGSVr8qSEE6oKcE//vijWrp0qRo5cqTujLtAA79jxw41depUtOwfhbwtBqtShNpsocpp85wQhFiBKMV5hCf/4l5V/E7g446v0HrAd1ZdXU1BUhJ9p9rgDuU2D2hLMNLX3OcPPo/NJShtC1LGz1zL+21Hc4PPxO8a34e0E4LQNhHBKsREhw4derRv3/5MEqqPkkDCa1M+pY7hVdSwHEDxDF2IsBs3rwYv3Aj1Ift5WlraK506dfqhR48eR8Lpxc0335xPHdJ9eboQC1YYv38VT8tNFDC6mpeXp3bbbTdPwYr9XbhwoVq0aNFsSsJaGu5dINylp8HngnRChIaAzjQM035XrlyJJ4frcws+ofVC3yEL1Rahue+dxDlrm5fftCBlvIxx5ZnmVUYQBKE5kNZcCEpax44dR5JI/TPZR9SQQww9Rw3WhdQp7AvBwaLDbsRcDRuneRm8fgb3XkKQ4am+JFo7U+fzxuzs7GfI/4uMjIx+uqDBmjVrRtLyXSDeWKiyaIWI7dmzZ7hkYvDBBx+owYMH62PEx80GgnXq1KnI/4SS7ptcmwH6fms3kLYlohq1i9jnSzS0xLJYriGfGyv8mQEO8S60xHECjXmcsC6MoGKWBR6oBMP0QZn+2/ppzPMkNqL/TcUK9tU0l8/PzNHPaI0v9rjyorHmoDk/SxCE+EIEq+BJ165dO5FIPZ4E6r0FBQXfk0idSo3FzZQ1jiwPnWTuKNuNiKthsdMQqZi2CwGWk5Oj0+h4YpRk27ZtEJ7DqeN5Ftn9lDeTyk7Kz8//v+HDhw/F8uQ/BKE5uspxbBdGIhMFHI9vvvlGHXDAAZ5X/XF8Id6/+EI/GPhD7RQCY5+fzUVLfW6sNGR7G3NZ7mTjoUoYVcVUeAjV1nY8BTdG26Ij4bDZVGQM14CiBueqaS6f7Tfjpg/Y/iDGuPLYzHyvuOlrKpp6/YIgxC8iWIV6dO7ceUinTp1+26FDh7dI/PxIrjeoY3gZ2V7INwWq3Xiwz/RzHMshjveDskhFiE4n7jctLi7WQhWC1bxnyPi8LLIxZP+qqqqaNmTIkP/NmjXrvPXr1+sRFYDlEIdow7oTaYQVIhSi1e91NnjYEu5xnTdvHp4MrJ+6FEfgC609Mfj7ZfA983ctCH7g3IEwxSwKCFXcrwrgExILqhN0pUDfeYtUDvh4u64C8DXU+IKLGdo+02+aXx7MLw+mlw+HzjzDHylulrd9qPFDYeymlw9jxgVBaFuIYG3j4LUzJFLHk93asWPH70jw4ZU3d1Ojcyw1Dp1MIYHGwm4wXD4T5EFIYQQVlpGRoYUlOpsQqLjXFCOjXNY2m/C2JJPwPXDNmjW9Zs+erR9GtGTJEj3SAsELQYfRVYjiROG9995TvXr10k89xgiyC0yp/u6775APsbo+5G1x6Gus/SKNaH34HBMEPyBKcVEKF6rkoUptAqoaQoTTzQY+0v5YnGdoY3DxEBdZozJq79DmYSbArlZSGy8psfPCtr1+Gm2nM03lSoz1uQz5JShHy2jTvlBeqfaF0jCktc8RR7laXzhulivV27GdwtisBH0EWh9/D/I7F4S2i/z62yCFhYX9SJCOJuF4ODUEB1Ij0AMNARoFr+mmdsMNTJ8ZxxVWdCIxxZfXC1EK49HQSLg+D9uGdUKM1ruKS6A8PhP3cCI89NBD1S9/+UtFIlznt2awbyNGjFBDhw5Vv/jFL/QDZVyQQK/54x//mPTVV19dRsn/hLwtA20z1y2pZDmU7kJh30ceeeSmrl27DoP4bteunf4+CwoK1Isvvqiuu+662u+Lv1dgfs92nEMvP4dmPnDl2fmcDpLnymdfpDxXvivOoSsOOG3m22E0+cBMB81nOB0p3xXnkOMsStHx37x5s65LcO4ALsdlXXG/PK+4mebQ9vvFvfI4tP2x5nFo+4PGg+ZxaMf98sy4ncZ32KNHD9WtW7fai5Z8MRMXJH744QfVv3//G8aOHfsKZa0i20LLVZDt0kg999yrTxx22KHnlJWVJOXmZKqM9DRVTfUm6k60JFVVeKcn2iC8+qxKx+FzgYuqixcvUvfcc8cus1mwnXjyfGGHjnr9AG1ReflOLRR3IbTLVCGScbyWXRxh6hdGTNem7KYQhxL7FoqEAoS6COKhJBevh53WhJetJZwIHb0wtWVCkdocxMOf6czjlD5e4YK15S2oTFZ2jj6mOL76PKmoUEsWzVd51F7gu0Eb0aVLF/0ucoTt27dX+fn5+iGL06ZNu+KUU06503WOCILQuvGqNoTEIotEwci0tLTDqCI/lBq6EdQgZOrGPGw2Lh8w/RxHowJDB5KFJDoeaNxh5jLIC/p5tg9pfEbv3r1rPwchx9kAOj0YYYXIO/jgg9WBBx6oO0etETz1F4L1hhtu0PuDK+I2mGq9adMmdd5555XRvv+EXC36hGD6rvBFwDBPkwVrPxKsN4pgrZ/nynfFOXTFAafNfDuMJh+Y6aD5DKcj5bviHOK3DbGKkVS8TxW/axavZjlX2oz75XnFzTSHtt8v7pXHoe2PNY9D2x80HjSPQzvul2fG7TTaBi/Bum7dOoXZMy7BSmENhfUah+YSrNuLt6vjjj9OxxcvXqzrXWxvJi0zeNBglZoWuohSi92s4RDU89XKuToi5VvofPpjlgv56pYNNaXhNP0J+SkdLlAb1vqMPPqH/zpOTvaHc3Qelwml9V8dIhZK8XLmMghDuRo6J2ro+18wZ7bKyMwIXZAiXwX99mfNmKHad+ygL0hDoIpgFYS2R6gFERKOyy+/vPv69esPXr169eEUHrJly5Z+6PR5jaACNEYuTL8ZR8cRhk4l/Fg3RlBhXusycZXxWg5+GBoxe4TVFK0cYruwHRB32G+Io0GDBumHFkHAUkcovOb45+GHH1ZXXnml+u9//6v3C2AfTdBgv/322+rGG2/8lpKjyFq0wabvChsI20WwFhUVDcNFBxas6HA8//zz6vrrr28WwcohMPNcflfcDs18YPtcoSsOvPK8fBwHnDbz7TCafGCmg+YznI6U74oDnBuoUzCjANP9+fdvl+Nl7bQZ98vziptpDm2/X9wrj0PbH2seh7Y/aDxoHod23C/PjNvpKATrq1ReC1aycrKWE6zbt6ujjz5an4+4kJieka42rF2vfv2bX6the+/t276a6I2nP3rrwgkdAPaHoV2ojehatS6rdv9CRn+pAPt0ebjwLxzq/2G/9oTT4VQorv+Hy9AfBNX10lYZ7Q7FzeX1f11eFwg1SDptlA3lapDMy2unJk2coKb+bxIJ1E66DKZgr1i2THUsLNSCFRc4RbAKQtsj1IIICcOkSZNOXbJkyaUrVqwYtW3btnaYPmcaGlp0CLiDgI6Di1BjEoLjKGuKQ4AGGuvSDZNRzlzexOUPWhZpCDYWrOa2sNk+xLEMthPiFfuOBzL17dtXi9eDDjpIP8gIZeOVE044QY+e/vOf/9RTIrE/5r4CarBr/v73vyd9/PHHt1PyCu1sQei7wgGFQbBmU7qIwr4kvmunBKOTEatgdeWzzxW68oGZ5/KbcTufQ1ee6fPKt+PAlRcpn+F0NPl2GE0+MNNB8xlXHhvOa/xeMaqKDivOefN3zctwaPujyfOKm2kObb9f3CuPQ9sfax6Htj9oPGgeh3bcL8+M22m0G35TgiFY+/Xrd+O4ceNepayVZHEiWI9R23dsV4sXLdIjrDvDz0ygnVKVVZVU6YX2syVxbkFwZ7A9iFgo8lrsEql0PLdtK8Yr61RWVugd6vj9L164SHXsTIKVvhsRrILQNpGHLiUQb7/99p4kUl/q2bPnYXvuuWc7jCJSg69HEwcMGKB23313tccee+gptR06dKgdwbCFoQk6FiiHByehcUanEcugEcHIJT8AiDshMFea8fNFU5aFGsM+szzHsX/IwxRhdI7Q4OHpohixxD2hZ555prr99tvVl19+qTtL8QRGl/Be1X322Ucfb3TscMw5hGE/N2zYUEONNRaZqBeMD8wTC3HqQ7rPNb9zUGg78MUljLDhoUo4v/kCjdD2oO9df/FUPyTB4EK6OfCuk2pUCrUnOC9hKFdJAhgX2zp26Kjb1pa29i5r77L2TisIYgX1rf0uVqDbWoS7WPuQFZDlhw1xlE9JwYXY0CwpbcnhWUX0LzlJuqyC0FaRX38C8f333+82b948NX/+fC1ounbtqgXqXnvtpcXqwIEDtXhFfNiwYdow0oURR7NTiBAiFQKVp+Bhei0LJMThgwg0hSN8bCZ+viB+02fm2WkT28fluBOCJxbj+OAKLZ74+Prrr6s//vGP6uyzz1bXXnstRqq1v6XB62wwKo7vDFf3TaHKcXxH9N0nb968GdPmvgwt2bLQsebeHh1yfdB9FSl/L0LbhOsSXKBZvny5Du36RWhbcB1OdcOuFXwz4GhWwqDtC434J1O7iTCb2hNcEM3NzW2zluMwL39OTp3lhg1xHMOszKza337oGIe+CNKwOPSCILRRpDeQQMyePTsFr3iZM2eOnk6Fe2wwhRT3CkKoQrxCpI4dO1ZPMz399NPVSSedpEaNGqWvDpujrRClLIgQwo8OBBoQ7kgwdhrA5yrn57fx85vY5TgNM7fXDGHYJ+wz7ouBcO3evbv2ffbZZ+rqq69W55xzjvr73/+u7w1duxavNm1+JkyYoEeFcdUc09PwXdhG21wzZcoUFMcf9yOEBSEOwe8QF1wwY2PVqlV6KiB+k7iAJrRduK6OVzAKyCOA2Nbs7KxdBJxYbJZB7TFGUvn4cl3A740VBKFtIoI1gSCxmgzBilFW2Ny5c/WrASBgMb0OVy/xtNnRo0fr+zchYDHCisf0434QGMQR7gXBfTxeoNGwGw72efltYi1rhl7i2c/nFYdQhWFUGccD06bxXtPvv/9e3XnnnernP/+5uuKKK9RLL72k3/naHKDj/tFHH6m9995bb5s5sgpDHGU2btxYg/evEvE0HdgXPu5C24U7orhPdcWKFfodkDyjQ2jboL5j6HzQiXDY4lMxcHry6B+mBiNEWwGxxe8bF4vN0EfJzMwgcRqaEhw6znXPbBAEoe0iNUACsXLlyhSIKQhVGE8P5pAfYIIRRTyACQ0CpgkffvjherT12GOP1aOtPIW4Z8+etQ/GYUFngkaEzcTPF8Tv8gHT75XHIG42cJxvGvtRjtMA+4kRZhwf3M8DUQ8Rj9cYPProo+o3v/mNfsfrE088oY9tUzFjxgy1YMECNXjwYN2ZN0dVWbhiG3/88cek9evX4+kgn4aWjC/o2OLgajOPcxCiLc/Euhxoa8s2N9hW1Cl4qBKm/27YsEH/5ljACgIItzkaOmdaQKh6/6ZCQio0CojzGYIVU13t0UKx6C0jwxphxT2sdIxxvOlUCH8DgiC0NUSwJhBUmSdDaOHeS4xYQKRidBXiFcKHhSts0aJFWrQWFRXpJ+ZCnOLBTGwQshiBhSEfo44QuuHP0aEJGm2708w+L79N0LJeaYS2+ETcNMaMm9h+7CuOKYB4x3HCva+4xw6jrf/3f/+nLr30UnXffffp0ViMeDYWb775pr7qjOnK6NyzUGWxihDb++2332KjZ5A1nXqOHfOA0ubu+n2CoL54BedJQ7a3rSyLDiiOFabY48Fn/ATghmyHkJjgPKH6PC4VCgtWGMCFzU4d4+OBS63Z0M/Ib9dO4dnO5jFOpvpB6ghBaNtIDZBAUGV/GlXqL7Kg5BDTXPFgJYwSYqor7mdFhxH5++23ny4DYYSrm/DhvleMxkLQ8jsQOcTrVSCIWUChEXE1JPzZNi5/0LJIY2SmT58+tZ/LDZqdhgHOs33s5zy/kONsnObpi7i3FMcKAhLiEu97xVN9hw8fro9rrOC7wdTss846S4+wcsfe3BbKr/rHP/6RsmLFiptokb+Glmx56LvikwJv0q/3HlZ+rY35HtbnnntO3XDDDfVeawNjOM5+O8/0BclnzDw73wzNfGDnAXwfjOk348CVZ+dz6MqLNp/hdDT5dhhNPuA0n6+oWzCiit8K6iUuy+XYTJ8Zt30c2v5o8rziZppD2+8X98rj0PbHmseh7Q8aD5rHoR33yzPjdhrth99rbXA7C7VV+j2slKVfa0PL4bH0Tf5aG1zQvfde92ttjjnmGF1vYcYNnp5fvK2YxFZ7XeeX03ltEtrjAKAg75G9kN081uZTxMxzfZi9bC1WhmPZWtcunx/KCblrqJzrg+uDEq5NCa8qTJKuEz7+6GNVUV2lcsNt586dZWrm9BmqqHs3vRK0G2hn5bU2gtC2iFzTCK0GqrzPpAb6OTTSJpxGJ4FfvA0BBD/uZdWPsScfX+VkIYGOA0QqxKspWtkg0tCAY5QE6zI77Cb29jAuv19ZGBo0fg8r9gfGnWGOu/xmnunjtF9Z02/6TD+2C4ISHRwcJxxf3I8D8Tpy5Eh9HyqObVAwCo77jc877zz9aiJ08O3PxTS0ZcuWVZPQw4EfS/aJXjgOoO8KdQsM8zwDCdYbb7yx9hjxcWU4zn47z/QFyWfMPDvfDM18YOcBfC+M6TfjwJVn53Poyos2n+F0NPl2GE0+wDHB7wJ1BIQqfhfmOexa1vaZcdvHoe2PJs8rbqY5tP1+ca88Dm1/rHkc2v6g8aB5HNpxvzwzbqf9BCtea4QHB7JgpfJ4AnqzvYfVW7AWk2A9joRqmhasoGu3rqp3z1763LYJbSS2Q0fCjtA2hWJ1f2rLGPkc8SpX+ze8nybYdx3qvyHg4pKh7HCK/aH/Rsj5doj/9I8T+FvPF3LURcPxcJnw/5CjliSdl5ebp4o3rVWlJSW67sDr3GZ8/z0d5276OxXBKghtk1ALIiQEVIGfRQ3DM2gc0CFwgQ4B8tAQIA7xh1EtVPgwCFcWr2gIIIrQmcCoKgtXW7zySCwad54S6/X53IiauHzA9iMNgYNtNkcbEZpxOzTz7fKusrGUM/3YRghYiEwcG3Rk0AmCSNt33331fcJobP2444471D//+U/1l7/8JeypGxmGAXxPmDb81ltvLaPkYLJinREH0HeFEwBmCta+JFhvKioqGoaRfhlhrYvb+Ry68qLNZzgdTb4dRpPPvwnUEZiZgboB3zewy5pp22fGbR+Htj+aPK+4mebQ9vvFvfI4tP2x5nFo+4PGg+ZxaMf98sy4nQ4iWAcOHHjD6NGjW0Sw3nffnbpNM9shzBA47rjjdBk8LyKNzucq2uY99txTdaQ2k9s/htusFLKdWFfYb0bq7YhO1PlwxHbN56Aux9jEMOQwfIgapev+hp3uuLFt4eMYguJ1CS7Kf4y8cLouSgFFQv/D1MUAHrC0ZeMGtWbNSn3vKs6TnWU71ffTpqkuXYv08RTBKghtk1ALIiQE1Nk/hzqJT5oNLEClb4MGF9N60ZhiujAqfFT8XPlDDLEPIgKjhVgPlkHnE0KMBSsMgpV9/L5Q4PpsYG8j4/KzDyG2F/fUsjhAyB1jDiPFvdLR+oOUg7CGeMV9sHyMkEZHDQ9TgnjF/thgOjCWOfXUU3UHzv4cWFZWVvVdd92VvHjx4udokbNCS8YH9F3xFw+Fkk1pLVgffvjhm3mEFeeXCNZQ3M7n0JUXbT7D6Wjy7TBIPo4DznvUFRhVxfmLNJ+/ZllX2vaZcdvHoe2PJs8rbqY5tP1+ca88Dm1/rHkc2v6g8aB5HNpxvzwzbqf9BCumBEOw9uvX78Zx48a9SvXHKlpmMxXBnNtqitdrKJpKsGJ0D/UwbzsLVlzIXbp0ae0FGMwg4GcdmCB/5fIVagPtz15DBuvfALbJJLRmYtdIo+O75gCZUW2ZR+H67vopfFsQqqnURuI44VU2O+l8ICGqOpM4hU8EqyC0Tep6WEKrhyrzZLsxBPC5/AAdBDTCeAciHszED2nCA5pg/GochLjqDbGFBw/hYUx77rmnfpowHtCEBzUhDj+msKIhQaMOXJ+PDgB3Akxc/oaU5ThCl6AwywLb5xX3wyyH/cZIK0I0rPwQK3SEJk6cqN/3+uc//1k988wzuoMGcKzRQGM6MTpv6MxhHTCOg5UrV9bgKavEB9rRCvA6D4MeW5tYlwMNWbaheB0HP1rDvkKYYt9QV+DcxAgVOu0teayF1gudN0l0PumTh8PmwvuUDc1QMg1tnf20Wzy/ABd+cZ/rju3FWlDh4vAu5dhy2NyvfGkMy/azbD/L1vuY6WFZyLcsMzOLPhNP/c2ithcXrEKWVM+S6xny8R5WHFO016nh44tjLghC20YEa2Kh3wuBDqOrQ2z6zXwWcuhc4so27s2BaGLhivspEcc7XiGqcGUZggujYRCreA0OhJgpXGGI4wo6T/10bRc6smwmXj57lIZDU4wy9vIgyPJIm8vaaeBVhn1mHoN9h9jElXh0VHB8MMqKiwBTpkxRt956q7ryyivVNddco/NxBRkXE3D1HkLVNGzvnDlzkileSquOu9fZ0P7zF027rb90NicoEioWHNcxDkosy/L2Nffngpb4TBB0WZTDbxyzK1A/4PYB+Fy/S0EIQkPO28Zh13ofwIXzOpJBaOGC4z6jRqlLL/sV1R/VznKtweiXrJKqslRVZRK1YbhoGrLqylSVVJ1V+1s3De0abofZunmTykzPUJkZESw9U6VTHbJmzZra2wd4Xbi7taXPBkEQWhbpTSQQ1KGu932yCAgqBNDowCCIMH0VIyQQrPaoK9IYdYWQRccUV15xXymEK0ZdIVzZWMjiyb64wozpVsC1Tfz5Juyz/boRc/iB6UfIZRnOZ2PMOLDzTGNfkHW70oBHTHHlG8dn6NChWqjitTmXXHKJFqyYio3PgGhF5wcXCrAMLVtN3wFW9B1Z6OkfrRycE3xshNYDOuboYGKWBl6nhfMaPvkuhViJl3PH3o5QGvV+/RFWL8Po6rr1a6mtXEC/kfD9rI5y8WwQq3kdMtXuh2xThxzTRx13yhHq+FOOVseefKja76gOqu+o7SozO0cfG3M5CNZt1I845dRT1fk/v0Cde955/nb+ueqXv7pMHbD//mrjho16eV4XjrkgCG0bEawJBFXsmD7lFKkuv8sH0PBwQw2RhFfg4J4ec9SV3+uKEVeMvOKdihg5xFRgjK5CvPIoqyle8UodCDIIM3yG3+fzNjAuv5m246aY5DwzzbjiXNbMAy6/ywdMv8tM0OFHRx8dHEy57t69u26w8V46jFIjjQdhwYeyS5YsqV64cCEWfVevoHVQu9P2/gPsl9B6wO8LnUlc3MKoKkKk4ReEhmC2C1RX6IcswZClnc2Eq56CKyWl/miin6WnpesLtfzbaHWmMlS7whpVsMdUVbTnctV7yCayzaonhZ33XED+6SorO53KWcvR/qampoXaLH0Pcei2Fj+rrqmufV4GHy9MFRYEQZCaIIEgwegcYbWBDw2CmedVFuVgaEzwwKBly5ZpoQqRCvGKUVYYTxeGiMIThdHo4F5W3IfJo67mfa5I40mxEGEQaZE+34R9Xn4T02fn2XBZs5zps/26MTV8wFXOhNNczpXP4hXHgx/kgVFsjLjimGE0m4RsMl6VQ8fyG10gjqF9wk7qHbX3V2idYKQI5yguVGFkFecpOpiC0JhQHagJJ5sdV/0MUPfjfG8LlpxarapL89SOpSPU3Fkb1edfTVZTvvpEfTn1C7XkxypVvnIEfVGpVK7+McH9p3iC8tKly1RZSYkq2bHD10p3lKhi6jssWbpU38eKY83rklZDEAQRrAkEtev6oUtsjOmDcaNr+hiXD2AZGMQU7ktZvXq1Fqc8XRiiFUIWcQhX+FEGy2B0EKIVo64sXHnEFQIWwraoqEg/2AHgM7w+34Wdx0LS9LmW5TKusqYYNUOznInt9ypn4rcM4mYaxwSiAMcFYoGOWzIe1nTVVVc9+txzzz37wgsvnPXee+91DRdvcWg7eePNnaRd8j6GMsIa//DvAk8Kx6gq7rHG+ej1nQpCrITbAPyhaAg4mhPzvK6Lh9qHtmJp6Slq28YStXzqbmrFV/3Usq92I+utllO44qvd1fJvC9XO0h16JNVcrrq6Su3Wp4+aPnuueu3tCerd9z/2tXc++Ei9+Opbav3Gbapbt1BTxuuig6+PuyAIbRcRrIlFvSEOtO+uNt7l9/PZfjTcMNxPiXtY+SFNEKk84sqjsBCveF8dXnGBp+RCrGLUFWLVnC4M4YoQrzvBkxXRCfb7bO48mKFu2MKY5bgM4HJ2nuln7HzGjJtweTvf9tlxuzzjtQyOCe5pxTElkdeDjtVPyZ7Ztm3bzJdffvl14uKJEyfu+q6c5oc3GiGbE9d3zXgdnyA0ZNm2RKTjhHz8JvGbx73tuBiFCwwY/RCExsarLmhucN6bvw1sV1pa6FVwmPWSld12LC2jWqVlKpWemVRraRl0PDKSVHYOngxcvzyeEpxL/r69uqkOBbmqQ/sIRmUKO+Wr3j2L9BTq2uNLof4OpCoXhDaNVAEJBAm931LFfnc4uQuo9NHgopOJBgFP9NTTbYwGmQnqA9y5QD7Wi6cCQ3RCoPL7XPmdrpgCDB/KofOL97ZC9Jrvc+U4piBjBAflePQN04cxIovPYmOhidCMe5UxfZHSdjxSebucGXK8MfyufAgKNO4IidLCwsLPp0+f/vqll156b/jY7UXf99bS0tKVSDcldE7gZIFB0eRQGu9h7ffII4/cyO9h5adH47x49tln1T/+8Q99vy7OJ94vwCFgv5kPzHTQfIbTkfLtOHDlmWkObR9gfzT5gOPR5DNmOmg+6gj8/vj9y1yHcL5dPlLajLvSts+M2z4ObX80eV5xM82h7feLe+VxaPtjzePQ9geNB83j0I775ZlxO42Hx3m9hxWvRcLFzv79+98wduzYV6j8asreQlZOxvez1tIU72H9z3/uolSNKinBg9hDo32lpSXqoIMOUZVVVWr1ypUxX7Cp3XiO4NDU2yOwiyOOCH2XtZjbH87iEtod7iPULUbnQDjmAucHFsEpg/Z/MX0f3Xp01+eHvIdVENomMsKaQFDjrL9P3UiHzcT0oUEAkcqafpcPYF28PrwaB50NjLpixBWG0VZz1BWGe2ExSoiHCmF0lV+NYz+kCWlMKUYjhc4BpsWi0YLQ4c+FsXjzg/PN5cy0C7sch+bncRnTbD9j+oL6TWHqB08ZRvnVq1dn/fvf9xx63XXX3pOenvoH6oQ9Qf7pdOxmUvxlsgsyMzN7hxdtLvSJY58/AD58r5H2UWg+8F3gd4ZbADD9F6+8ArF20gXBD1fbgrqMaMFKoX69m5mRqWbPmatWr9+ialIzVVVyeq1VJ2eo6pSwUR7ytaXBspSqtWyVnB62jBwyM06WmaNSYBm5FOZpS82Ctau1tGzT8mvD9Jw6SzPMldY+vaxpdeut+8zQ5/O2YLuwjdpc2x/eN1qJ3t8k7LNOU5gaMhyX2mOlj19G6DgmpalKsvKaFApTqVyW3pbCLkXOdkMQhLaD9A4TiPz8/D9Q43p7OFkPbnRR6aMTSmJFj16awoux00w0fu58oHOLz4LgxJVQvhoK41FYvM+VBSkEL0ZXMZrDI60wjLxidAeGK654yjCWxboZbIcp7sy06UfcTkfKc/nNPJffzPMKOW76o8lDiOOGV+OkpKTqCwMTJrynpvxvsirbWa7S0jDy6n6VEKV3kH1B0XfIPigvL5+tMxoBWi+fFBjuzaY0Rlj7PvTQQzd369ZNj7DiHOAR1meeeUb97W9/06/3YeEKAxwC9pv5wEwHzWc4HSnfjgNXnpnm0PYB9keTDzgeTT5jpv3ycU7he4BIxe+PfWZ5jkebNuOutO0z47aPQ9sfTZ5X3ExzaPv94l55HNr+WPM4tP1B40HzOLTjfnlm3E7bI6yon3DO8fvAMcLar1+/G8eNG/cq5a2iZTbT4hVk1RSvV5k11Qgr6liM+NoX0xBLSq7bL/2P0jpPl6P6GaH+jz/6byhPJ0PL4D+2keOhZevnmz44ECAP+xXKqvPVUhs1fLWED50ZhI8TUhTVS/GxC/nCMfgQ1//r+3g7a6rJT9GQXxfQcZ0XDvHdaH943WY+LPQKoBT6HqntonUlJSXX5skIqyC0TWSENbGoN8Jqwj7bj0bG9nuVdfmAy4/1orGHH/da4mXg5kOaeNQVcbzTFaOuuC8O4LU3GHXFg5r43laMtLIPr31BB4KfUIoODoQPjMHncwNqhiz6OG3mcRxw2svPeMUBp/38Zp5dzsSVBx+exoxpwDNmzFA33niD+vOf/0999NFH+rjjPisWqy5o+Rw6FoeRoYH/Pj09/Quyf9BxHEXZjTWMtusJ44Hr3BKaF5xT+B3hYhZmSeDCEYQq/2YEoSmx6zlK41Vt2slh8xESYTj3uW7iNF61AhFVa1Za/16oLOKhkDY9bNoXUmGh0Iq78tmn10Mhtobjpq8GcWM5gHy2EOE8StfWuLX5oVD77fJh432yfaFDRGnse9in10mmX00Tjut02Bcqs6uhzsErcUKvtAn1UQRBaNugNhASB7QetaCSZ3OB11Lg6jEaD0wnxRRdu6xrefYFKQt040SG9fPTRSFYzenCMH5IE65u4/5ajMDiva2YLmy+GgdThQcPHqzvZcU9rRDD/B5IdBTQ4ebPNC0SKKM7I+GyZqg7IGH81uWVB78rz/Zz3Ks8ji8ac1xlxlMZP//8c3X11Vera665Rk2dOlUfDz3aSo29/VV4rROQP432cT8Kr6H1f5WRkfE92W1k4yg79PjmKKD11H46bTPibJ7gIoTQcuC84gtBeLAS6gfzIpAgNCV23eRVVzU32A7XtjT29pnr47jXZ3htj+nVaauc7bPzbTjfbz275IVDP1zrM0Eaba6rPyEIQttEBGsCQZV7Cip4NhPTZzYOEKx4ENJ+++2n7yeFcDUfcsQEWS/jVRafC8NnQJBidJRHWXnUFYY4hCvCtWvX6k4zpo7xq3Ew0sojrhCuELAQcBDDGBXasGGD/mx+zL752QzHEZoileHytp8x/a6ynDbXbaZ5u4BdjrH92B+IeHw3H3zwgZ5Ce8cdd+hjlZ2dpadJY1owH3cshmVd63X5geEbTPZHso9IBP9A9gjZCZTugMzGhs8X1zbFKw3Z1njaT5xjEKt4fzJ+P5h2j7R5jgpCS0O/mfoNSjPh+h14/X5dfva58uw20g+/dZvA5/KbmGXMsn4+YMaDEml5l8/VHgqC0LaRHkliUe/7ZBFgYvvQMEAA4R6QESNGqFGjRukpt2gsIFwhLm381uvlN8G6uTHCZ+B+JYyqeglXGEZQMfUX97tCrJqvxuE0DPe04CEx6HhDEGOUyBSujLkNAHFuJF15ZggQN9dplnE1tnYaePnYGNxTBaGK/XrllVfUlVf+RT3yyCNq2bKlJFJzVB4JVUyj4uPsWofLB/x87KdwN7Kfk70O8Urb8zwd07Moy3u+8a5gZbUfxOs2cZ0rQXCtKyixLtsSnwkasr2uZXExCPcPrlixQhviMqoqxAtUH+gnAsPYFQ6bDVy88frdefkjYS4XKW5/hsvv5fMyhuOmzwtXGdtntkGxgmXt9loQBEFqhcQi2dXpt31oEMyGBYIVI54w3PeIUcv9999fT8eF2INQREfWxvVZwOVnn+3H58MgjDHCg6mILFYR8nRhTB/Gva7w4TU4eNhS79699YgrjKcLYxQW24+H+mCbIXRhuI8WHXHsDz6PP9slLr1wlec0mwvbb6a94oAfVoUR46eeekqPqL744ot6BAz3rubm5lGp0P1GWNZeHnj5bD/7vPwM7W8RBWfQOfMMhYhHghavXYGO1iXr47o4IjQNOG/REce5hItFmE4vo6pCPIG2gs5HCqxGo5kx6yxX3eVVn7nwKhvNOmxc22bH2RgzzrDPDm2i9TOufC+f1EOCINhIrZBY1D4oB2283c7bPghVNA4IMdKJe0wh7PDAFXReIQAPOOAAPXKJ+yJRBiOWXuv18tu4/NgObrwwTRlTgfGQJghXvtd1wYIFOuRX4/CIEEZVMdpqvhoH4ZAhQ/R9rhCpuC8PHXM88RT7ZgpXL3ibzG0DdtoLvzLmOsxyiOOiAab3Qrw//PDD6qqr/q7effddffwhYLOzc8Kld/0Mc70M+4KUBS4/dyDw/YdH3jdRcqd2OqDv11wB4jrt+jzGda4IjQ/Of/xucH7hN4QLBfAJQjyB+gBtUygaQmc0I/hI1FmxCCi/us4P13LRrIvLIrSXM9NmuYbSGOtgcKwbc32CICQGIlgTCOp46ntYTZBmM+E0GgYWrCxaEUK4YsQTnVmMVuIe17333ls/Qh6iBeXCnYl6eH2Wn98G2wTD5+C+VLyzFUKVnzCMEVdOY7owhCxGiDDq2Ldv39rpwhh1Ne9zRT7eEYvlEQIIV7Mzwp8NM3H5GNPP5Uxjv6sh5jQEAy4K4Im/2K97771XXXfddeqzzz7TeZiyjTxgHzPzcxj2eflN/Mo6hKpOE3jFhKdgDVN/hbum6+E6F4TGAccW3yXOJfymcPEGv2/MOjDPf0GIBzzaBd/6oylp6G+kBTd9FxprW4KsJ9rPQnm5eCYIggvpqSQWuqZHY89m4vKhgYAIMcUqQjZMB0bHFn6MZI4cOVLf51pUFHqRN/wQrva6OW36gMvv8gFsGzoK8OP+TdyT6vdqHPj51Tjdu3evHXWFcIVBuELM4uFSELhYHiNMEGN4ui43lNzI8uebaVcccNrM55DjgNPsw/ohpCEcvvvuO3XbbbfpBykhjpFW3LuakRF61ywfH3sdTCS/SaSy3EHjc8IxJRwjrOWhaONgf/9C44HzC98lLv7gd4TfrHQMhVYCVUlWRdWMmPVhvNZRLXh4GhWzvRUEQTARwZpY6HtYTZC2fWgQ2IcGAp1XCFMIE5excMVUYYy8YrRv+PDhetQV95FiHSjnEq7A5QN+ZW0/thmGz8E9rEuWLKk3XZhHXXm6MB66BJGLEWGIVfPpwohDvOLhUlgfRDDKY98w4hr0oTPYHrOBNUOOAzsNIBYwvRf7OXnyZPWvf/1LPfjgg3o/2rXLUx1ou7Et5rFwrYd9Xn6TSGXNPP7OIVTt7yIMRlh3vbHZH1qV+/sFrhF7E3u7E5nG2lecnzDcB41RVfyGcX63pWMptA486gU6VeudrM1+4mKbzHo+Flz1XWPS1Ot3EeQzo90uqZcEQfBCBGtioZUWGgm7oXD5uHGAUGBxCoNY8TLk4+FM6PjioUAQfrjPFWIQT7NFPkZs/bbBy2/j8mObYdhmbAPuTYXI41FXFq6IY7ow4pj+ixFUfkgTHsyE7TXvc0WHBCIYy2P0FZ16CEYbfDbK2rgaWpcP64RQhRh8//331c0336yeeeYZPepVUJCvXzGEV9NUh/eb99eEfV5+E5cP2H6OY7QZ9xAjdH0nBmvJKkJRT3gFCLX5rdMvz7UPQYl1WfsYRUNLbC8wl+VRVTx0DOcXjq+MqgrxDJ+/CMOmHXTuJsF0ZgvAF36iwa8+88O1XDTr4rIIzeU4beabYVBc5aNdB2Muh69a6idBELwQwZpAUOVf7/tEY2A3JJzmDgEaYXRqWaSwKHUZ5yGEYUQS4g7rwROFIVyHDh2qHxiEfBY9XtsRxAe8/OG+jBZ//Gocc7owC1eMuPKrcbD9mBKMUVe+1xXiFcIVQhbTcDFNGOvBOnF8IMTthhR+/nwOAeJ2GmAdmPqLhz699tpr6pZbblFvvPGGFt0YBcbUX/vVNCb2ehmX389n+3k/+PtE6DrWDnATsOeQKK2TV0Kr0ytkc4JtQLGAny34gO8U5ytmImD2AC4wyaiqEO/Y5yenqU6IixPXS0xFU2d5lW1IvcfLmuuw4/b67TRgnx0GJVL5SPmotwRBELyQGiKx0A9dshsG28figOMQlujcQkxB/LEghZmClcWqncYyuM8V00d79OihX4mzzz77qE6dOmlfEOFq+l0+4OXHPsDwWdgH+9U4MB6FhXhFHK/zgDjdbbfdap8ubN7nive9QrBC6GJ9GDXGiDI6/vz53KFiXGk8KAkPU1qzZo169tln1a233qo++ugjvb6OHTro0VaUwzpdy3v5GlrWFKqYOo3QPq4RWBUOG41IU4KFyJijqph9AGTUQhAajnmRkrHrzKB1qFkuUtxep5cf2Mt7GcNx0+eFq4zt4+MTZH02IlgFQfBDaojEorZnigaDjTHTHKKBYcMoK54gagpXHnVlY5Fqpk3hihFDhBCreEDTvvvuq7p166Y/D+V4G9hM/HxBymIf0OjBj9FCiER+SBPMni4MHzr1EEpdu3bVohWjrPywJoy64uFNGKFCeawL+2YLV8DHEGAbIIZRDqO+TzzxhLrrrrvU1KlTVUZGuj42GIWmBZz7wOth2BfE7/IB9nGnAN8XhCp/JzHQIMFqbx+IcTsEAt8rj6rKvapCIkHnsK4YwmGLVRJcd0ZbTzVWvea3HjMP8UifaZaxlzVDYMYZl8+LIOvCsZW6ShAEP0SwJhAkvHZ5rQ2Az+U3QWPBjQaEKzq+GIWE8INohbEwZZHqlWbhCqGHabB4Hc6BBx5Ye68oyvFommvbvLY3mrLYDxi2h1+NA6HKo64sXiFaWYxilBgPlMJ2YpQV4hWGac7wYVQU5fFEYoh63BeLqb74HGwD9g1CFEJh1qxZ+h2qeJDSzJkz9Uhq586dVVZWti5rjibytpqwz8tv4+WzjYUqvqMGjmjiHtZA0Odi47SFom68vkvBHx5VxT3YmM6OYyijqkJrJ1wf6AqB6o0WrxhQd/HvKrxtOh4UV3mzPjTzOW6HjOl3xQGnXcZ4xRn22SFw+YCddmGWwTHgiwGCIAheSC2RWOjvE40Bmwn70ECYedxocohGGXGIGog9GEQOj7aaApVFKpudxnIQr3jYEEYtDzroIC0CMfqIspjGC/y218tv4lWWG0OIMwhoPHwG722F8DTFK4+6IsTILJbB6CqLVoy6Yrow4rjnlPcLghWv+MErf/DZX3/9tbr//vv1g5QgIFAWeSiHbUAZbBObicsHgpZln+nnNL477D8uRjRQqAI8bCnoCKu5kbQpu263iV+eUB+co/it4gnAOKdlVFVIJMJ1OQVWpd5C4HcVVFj5bXKk3Qm6rFc5+E0z4bSd54qbPhOXHz673nGt04R9WE7qLEEQIiGCNbHwfK2Nyw+4oXA1GGic4WfhilFXc8TVFKm22X4IJTygCWC0EiOueDUOHjaEslgf8NteL1+QsoD3EduDTj5eZQOBCvFqjrryq3EgOLHduJ8Vr8OBYMUU5yOPPFIdc8wx+j5dCFKMtn777bfqvvvu0w9UwlOJ8bRfPNwJQt0WqiZ+voaUxXcHw3GFkMH3hhHiRmILGV5r4wntLzaIN4rj9TfSwN7+aGnI8i2xLJZryLI4r/Dd4hyVe1WFRIfqE0042SLg4/Ebc4lW5PHmmZtp+1x5+D375XuFwPSx2dh5Zhnb71WGQzvf9Lnwy2OCXgQQBKFtIzVFYqF7rNyI2I0Fp80G0uw4c9z2sfhxjbjCWKCaZvs4DQGIqbdYDve24l2uo0aN0tNlMdqKMrxtXvsQ1O/yAd4/fB62BdMoIVbNUVdzujB8EKUYKcV9rZjiDOGKqcJYD8Tqd999p9/rin3BaCzuYYVAdI1m8ufDGJcPuPwuH0Aa3xNCHEcIVXxPjShUmQ1km0LRxgXHy94voQ58vxhFxW+Qp7HLqKqQaFh1tk7QOR71SY71pJLIxMPvcJGH14swhX5LmZn1/ZHA7w9l0Y6hPYSZ8ZDtVGXU3iGOds9lyK9NlxsXeHU85DfbTa+wooLa13C8nOJoV3U8bBW6TKid1nHDQssjDyHHOR2Kc5m6sqH8ytp4hY6jLdU+KmeGptWuIxzCV01tU1VVaNlaqzRMpyv1cRcEoW0jtUACQQ3pLvewBm2IXXD/gEN7qjBGXDHNFI0PGiM0orbBz2amsQ4e+cNoJB7QhNfiQPQBlGWxh31w7YfXvnmVtf3YF943dDowMooH1kCgwnjEFSGmCWOfsa/YXgChunbtWnXIIYeoCy+8UI+84t5XjMbiNT+YUox7eLmT49ou/nwTc7tM/MqyUMX2sVBFQ99EYDpwzCrYdRyEyECY4jvFqCruycbvAz5BSHCoanNUfgFAm7Vl61Zdn69bt7729wL/9pIdasGCeWrNujWBf0f4zeGp7wP6D9Azhfr26aP69UXYV9f3uAjbrVtX1a2oqPZWkc6dw1bYWc+6wUP3OnXsqDp27ERtSUfVoX1H1Z7C9tSutG/fQeUXtCcrUO3y87Xl5bXTlpubpy0nJ1dbVnYOCXEyCjNJkEN8Z5BlZmRqyyBLJ0tLzyBLD4chS0WYBkunfad0KuVTPGScl6HSOQwvl55O64Rh3ZQOfQZ9Lj4nHE8jS8eFAPgpRDw9M5u2MYfS2SqDQsQzs3N1mJ5O+bwcWU5uvsrObkf7laeyc9tp32Zqe5NjOwUEQUgQpAZIINLT058i4fIzFgSuNh4+TGOFsIGo4SmrgJcLEsJ4OTx8CI047ktFRyCooZNgpnGfJ9aF7UKHHCOfEJJczsRr31xEU5b3DZ+H/YHgRCcE04EhRHv16qXTM2bMUFOmTFEnnnii7oBgezHNGA+qgmH6Mwwjs0gjhLiHWAd+n2/j8tng+8SxQtgMPE12TijqhrYZOwjDF5dN6S4U9nv44Ydv6tq16zAcRzzgCt8tzke88ufSSy/Vo9f8XfMxQmgeL05Hk2+HXnEOTT/wyrPL2PnATAfNZxDHxQgcJ5xDq1ev1t8x0lzWXMYVj7e0GXelbZ8Zt30c2v5o8rziZppD2+8X98rj0PbHmseh7Q8aD5rHoR33yzPjdhoXX/AaNNSnfHENbQrqMX6lGInCG8eNG/cq1R+raBnchoAKrpri9SrF55579YnDDjv0nLKykqTcHBJr6dSuUb2Zk5ur7n/scfWH31+uTj/7LPXQnXeptes2qBwSeW+8+6765e9/ow4/fLz67333q00bt2DjdDuEC5f/+c+d9NsLXaRl0DbR9tS+r5un5pfuKCGB2kUlmSOBtIX1a+6QI+QL/w0XoFantjMGH9xIw19b/RvtgI7SIdCesLsuHnYQoUXq0iC8VNidVC/NJUNh+C87w3A6tJz5PAxjWwmz3dJldZMQ9iEZihEcS9KzgTZvXK8Fu/YkJ6mdpWVq1vTvVdfu3fT5gQcYhi4EdNYh2g+0JWiHp02bdsUpp5xyJ31nDX5QgyAI8UVdTSy0ekjsPUed2zPNhgKYDS7iLFgxuomOL8rzMmbo8pkhGg8uh/VAtEJwIg5DRxviA3GEMPbZftOwDn4oEx6ShHdKYuoj8rCMiblvJi5/NGUB7xtE6+67764FK15/g4Zx8uTJesrwaaedpo8nGlF0YtDxglDFaCwLVwgNhCxcEccIMxpnfLbf59uwj5eDAOb7ipuRG8n+Foq6oe3kncIXxoK170MPPXQzdVA9BeuwYcNqv2M+LvYx4nQ0+XboFefQ9AOvPLuMnQ/MdNB8BscC5wlG8nFO8e8HcFlzGVc83tJm3JW2fWbc9nFo+6PJ84qbaQ5tv1/cK49D2x9rHoe2P2g8aB6Hdtwvz4zb6SCCtX///jeNGTPmVcrCjdpbaDlc8YtKsN77yKPqd5f9Rv30/HPVo3f/u1awvv7OO+qS31ymjjjicPXUAw8GEqwlEKyHHqqWk1hdtHChLrt2zRp18UUXqdFjx6qaatqsuuK7Eq6/zY3X8fAfjtfm15YPOdkfLhnKDvu5bXCF4aheDnFeHoHON/N0FuKIJOnjGEqHy4YK6DR2V+dxfsgRTsMR8sODLP6sWj/9oV4EPPqwZeXkqndfe1nN+PZLVdChgy6DKc+Y/dSD2gxMIRbBKghtE7+qVWhlpKWlvUQV9amIm42sCfyY0srTctH5rWuAwo1MGDNtl4GxgMRVZnSkuQw+A34YygQ1szzWx8IVHXY0WBCuGMUE+Ex7H/322SaasuhEYTtw3NAw4tU1mA6MY4gRVjw4CoZ8GAQu1oOr8RCpEBosVE3hCkMZFpte28THFXAZvuDAI7bNzK/I7g9FvaHtxsZimno2hSxYb3EJ1ueee05dcsklIliNfBwHXKjBRRt8z0h7lbV9Zjze0mbclbZ9Ztz2cWj7o8nziptpDm2/X9wrj0PbH2seh7Y/aDxoHod23C/PjNvpSIIVD77r169fgwXrfY8+pn7729+rs8/9mXrYGmG9+He/UUcdPl498Z/gI6yHkmDlh/ahHSorLVMjRgxXlbTtVeH9aDC1H0mR2j2tt8v12CUnssNnbUQUmZziTfZc1MwwCptuHPstW7eppYsWqsysTH3sUfetWrFCde3eXUZYBaENI/ewJhBmIw6RYwodwGlugO0QmHFgprE8hCQaFYymwhA3xSpAXE+Too4HzHU/q8u4HJeFoEaHHWncD4QHNO2///56lBMNF/z255ppxuWPpiz2D58F4YBO1NSpU3WHCkIaD77BPa780CZ+SBMENgQ37snF63xgPEo7cOBAHYf17dtXN7x4KAjAfvE28HbgO8A2wNCxwzGB2MUxaiFWh8NGxz72Nvb5GZRYlwMN+cxYlsUFG4Cn/6JTjN8Si3hBaAs05PfaHHB9nJIKQUsV4urV+h5L/s032Gr/4ViwUTtgW3LIUrTR9rCl2Oa4QOxntF/eFroYzZYWNju9i6XVWTqltVE8w7DUlCRVUVaqkmmbcWEY25mchG5qfJ8PgiA0PSJYEwhq0P5CHf5/k+0Iu5zix8RMc9z0YTmkcSUZU15hEKlomDif1+0CAssUrRChHHeZLWA55Ac04WoqHtCE97lC7AGeXsvwNtnb5eeLVBbHQHdQqAFl8Jn8kCbXq3EgXjEqjO3H1V+IVQhXPEUYopUNaTykCSMNGJ3FsdYNNX0ewGezUMXoLNbXwgR9B6tN7YllnmMm9vfQluDfGUZx8F5VXPQwzwNBaCtYda9OhMO4qCDwuwxZ6NaXvHbt9H2XGOlrSuMHMdVaO9PatRrD8XIZ9iOL+hj4/jt3LtRlRasKggCkJ5RAkJBZVFFR8TuyEVTh309WGs7SoBHgjgCHjCkgkIc0GmSIU4z+IUSa83l5czkTzscy6ISjUeepXrgfD51xpE2ByuLUz/DgIgg3TNHFa2VGjx6tRSC2D8KVp5Yx5rYy7Avid/kwCgqwb/g8jHYuX768dpSVhSunf/jhBx3H1GAcy912201v85577qkFK4+64r202B9MOcOTh/EAIghdCBgsi/2LA3AxZGMoGgw6R3CS6BPF63xp6+D3AcPTqDFqj+8avxtBaKuE610N1Rv1K+sWJXTxkg11WjbV6xgR5JlHYrEZLthmZmbQEcYtEWmqa9duoTZDmg1BaPOIYE1M5pFo/RVV9PuQuHqU2vt6c0dZNKCxBZwGEGF87yiMO820jnqizcRcHiCN5SAiEYfIhKjD/Uq//e1v1VNPPaVOP/10LcQwlYrvxTSFqS1kzXzEsQzuB8U+QOyxwEODx2VMvLbfz2/DPlOwYv/4OGKbWHBAqMJ4xBWjsBhxxcgrpnpidBbTnDEtGK/Cwftbx44dq8aPH6+OPfZYLVzxmgSMaPOFgjgBYjV0I3EwzJODDhd1RazzxSZSfqKB2Qo4XzFaj2nnfE65zkFBaGPgR9DoPwT8vtLRtsX4G8PyqJe5DcCFyDwSrBCtYg0zvCIHT1tGO9uhQ3uVS0KWH+YkCELbRQRrAkOd4NmVlZUXUXQkVf5PktWbS8odYjS4LFQhNO3pvsj3ExFchteB5TF6ive0oiHHg4kgUvEamFtuuUWdfPLJ6uGHH1YffPCBOuOMM/RoEkQcC1cYi1NTpLrSWAYjrhCAvXv3VgcffLDad9999fvucO8fypgdf94nG5effbafpx/booKPE7YNU3fxqhsWq+aoK0QrRl0x7RNiHlOB8bAhjLDiPl0IVYh5NNg4nnEGBOv2UNQbOi71hKphvtjHOpHB+YPfCn4nOC8w7R1pv9+aILQVjLogieKacLpB4HdXQu3TitWrSRhFfzEQP0+sQ4tWsqSkZN3OuUYMxaKzXD3CmqnvzwXojxR27kxtbiM9zEoQhFaLCNY2AAm3GSRczyOhdQAJoGnc7kNgokFgkcodZa9+gdmR5jJotLE8hBUEIqauIsTDke666y79+penn35anXLKKfrqqcmIESPUo48+qj766CN1zjnnaKGHESaINcRNY5HqSiMOgQzhihAPMcLnH3jggfqhRxB+EMUIGWw/m0kkP8cBjoerLPwwfB4EKUaRIU4hXGEsXBGHqIVgwdRiPGEYyy1ZskSLFxieRol1xBG4fzXoExidyss+Xo2JeY42J9F+Ln57uPCBe5xxDuBcgU8QhF3qCEwJ1oTTDSIzI0PNXTBf3fbAfSotKzPsjQ78Vtnw0CN9j6m+B1OsIZaf3y70lH39MKnQQwY7duyosrJC97UKgtB2EcHaBiCxOGj8+PFXHnTQQbf16dOnL64G83Rfsw8QpD+AMmhIIHAhUtHRxtRciEXci/m3v/1Nffjhh2rChAnqF7/4hRaMkRgyZIh68MEH1aRJk9TPf/5z3UhhxJWFKwSpbSxWbUMehB5EHhrAffbZR0+vxbahcwHhyiOkDItOu0F0+TnNx4Hz2M9pho8ptgviE2IUQhXThTF1GFOIcU8vQryI/r333tOvzOHpwxA0ptCOAyBYY+050OGpO14u4A9yHjY2DfnMaJZFWfx2cI7iogUu8CCNc0kQhBDGbwqRJqkQYq3EaOP07xWGNgV11mKq1yupXUHbVVlhGXyNbHh9TmCrclmV0/Ce06it2suqPa3Gw7C9ixYu0MeVyS/IV8N/MkJfCBcEoe3SJA2B0PJcd911/TZv3nw0iclTqHN8IFX2qRCAMIxCwjCdFkIKDZXZ6XaJCeTD0EijwYEgxHJ4gNBhhx2mTjjhBC0MIYIbCgTdAw88oF588UU9+ogrrBDYfEU7WsO9tFge+4yHI0EEQjAgz2t7zeNhgmUg0LHveGKxn8Dy8uP44Thim/CkYzwlGNOZ4fv000/1PmM7IWRRNs64muzaUNQbOi6885hfnk1pfg/rza73sD7//PPq4osv1g+jwtQw7DcfP4RmnEM7zmngymdcea589kXK88q3/Th3AL5XGHd4zbKuuMtnxl0+Mx5vaTPuSts+M277OLT90eR5xc00h7bfL+6Vx6HtjzWPQ9sfNB40j0M77pdnxu00hJffe1hx0a5fv343jhs37lWqP3ChrFHew1pcvEPNmP2jOuOSn1M7tkMdetCBUb2HFc8ZwPaiHUEeZvSkp6VTm1AZfgVL/fYzkDCmQlyuhmO1C+JCaDiqCZcwfPDYzXaoTMhZm0URs33fpQzydQqEEqG0+Zn4LBwTzgn9CZfQCXNb+PPq+UIL1APHcieJUv2AR0Xiv6JcX3RGW7t0yVI9jRsLwSfvYRWEtkddTSy0el544YXuJCSPDIvU0SRSsyEsIc5YpHoZrl6iYTEbZ4A0OtYAAhcjlGgYMN0W03whVjGVtSlAp+H+++/XYgYdGDRMeAgRd/Rtg/jhOMqYaRhGhCESsa8Y0cQ7LjHChX20R5tNTD/ieIAU1oeG02z8gyxvgs4ZtrGgoEA3vBDCGHXF94FGOk65gOy/oag3dFx4p6HScijdmUII1lv8BCuenIyp44kmWHF+4beDCxH4TfL5Zpd1xV0+M+7ymfF4S5txV9r2mXHbx6HtjybPK26mObT9fnGvPA5tf6x5HNr+oPGgeRzacb88M26ngwjW/v373zRmzJhXKWslWdwIVmwnBCu3LXh2Aqaywm+C9gH5yWSuEcLa5iMcqRV9FNTtYChhpmvjhj8Uhhw6Hg7NNgqfwyn4Q1mmT/8NxznUQV1ZDhEgVlvOCo0/cIW8BOLkCKVrvRq8Jqh462a1cO5sncZyZXQ+fD9tmurZu5c+viJYBaFtUlcTC62Wd95555SePXv+dO7cuYdSw1+ADjHEDwSmKUptQwfaTJujrSxS4UMjjWnEuOf0pJNOUkcffXTtO1CbA9zjh4c04cFNuB+UhSt3FiKZLVyRxv6g0cQ0XQhXHs2EkOB9t8FxgUHkolNjCysTlw/YfmwDrwNCOI6FKnMk2fuhqD+0b9jZFAqzKeQRVl/BitFmvqrOxwqhGefQjnMauPIZV54rn32R8rzyYTiXYBg1x/3Z+K6xz7yMWdZMm3GXz4y7fGY83tJm3JW2fWbc9nFo+6PJ84qbaQ5tv1/cK49D2x9rHoe2P2g8aB6Hdtwvz4zbaT/Bino5PMIal4IVPrRL+C2jDsc2Y9ttcC/m9m24YFymOhV2CnuDU/fJYeo5QgkciF3K8dGplxFy0tHXoRNHVn2XfwGfNXtgL1Gjj3k6fQcATwtmwdq5SxEdaxGsgtBWkRunEoAbb7zxhI8++uiU7t27F2A6JUQXxBSu+LKhkrcNlTxGRzHCBwHHwg4NL8QT7kvt06ePuuKKK/QTffFwpF//+tfNKlYBxM11112nnzL817/+VU8Zxf2e2D7XPawun2kQ6jzqjEYOT+bFa3EwvRm47nMF6JjAjxDHCSH7Oc64fMD2o+ODdXmJ5DgDnYDVoWjT4DpmrRX+LeG+ZYzGYN/gEwTBG1MgmpA/DiqH0CbwhSgYftNob9GemoY2tkvnLmrrlq1q2jdfq07U1rI/qOXZlmdaqG3PR/tuWV5+2NqZlk/l81UuLbur5YUsd1fL0eYop+O5+qJATk7Isi3DMvhc219nOfWN1oX1cpuIpzCnpKBtxDmROG2DIAjRI4I1ASAh99fLL7988t///nc9qgqRCRFqCtXaxo0aTLzyBUINwhbCFNNjMQKEkUMYlv3Zz36m7yH93//+p66//no1cuTI8Ke1HHjdy9VXX62F6z/+8Q+9nZhiidFkU6yyMLUFK6dNH4QrDB0OjCDjXagY5cP0YQhXXPlnEYWOFF9FdwlMFqMox3HGjANXvusKfZyxmWx9KBoTtT1Rr05pIoB9w8UfzHTA/dj4bfEUYEEQ/OG6ketE+t3gKcFcWdavSBsZrBx1e0Z66NVuNlxlQ1DZxgLWNFwUHTNurPq/K69UyVQneC3bEMN0Y9tSkl0WEn9uo3wfQ91VXZGqKnbWqJ1l1HaWo/0sV5XlyaqmErOSQhdeTUMdiGnQa6l/UVleoSoiGZUtKylTa1ev0ceO16NHuem4Se0pCG0bEayJwQqy0R9//PEfL7744i2vvvqqFqUQeHzlF1Nnunbtqu/hxBN4v/76azV16lQ97QqiDw0Dpjrhab0QhA899JCe+ovy8UZRUZGCOMd23nDDDfqhTBhxhfi2BakpVE2f6YdhqheELxrZQYMGaeG6995769FcLmuKSjTgZsfK9EEAQ+xiOcR5eqtZluE0j9zGORCsW0LRwNCua6WmLRT1JsgxiLQOL7BcUy/LHVVMXcdTgHHeQKwKghA99JujKqFhFaNePGD9ClFXvKNEzVmwlFL4zYf89amb6u9nLNowvRltLAQZ0q6y8WzY36zcLNV1jwq1x/Auap9R+6p9Ru6nRowcofoNy1Wd+1Wp9PRsfazM5dLS09SG9Rv0cy7O/tnZ6qyzfupvP/2puvDCC/UFYxwzPlb4TgRBEKQmSBzQGt9BAmnU3Xff/dof/vAHPRUR03chWHG/zdtvv62effZZ9e6776oZM2ZokYbXvtx00036lTKvvfaaOu+887TYbQ1glPhPf/qT+uKLL9S//vUvLcohxl3C1ZXmuOnDCDWEKwQkjt2YMWPUvvvuqz8LHQ7k454ZNKZmBwhxLINjinuy8PAgNLx4rQ98yGNQlo3he7jiHEwHLgtF/aF9M7t6iOt0JOFnHpPWBs4JfI945y7OQ+64CYIQPeG6IPQnDOIxkZykaqox+yWc9iA1JVlt27ZDzfxxYbieci+ghVR4BDCSoV5AiAtXdl5rsOSadNW+a7XqO+Zbte9RSh1+Ui91xMl91GEndlf7HF6sdjvoe5WVl05HylouObTPuO2oho5lVXV1REtJTVFdiorwhdceN4wYC4IgSG8q8ZhPdvL06dPP/P3vf7/1rrvuUrfeeqsiEavvQ8XID95JivtSIVzxGhXEd99999DSrRBMDaZ9VV9++aW6/fbb9YM8IBgwvdklVF1i1c7DCCmEK+IQoAcddJAWrrjfFa/v4anCbOjcYPoXPruIyqdQPIXWUUgiGiPdELooY/e5eFlT0MYxEKzRdBrt3l6E7mLrBN8fOle4UIIpwLi3WqYAC0LjQr+nqH9QpVTvHnf4ePXxBxPUn377G/ptbseKwrm7gsoN01vT09O8ayvy88WotmApqbTLlXmqdH1XNWfBDPXZ9CfVZ98/pj6f8bxatGS5qtjcW6UmpZO4rL9cGtWJ5RUVul5MJyGKiwFBbOPG9SRS649EC4IgSE2QYPTq1asvCaTfUXh+fn5+BkZNv/nmGz1qev755+unseK+1FtuuUW/miaRwD26v/nNb/RU4XvuuUffy4sns9rCleO2mcIVob6nhkQnBAhGSXEMMXKKBhh5JhCwuO8V05Mri4vVtpEjVfHQoTrevkMHLWhYlLLIZRBvJYIV70JsMLZob81gBAD9aExJx5NFcR7guxYEIXbsOiIWsQrwe+xM9fYB++6nduvZSwuomFZkgOXNkcREt9T0ZLVtQ7la/eU+avnnQ9XiKf3VIrLFUwaoFV/so1Z9vYd+km9qWv2n8ddUV6sedMy/+HqaemfCh2rCxE987f0PP1Evv/62Wrh0lerWvbs+1ryu0Nff0G9OEITWjAjWBKBHjx4dyM4iofomCZ+ZJLLuWrdu3ZHU6GfiPtRHH31Ui9THH39cnXjiifq+1kQG953+4he/0MIV9+RiRBnCFQ+/MYWpyzjfDDmOh+hAvGLkFZidKtzbilG1ZGpYk6j8optvVqsuu0yl0DK4QowG136oEpZnayWCFfdKNwTa1dAx47A1g+8bFzTmzZunH1yGjpWMBghCw0F9GdaoFIQiYaJSLVgU9S7q8ErUsfVWFRuYopqRmUmWEaNh2dZjeINAenoqHcOdqrKiUlVVVNcaHpZUWVmuMjLSVSaVM/czDRdwOxSo3r16qBQ9ao13oXtbWhod1/Q01a9vb5WTRZ+dET5WFOqvreFfnSAIrRipAlopo0ePTl28ePEYEjpnUPKYioqKrhBU6DTvtddeWpgee+yxavDgwaEF2jAYDX3ppZfUvffeq0eb8SApTCPme2S8DPkQIGYcjfePP/6opxxDsDAQnCiHqdXVJGJ2DBmiUkjcZi9frnaSOIOoMR9gZfbBIN4watsKRNxZZM+Fov7QvvAOYrgxm9J4D2ufSO9hxcUFpHE8+Rgh9IpzaPqBmfbK59CVZ/rsfJwH2G6M3ONhKthWpM3lzGVc8UhpM+7ymXGXz4zHW9qMu9K2z4zbPg5tfzR5XnEzzaHt94t75XFo+2PN49D2B40HzePQjvvlmXE7jdFPr/ewrl+/Xj8QsH///jeNHTv2Fao/MLsj6vewgvIKPJuglD4YU05TydLU9B9mO9/DigcFrd+4Vb3y5ntq8dypKpmWMcGtHfqWEBLAy5ev0KOKsRA6ErHT3C0FtjfWz9Ttmv4uguw1lbPOlZ3Unv7www+qG50rOD/w1gN5D6sgtD1kOKCV0b1792E9e/a8bsGCBd+Xl5dP3Lp160XUce6Kyhod/jfffFOPpv7lL38RsRoGwvKss85SkydPVk8++aR++u/atWt1p4hHVr3MHGFFiBE11/2oECzwYwQ2NTdX5U2bprKXLlWpOTn6s1CWG2GANC+PRthcVxwTeISV9pV3iHZN75znDprHhXH5gtKUy+KiBMB7VTEFGN8dvntBEBoX/i1S9RHzDxrv9nztnffUyP0PVDfcfrvKJ7HTkLo2MzND/Th3vlq8cp0qrUhSxaVVUdvWkgq1eXt5yHZQ3LAtHFIZxLeUVIaN46E8rGMrpevC4LYtbHbc20LbgnBbaaVzn/xse1m12r6zhgxhJKNyVN5cvrQySRW079ha2khBEJoIEaytgK5du/bq0aPHr0msfkYd5O+Ki4v/vmHDhkG4Z/L4449XTzzxhJ7+igcs4am20oF2A7Fx5pln6gdNPfPMM/rdsqZwZXFqilTT4IMoRdzoTNUapi7hycybNmxQVVlZqjw5WS1ZvFiPxGFk1kuYtpLpwBjZ2BCKNh62QGzJTkkksYoLH/j+8WCldevW6d+ZTAEWhPgFv+kdpaVq7ao1asu2bQ3+veLJt9u3bVUlxZtVZcV2VbkzFitWJds3qW1b1qltm9fqsBi2db227Vs3hGwbQqTrfDu2bTRsgyrZtom2ZaNhSJPR+mvjlu1ASPmlKBM2xNnM9fFnoUx56TbHvjStVdCxqq4sVbl5OS3aNgiC0PJIbytO6dixYx4J1FNJqL5Eje7M0tLSezZu3HgwiabkUaNGqTvuuEOPGEJ4nXbaaXqKqxAMdGJOPfVU9fHHH6uXX35ZP3wK732DeMUIqilQbYNgQWiDxpSnDmPkDdOGYbhvFmLVbGwRZwOtRLDiHaxrQ9GmI5JobAl4WjjOD0ztxpRFczq4IAhNB9UJuqIMh1GrFi1SM9J13WzWw7FTo8p3luqpqjt3Rm+471PXcrQtFdSW7KT6hA0PLyorLdFPN4aF0iHbWUZpy4eyu6a5XMh2lmHZ+lZ/mfpWtx2ltJ9lqqqyUj9ACWG5bhvd+9UkhmNMZt4iIghC20QEa3yRTAL1EBKq92ZmZs6qqKh4adOmTadu3bq1Hd4J+uc//1m/mub9999Xv/rVr/BE4PBiQqwcd9xx+njiacpjx47VAhOjZ6ZwNQUsBCtGStF42sITIYQNHvqEECOuEKucZ5ZlkG4lgnU92bZQNGZqexzoRLo6IPbxaWnQycX3jYsQmAYM8N0KgtC0hOtLDYvWxgD1Du6Z3VGyowEiqGHiCZ+LGVJoH/TFL0rzDBwYw+mQKX1frulDGsuxmXm1ZXzynBb+bNRz2DaYzCQRBKGlkVooDiDhuVe3bt2uIqH6LTWknxYXF19GwqkXHiZwwQUXqFdeeUXfl/rPf/5TjRgxIryU0JgceeSR6p133tH3AB9++OH6IUg84mqOsGJ0jRt/E27sOY87Qn5lmVYiWDG6GsuG0qHQB0Obl1CNN7CN6KjRb7F2pBzitTVsuyAkAuE6En8oGgKOhlJeUamKOheqI0aPVZXl9V9P1tygPtRPwyVD/QKwmy6ByT6EtpllzLRprvIuP7aJhapcnBMEIV4QwdpCkEjt2qNHj4vIJlZUVEwnIXTthg0b9kYDAcH0yCOP6PtS8WTbI444Ql+NFZqe8ePHq9dff12L16OOOko/RAliBWIVo6wQsAw3+DZePtuPNHcSWgHLyQJvKO2TqexYsGrBF++iDx02GJ4EjftV8b2j8yYIQvPQlHUi6vLePXupM088WVWV7wx7mx/sI+8nxCqeIg/hyiIRbQMuZpqC0jZehyvPy7g8rxtp1Mn4XPQzYCJUBUGIN0SwNiNdunTJ6dat27Hdu3d/urKychaJn4dJDB1GYeqwYcPULbfcoh8IhFewnH322biPNbyk0Nzg4VWvvvqq+uqrr3Qc717lacE23GkwYZ+XH6CTwJ2IVsDKcBgNtjJtNKXaENHrtyyEKV6DNH/+fLVixQotXKXzJggtD/1uG6X+wFpCU4JLQolmxtUuMCxcYaiLUP+gLLcTtkUStC7jZXA4eTTVS6j6basgCEJzIoK1GSCBuh8J1TupMZpOjcVbW7ZsOZsEUIcePXqoyy+/XE2YMEFNmjRJ/e53v1P9+vULLyW0NHgQEx7MhHtaceUbDTcae+BqyNkXxM9pdBxaCbEIVhvcixaOuoVjI/VJYwKdRTzRec6cOfoCBTpyLbk9gtCWsOtIA/oZJsYP0bV/vN/m/vNoJ4+6sngFZlkWoLZwtX28XqwD9ZwpUpF2rdvE5RMEQWhORLA2EbgvlexPJFanUvILahB+Tw1HP7wkHe8EfeGFF/SU3xtuuEHhqb9C/LB69Wp17bXXqgMOOED94Q9/0A/c4alaaPxNom3gbT8L4FZA4HewOsAOazOPn+v4tAT4XtEfxkOVMLKK0Rd04gRBaBnwewxrVFuotkrh6moPTJ8Z2iIT9RMEJtogU8CijoIhH4LTNPg4H2VNgcrLohzgz0TInwnMOOPyCYIgNAciWJuI9evXv0GNwC3UKIxEJQ9hgifM/uxnP1MPPfSQOuaYY1R2dna4tBAPLF++XF199dX6NTe4kLB582bVuXNn3cij84TvkQUX4nbj7efz8vP6WgHrwmE0mDuNuB5hNTqjLQ46b3iQFkZV16xZU68jJwhCy0L1hIbqSm1hd6vCrvsB+xDa5uenQ6HrJ1uIsoi1jUUri1rA6zNFaiQzcfkEQRCaGumZNRHUCX4AHWDc98gjOHiEPUbu/vSnP+lRHCE+wMjaX//6V3XIIYeom2++WT8ZtrCwsFaooqHHw5bw8KUgjTf7gpRtJSOseJ3NmlA0GOhjhqO0y9ZOW+AYNzf4TtGhw3RvPAV4x44dOi0IQsuAesCsCzhO1UerFKrArvqQ9jIWkAiDmrm8Dfu5nLmMHdrGcNz0MS6fIAhCUyGCtem4nUTplevXr6/Zvn27Fq0wiNY777xTv/8TI3pCy4Gpvrh4AKF6++23a9HiEqoQNbiflR+4ZDfqgH1B/JzmzkIrYAvZ5lC08bA7qMBONwUYccCxX7hwoT4H2CcIQtsA9Qwerqa2bVbFVO8nJTd+vWPX7Zzm+t9lqJdsMWmGHPcq68pz5UcyLu/aXhM7LQiC0FSIYG1abqYK/fjNmzevxfRSANHapUsX/TTgww47TH300UfaLzQfeFXJH//4R3XwwQeru+++W08JhVDFCBuLKPhYqKJjk5ubq/Ly8uo10K4GHHg14rYfaXQMWgGYDrw9FG0YfHzZIhGkjAuv5fAd41VFs2fP1t8tf+eCIMQXqB/pt4nbCGoN7lBuwyjbWab69O6tLvrlZeq4I45QZaU7acWNVw+46noO7TjMS1Cy35XPcNyV74qbxn6vkOPAzmfstCAIQlMggrXpeZvsoO3bt3+ODjIaHnSQO3TooNauXatOPvlkdc8994RKCk0KRMpvf/tb/Zqa++67T0/LdgnV9evX6+m/yIdQbd++vR4Z5wbc1WB7+fzKthKxCjAdOOZeCR1X9AS1YdQ6lAxhxm388qIFn4uLRXhVDe5XxVR9GVUVhPgmLNRirnu8KC0tUwP7D1A3XnO9OvvUM1Rx8Q6qb8KZDcTcXLO+5zgM+8Ui1Axd8VjM/Dwz7mWuz7KX47QZMnZaEAShsRHB2jwsIDuMOsmPYtQOnWV0oCGG8NS/K664Ql100UX63kmh8Zk5c6b65S9/qcaOHasfeIXGGe+4hWCBKILhgVj4bmyhiu8HcAeC4UbcbKhdPuDlN9cX52wki7VHooVqKBoSrDAvGlOkMrgggencGFmXd6sKQusgXF+G/oRBvDFAPYOZM5s2bVbbt+/wrZOiwWsT4XcZtyu2zy/tMhvT51UGmHl2OdPvFzJ2WhAEoTERwdp8lJJdVFVV9Zv169dXYFoiGk10pjt16qSefPJJdfTRR+vRH6Fx+P777/WFgEMPPVQ9/vjj+nizUEUHBWnctwqhivdv4gFI5ogqQCPMIsrsOJj4+fzKYn2tALx/9ZlQNDi0j6ZQBXZaYx8fPtaNAf++cBECo+t4typfpBAEIX6x6oX6lUScYtdlSMOCCE6U8SoXBFc528dpOwSmD2a3dRw302bI2GlBEITGQgRr83Mv2RHUeV4GkQQgnvD6lGnTpun7Wl955RXtF2Ljm2++URdeeKE+ls8884w+vhCq/OArFqqYko17iyFUcX8qpmmzUHWJSfhY7JiNN+PyAa+yrs+IM/5D9hOyiTrViJii0Y67jmG08AjqkiVL9LtV8R3LFGBBaL1Q3RC3V5pc9bsd2uYlUNkYM+6F69DY9SqnTb9r3fZnszEct0PGTguCIDQGIlhbhklkB5WUlHyE0T1MTYKoKigo0PdQnnfeefr1N0J0fPnll+qcc85Rhx9+uHr++ef16BpEKAtVgCc2s1BFwwqhCjGLqb9Ie4lI5LkaYvabeS4fMH0I41iwTiY7iOwysrVwNBL6Pawmdroxpubhe8cFCbyuZvXq1bUj6oIgtC7Cv1uqJqyKIo5w1fN2aBrqfRarpmjlsgz7/XYdeWY+p22fF2ae+dnA3ibeHo67QsZOC4IgNBTpxbUceKfNkSRW74FoxT2UaJwxwodpqdddd5065ZRT9AOABH/+97//qTPOOENPqcboNF6ijmm95ogq7g82hWq7du1qR1SRhtkNPQMfl7HNxM9n+hHnjkqcsZrsl2SjyabA0UB4BxGyOY8x45fnwiyP3w/E6apVq/QUYPymIF4FQWhd4HcNo3qSgqQkqiv5hx5dBdHMcJ2O0GWmQIXZZU34GJiwz2Wo/+y07bPNxE57YW+nuR8mdloQBKEhiGBtWSrJfksV+883btxYtmXLFt1ooNONKcLvvPOOGj9+vB45FHZl0qRJ6tRTT1XHHnuseuutt3YRqmgwIVTXrFmj+NiyUPUbUXU13F4CEz7b7/IB0+/Kb2EeIsP03wfIGnPjzHXRbruPTSyY3xN+M/xgJUwDRh6PqguC0Dqh33GtWOUwnjDrMo4jjNYigfqM6zuOmwZhaufZadMPvPwmvG12CMxtd+UDOy0IghArIljjg8fIxpG4ms+vvkEDhIcxLVq0SAsyPDRICPHhhx/q0efjjz9evffeeyo7O7tWqOK4oZHEQ61MoZqfnx/xHlUTuwHn8lg3m4mfz/aDSJ/fjHxONpbsUjKMsDYKdPxqd5r2H3GdjtQx4o5XULA+88FKuC8caa/PEQQh/sHvN95/w656HT7bUNezmX4u7wUfA9PMEVMz7sqz803zy4MxZpwxt9+FX54gCEKsiGCNH74gO7CsrOxtTAPmV99gRBCNBl7L8vvf/16PIrVV3n//fXXcccepE088Ucdx/ynu++XGGR0CHlHFE2HhY6Fqj6i6GmIbs/HGQ3vshtjVcLt8wPbzdrQg68h+S4Z7VT+Bo7ng4+r6DuBzHT8XPIq+cOFC/WAlvI5IpgALQuvGVS8A8qNiCFY5NDF2HcVphKZxPW/72eeC60Yv4/bOTJt+O22Ws32RzA9zP8z9AnbcTAshevfunXnj7Vf3v+Wua4+++z+3Xfbw4/f88/FnHvzbsy/892dPPPfEQDpmkTspgtCGEMEaX+CG1eOo430TRlohvtC4YKorRNd9992nR1uXLl0aKt1GwHTfI488Uo+qYhowRDyEKI4NRAs6BTyiCqEKH4RspIcpBWmUAcrYHQ8TP19QfzOD4fqRZPeQNeeG6IPtOuZBvgcGZSFM8Z3/8MMP+t5kebCSICQGZh1Jhge1aQtnxx3YTmC2Mbz9AH6Oe4E6zctYYNpCE2nTbJ9djtNBjLeJQ47b2PsVaT/bOrfedevgZ1984jcvvPLUKzff8c+Zu/Xq9V1R505vtcvPvCcnN+vqvNzs63PbZT/ZtUvB15MmT3j/nfffPOrqq6+Whk0QCPkhxCd/pYr/zC1btmzjV99AhHXp0kVNmTJFv67lgw8+0P5E5rXXXtNP/D3zzDP1fkOk2kIVAhVPgoV4gYiBUI10j6qNX4PMuBpmNsblA7bfVaaZ+JrscLILyZbB0QzQodUHVx9gfG+u483Hw/bbYHl8/8uXL9dPAS4rK5NRVUFIUOi3TlVDy1SWXrg2h30IXWbmMVwPcp2HkIWlK/QyMx/xSOVdxsuZy3PcxuUzMffXxE63FW6757aB77z31l8/nfzh1FH77D194MD+/+7Zs9vJHdq375+ZlZlH7Rf64UlV1VXhixvVdICT2rVrlze+qKjw3cOPHvufxx9/PDO0NkFou4hgjV9eIDtkx44dMzBFGNMd0VDgXk2Mvp522mnqzjvvDJVMIFBhv/zyy2rs2LHq7LPP1g+cggjlqdFoSG2hChE7YMAA1a9fP10WYAov8Gp0XXiV444GN+I2nG/i8gH2u/KaEFz1+APZgWSN/k5VF7R/5oFCXJt9/JA2fa7jyz4IU7z2CfeqLlu2rLazJQhC4oE6ki84UlyjEy2MWUdhkyIZl/OC60BeL8e5veEwko/jrrTtt82VZ26L7Xfh2ke//U503nz33UOnTf/u5SMPO3z6sL2H3FDUtWhkVlZWMl6tV7x9hyovr1A11XVvJwiLVR1WVFaozZu3qDJq77p07nzp0OF7vrps2eehB3AIQhtFenvxzXSyQ8rLy1/Eq28wmoSGJScnR48g/vnPf1bnnnuuFm2tHQhyvDt1zJgx+l2q3333nRbnuE8VlTlG1tD4YV9ZqBYVFamDDz5YHXjggapHjx76dUA4NjBMETUby0iNLWOXqWtIIq8LZewGmn2mnzthzcSTZHj6L65uVMDRjNgHKeIXgPPbPob47vF94nvHFGAeTQ/yfQqCIDQmXD+Z9RTX8ZHMhNsR07yEpek3QztuGy/P5so3Q46bftsYM25j7yvjOg6Jxutvvz12wcKF7x+438gPBvTvd0puTk7m1i1bVcmOHbrtT06i48yGY6yPM9o94+Fcus8REq4YsOjUqeNRGzanPTxp0qTU8McIQptDBGv8s5XsDKrErsLIKjrrqOTQYS8sLFQvvPCCOuKII9SMGTNCpVsZeIjUk08+qUaPHq0uuOACNX36dD2lF+ITDSL2FRU4RlTxfk3sf58+ffQIM+5pxcgqnhIMg7jFSCwbngiMdZgNpF8jy6CMWY6Xt5flcrbfq1FmnyuvCZhGdiTZeWRL4IgX7OPlB85zPIAMr6tZvHixPnYQr4IgJC52HUl1hiacbDHs7UI6krngXeHQSxzCb+Zx3Az5NguzXCRzrcfMdxljpk0/MPeX417HING47rbbes6ZN+eJw8aO/bBf376H024nY5QUs7308U0O3c5iGoRqclKKStFxHFdcoMX7xEMXaREmJyfpp98XFnY4u7Co4zl0PKXfLrRJ5MRvPVxPdgIJt/UQrmgEUOFBtM6aNUuLVojX1gKmdj766KPqkEMOUZdccokeOTOFKhphjLpu3rxZP1QHQnXkyJHqD3/4g7rsssvUsGHD9CgzDELVNFO0YrQVosfEbHD9QBkcY55eDHhZe3mXH98RG2Onm4AtZH8m24/sfTjiAN7haq99h988fjjuaLAxs2DmzJm6wUbaPL6CICQmRl1AQb0ffVxUAFyPuepzrzoO8H7BQoLFLRoRZzPTrjz22Xl+5lqPmbZ95mfAeF+CEs0xao1MmDDhrJ+ffdbXA/sPPJdEZnJx8Ta9j/r4kSgNCVMcu9AFBjxIMycHF9lzqc+TrdPoZxQX76A2b4NavmK1WrZspVq5ai31gbaqiooKvZ6C/HY30sd1CH2qILQt4qLyF6JiD7InqPM+CgIPFR1GIDFdGCLw8ssvV9dee62uKOORkpIS9fTTT6uHH35Yjwrz6CjgRhGjrrjPA2XDDdvXlDf4+OOPzzr11FP1/uKJwNhf3m8vQz7WgzhG6rCs2dB6NZzYDpTFslgOjQxwlfdah8uPz0bDhHU3Ac+T/Z1soU61ILTvfJAxHJpN6S4U9nn22WdvKSoqGta9e3d9cQIiFOcxLl7gQsSgQYP0sUcDjadh4/gHgc8djrP5pc24l89Mm3H7s8y4aabfjEdKm3HTgGs/Oc8Vb4q0bXa+X9qMu9K2z4xj300fh2xm2oz75bnisX6OGffK4xAW6Twy02bcTHNo+u3t94sHzePQjnPadV76pXFBsmfPngp1AeIA9SLqakyDxL3q/fv3v2ns2LGvUP2xirK30HJ4r1s1hfUq1+eee/WJww479JyyspKk3JxMlZGehqtjKofqmPsefUz99je/U2efd456+M671FoSBJWVVVQP71oHp6WlqvUbt6pX3nxPLZ47VYsEYNflSLNhm11xmAvefzaXj83O4zRj+8y8INjbyOmgIWOm7W1wbS+IdlsBPgcXovEAys6dO+sQtw7hORZ4K8DMmTOvOPHEE++kdTfXfTdJX3z1xR3Dhg75TWpqWkrJjhLqK4QurO4sL6O+zE5VXlFO211Fvhrdt9mydYtaTf2XJUuXqSVLlmlxun79RrVt23Z9XyvOTe4fYD0Ycc2j83i33XqpIw4/VPXv1++kjz746M1rrrmmWe8tEoSWJvoaQ4gHcsjupcrsfFTWGEVEBQchhNHXo48+Wj344IP6Hs94ASOkLFTREbGFKgwixRKqH5Hh3st3yPAaltuokTrkrLPO0qOtW7Zs0SOwtmiNJGLxOfg8E25w0elCHOvYsWOHPqahqTn174kFdhq4fMD0c+esEcF8cAjVt3QqTqB9xkFOoRBfNARrXwjWrl27DuvWrVutYEUHBK8u+te//qUfnIVjjw4rzgPk83flFQLE7TTjVZ5B3CsPuPJd5dnPae7AAzNulnGFscZBkDxXvpfPjnMa2Pkc2nEzbYdB4hy64oDTZj6HQXzA9tt5HEbKY8y0HQLOh6Fu4LiZx3E75Djw87vy7LgdchyYaVcZMw6iyQNos1h0uAQrngJO9cFNY8aMeZWyVpLFJFj/TW3h5b/6lTr1vPPVU/c/oNasxUMMoxOsgOtwDk1xasZNs+HjYJqXn83Mt+PAK87YPnu7zDTHow398Ns+1/b6gc/zEqydOnXCOfN/xxxzzB203uYQcxnfTfvumSFDBp1UXLw9GedAKonV5OQUfYE7NZXOHdq9bdu2kjhdqr6fMUN9/c13avaP8+j83kCLJ9G+5NJ2dyAroP1op/Lysmlf2qmc7ByVkYEHAyfR72GnWrd2g/px7gI1h2zD+g23rFm2+G+UWTf1SxDaANHVFkK88XuyW/Py8lJRYQNUmpg+iY7/Aw88oA466CDtbykgKp944gn12GOPqTlz5mhxjXtLAXfizRHVMB+S3UH2nk7VgfP1d2T/2G+//dqffvrpupHClGGISz+hynn4DIT2aKstVMMdKPz5d0ZGxoFUbl+vxtnl9yvbiIIVT9u6lew2sjI44gnaVxzciIIV3wGOP9+Lpac/UdoWeUEIWg64yrLP/v5MP+Icmj47Hs/4baO979HAx4axP4fzXP4gPhexbC9vp2tZ08efH6mcie2PJs1xl8/Gbz2tCXO7USejfsaFV1zYbKhgRZ2yfOVKNXvuPNW5sLMaQO1iaUkZ1TGVMY+wIs7GQpVD00z4PEIY1MzyrrgrBGY8EuZ2ctwv9MoDZtzGtZ3JVB4puKglVjUBthuf4SVYkf7yyy+vp+/8n9Q3aGoxl/zFV5+/MmL48OO3bNlMJ0mo/UqBWA23aQsWLFQff/Kp+uiTT9T8+Qv0w5V69+qhBg/aQ+215wDVo0dXlZebpSqrK9X24mK1kfptm7dspb5JBZ2fdG7S4cxIz1C5eXl46JIqov3LyMhSM2fN/rZrYdcDjz766J3hbRGENkHkGkKIdw4l+y+Jqh6YWolKE5V6MVWAiN90003q0ksvDZVsRjZu3Kj++9//qscff1zNmzdP31uK+00BhAgqdIhGbCc6KGHwctnbw6Ef/cluys7OPhVThPEKHIhedHKwLjY/AcuGjgbAtkCoYj1h3iS7luxb2u6vKBwFJ+NqnL0abNOPeCMJ1pfIriKbq1NxCO0r6pd6gvW5557TgpVsF8FqdmbqdWwgXlOSVHUa+eh/TTl1bzy6I+ZyfniVC7q8EAyv30Q84No208fnQqRyJpHK2vlB80xcfq+yLUWs28OC1Rxh5SnB9H1spiKooEnbBBOsWF96ejpZBtXvJWpb8XY9uorNy8oMXTjV9w5u366/710FKy5s6GIa3i9ToHKcQ8Ahg3VHa/ZyZprjjMsH7DSwt821zYibfruMywfMuE3tNpJRba/KUjNUGUYkaZmcygqVVlOhqhzba4L1ewlWxD/++OPHqV25uKkF6wcfTbjvwP33/8WWLVuT09PSVWZWFvU3QrcOFeQXqEmffqbOueAiVVjYSR2w/75qzCEHqqFD9qJtzdcPkFy8ZIn64ce5as6ceWrp0pXUd9mkSml5nEN8sRYPWwI4X3lWWK9e3dXBBx5Q3W/AbkN+dvrPfiSf9wEXhATDv3YQWgu9yR6nynIsRCuEISo+iC9UjhdeeKG64447akc2mxI8JAdCFSOqeKorRAk+Fw0NKmEAcYgRVXRMwuDhQBCq0b4j9EyyG3ffffc+P/3pT/WoMjo6mH4cSayiAcB2QOTytOIwn5HdQKZFMzWOHajscoriPky4avFqnP38+F7QQWoAP5Bh+u/rOhXH0P6ifjEFa7/nn3/+ZtzDyiOsaODREJsdq3pxsuqMZFW8hb6fWTvo3E5T2Xvlq5qCZFW9PfRuYhM7DeCzvxOvckLi4/f7NHGdNyDo8sD02fl+eSCoD3j5WxuoH1E/8z2sVKffCMFK34W+h5UsKsGK44KCGE3FqCo6/5iyuYgEw78feIB85Wq3Prup317yC7WzrHwXwUo1U+15wMeY4yxQOWTjMgDLwsx4tGYuy3EObR8w45Hg7QT2tiOMNm6GNnp78W3UJKt1uXlqRV612pZdoVKqklSn7RmqV3GFaldRiuHz8BK7gnW7BCv73nvvvXfWrl174jXXXNNo05hsnn/1+dPGHHzws7QrqZgxhnN1ztyFap8Rw/WUYDxXZM3adWr5ihVarKalpqj5C+ar/035Qn02eYqaNXuO2kL9MvTTMHLarVtnVVRUqDp2aKey6dzNyQ49SBK3TGWkZ9L5mkp9uUrqq2xWs36Yq6Z8PhUP2jy3eOP6Z2hzmmPqsyDEBcFrNiHewaNw7yL7VUFBgRYDqNzRmEKU4V2luH+0f38MTjY+mJb7yCOPaLG6bNmy2hFVbIMpVDGiaohDTPmFUMW9qrHSiewaagx/dcwxxygYRu3QiGD6rylckYZQxQgntnfhwoX62IQbWLzzFk/gexEJg3QS3BdT+Df6jK4oGy5fD5cP2H6I1RgFK+ZL/4sM0393wBHv0L6jfjEfutTvhRdeuAmC1R5hNTHTNelJauPCbSp3SpnKTk1Tm99appLz0lX7KwYoNThLVZfU9Uvs9TDw29+Dq6zX8kJiEPQ36kU0y9s+v7Rfnnnu2uWAy9eaMQUrnhxP7dUNJFjNKcF4l3SDBCumWX79/ffq2LN+qipLy9SIEXurN599XpXsKHUKVkavyzJsLwxwCJDH9QlC07g9RMhlOG6mGbOcGXIc2Glgp02wfQzHbZ/pd6VdcYDjgM/mtEkK+TZntVNzCqvVqt7bVEUnOmZUheesSFN9VhWoPTaVqbTqcs/pwVinn2B95513PqFzZ3xTCdZb//OfzkeM3v/r3QcO6Llq1Zqkt9/9QD3w0KOqa1GRevbJx0LtGf2DkF29Zq16/a231HsT3ifBupDOrXQ1oH9fNXzvwWrPPQeo7t2KVF67bFVVXUn9om1q48ZNar2+gL5VlZXignql3l/MEGiX145EbRfVu1dPvd+rV615Pqkm9Rz6bTSZMBeEeMO7RhNaKxBX/6YKMxPClRsO3EuKp+jde++96rjjjguVbARWrFihHnroIfXss89qoYqpOahgATe6EI0YUTWEKqbbQlxP0qnGYRzZrSSGRpxxxhnUCRlR+1AmdIB4qi+E6rRp09T8+fO1cCUWkUEEPkpWOx/YJjs7uys1xH+l4/lLMowaOhtk4PKzD59pdmwCgtFUjKpidLVVQPvLdQsEaw6ltWB96aWXbqQGV4+wolH3E6yYErVdUQf2mgUqPzNLZR3SRW16fqHauWyHyuyaozreNURVZJP4DzfZ9nr8cJWNZnmhdRHNb9ULV9kgPr+03/I4H/3KupZt7aBudAjWVyiLnxLcYMGKKZzTZs1Sx555hrqQbK9Be6nxo8cpvA+zvmD9ijpIoTaMjzXX3UgjDtOfYZhZjyDuMlOgmga43bT9rrRfGARsr1fIxmkOOW4eC1c+MOMghZqFZdRHmNVrm9q2B/UH8EpRPIC/uEZ1/yFfDVuXotqX7/CcGoz1eQlWPM9i4sSJMxcsWLD/7bff3iQXdSdNnjSmd8/uE19/893Up55+QW3fsV2dcdop6pKfn6/Q39q5s5zatDT9VN/zLrpEfTX1a3X4+MPU2DGHqGGD96RtLlQVlWVqxcpVau68eWr2j3PVvPmL1MqVa6i/QgKezlHsOs6BlNTQPbEA/Qb0YSqrqkgcd1FDB++1UrWv2uM/1/xnuy4gCG2A4DWb0Jo4gOwJEo79UZnjPaSo6HmE8a9//au68sorQyVjZMmSJXrEFkJ15cqVWqhiKgw+xxSqGFHFyGoYCC889RfTbpsCKOU/kV2533774QZX/coU3JuKqcr/+9//1FdffcUPd1pPBtF8H9lWOIKQlZWFe1mvIztcOwi7UWZcfjQ6XuUdzCPD0wBf1qlWBO0j6hYYWtx6gpU6GXqE1SVY68VTklR5abXa8ccfVfXmcpWcSauqpmNHQramuFJ1vmWYqhpEXzmV0eUDdtS8ykXT0RNaD9H8Pl1Es7ztM9N+eUxDfIkAC1bU1+HX2jSNYJ05S518wXmqO3X+9x48WN101dWqoryynmBdNCd0DyvQ67GMxSqHXI7rEYQuiyRWOe7KA3Y+x80QmHEb3l5gbjuHdjxI2vZx3CSFkivbFahZPYrV5j1KlcKTdJPJuSlJ9ZqTr4auS1L5FSVRC1b0P9DWv/fee6tItI5466231oYXaVRuu+22ns+8/MrM0tKy/NNPOUH9/IJzVc/uvdQ7703Q2zBs6BA9gyqNROvKVatVN2rnMNusbGeJmj5jupo85Qv1+RdfqYWLFlM/pEzl5uaorl07q+7diygsVB3a56ms7HSVnZ1FeRTPzNLTgvGqnKrKarV5S7H68cf56uNJk6un/zBrv40rVnxDm1X/IAtCghKqAYVE43Oyg0kcvYsr1egAoLHDPREQCVdddZXCPZ8YfYyWRYsWqT//+c/qkEMOQeWtxSAaDoyqooHE50Co4nMx3TYsVjGl62Cyk8iaSqwCjJBeT7bvl19+OeHqq69WkydPVtOnT9dPTJ40aRLEKtQqnkA8ggxTgAOLVUDHcirZEdRw/oySC7DPppl4+QOAoWjcR4tX+bQ6seqDbljNDo0fNSROMwvSVdbu+ap6W4VOQ6xWUTytKFul9MzUD2ASBC+8zrMg5x+IZnnb5/cZrrJB1pnI+OwrVaEhwumGQ2uqoHbqgJ/8RO0zfLgq32lNrvE57vxdsTGI8ya6NhU+089p9plileNspljltB13+bwsUln4zM+DRUqzD5j5JiTvVX5Zueq8JVflLKE+wzYSseuSVcflWarzdhJqFTtVdf1FAoPjX11dnUf9DzwzIca1+HPFFVesPPbIw5e9/87LNX/7yxVq9o9z1AmnnanOv/iX+tU16eHBAVzE6N27l5q/YIG6+rrr1RFHn6B+es5F6qlnXtC3Sp1z9unqjluvUQ/df6u66YYr1YXnn65G7jOUxG0u9Z22qOnfz1ETJ05RL7/8nnr6mdfU8y+8oT6Y+JlaRSJ4n5/sTcvdlTxpwttH1dS8KH14oc3QJD9qIa64hexPuCoJ40YWT/EdNGiQfl/rPvvsEyrpwwKqeO+//371wgsvaDHKU3+xLjRuCHnqrzGiiivjEIcQ0C3Bz8kgYPFCWvQsniTD8fiRrMF06NChHYnX/6NG+XJKYhQxlBHGTqMR46nJPuCdsxhVxT21rRbad65b+B7WzhT2ee655/7FTwnGlWe/EVaQnJ6iUoqT1PZ/L1al329SNVU1Kr1Htmp/+QBVvXu6qt5RVVuL2ct64VUu6PJC68D+/QGXzwuvskHW65eOVBb4lU9UsJ+oI3mEFVOC+/Xrd/1hhx32Kv02V1ORRnnoUu0I6/nnqd49e6i9B+2lrrvyb5RfVTvC+vIb79a+1oaPP2+fGXKc87kOQcjG4s9LJHIeYJ+fcTkOXX5gxm2wrWYIeH/MuJ+P/eb+23lmnMFTgYszctWa3DS1LaNKpdDincpSVNGOUpVeXa5fceO17ViX15Tg8Ahr+ZIlS0bdeeedeDd5/Q9uJBYtnv/S4mVLT779jnuTZ8z6QY0+5CD1+1//Su2x+wA6d8v0NF6Mjs6kvFN+erZ+Hc24sWPU2NEHq0F7DVS5eTnU/9qg5sybr2bM+EHNnjNXLVu2Um3YuFlVlIde6Zaejoc3petzFW0kHUW1s2yn2r6jRO0oKVFFtN/9+/WZmJWaesxDDz2EWQeCkPB412hCInEW2QNZWVl5qNxRIaLixxOEMeqKkdJzzjknVNIC706FUH355Zf1iCnu0+ApxrwenvobFmNoJFiofgFHC9OD7JdkeBJxk4zu5ubm7kWN9jUUPRVpu4FGGg0wpgr5CNYFZFeTPatTrRzaZ65bcL9vFu1/IYW9n3zyydtJrA7v3r277mTgXOLOGrNLZyU9WaUlU6O9qFTVVNSo1N7ZqjK3RlVtDz3qH5ihffx3WV8Yl9+rbHNgb3drpaWOodfx8/Pz+cLbzGU5tP0mts8vHSnP63PstImd5zruZhlXPuAyseYDvzJBtxMG8YNJMGvWrNGCtW/fvtceddRRaE/W0nKYDYPOeeD3sOr1Ur5LsB5/9k/V8UccTiJiL3XmSafQRoRea7OOBOurYcGKbcXmm9tnhmwAIe8bQhjqNq+4XQ7YftuAXcYVDwJvN7D3wzSXz2WAjwsw/RwyEK3VSamqMoXqf4qnVaMuh89/H7AeL8GK8IMPPqhZtGjRoXfccccntI76H9pIjDzw4H9u2brt7/vvu0/Kr391iRoyaC/1znvvq48+/lT97S9/UtlZWXoK7/YdO9Sq1WvUT4YP1/uzZNliNfl/U9Rnk/+nviehunnzFj31t1vXLmq33Xqqnj2LVGFhez0lGF8xbrHKTM8i8ZpB8Uw6NzGLLVkVbytRP8yeqya8//G6OTNn7LFs2bLop8oJQiskWM0mJALDyZ5KTU0dhCuRqAzRuGA0FKOil112mX5nKwQEmDlzph59feWVV/TUYYyo2kIVV8KxbFiE4TIr3g2K+0K/hKOtQeL/WGqY8O7W4Ti2JmiwcJzw8AQLHDwcs5vIMIKQMNA5gvoFvasMinegY9DlkUce+VfHjh3H9ejRQ1/8wHmI8wnHhzHjgLpi+tkcSRlUjsKanXRsMbBql7PSIEgZ4OVvTvCb8tsO5AO7DPsZM99eZ5B1uLbB7zPiBd5Xe1sZ2+9VDrjyIi1vpoPmxbqORAT7h/oRFz9Xr16tZsyYgXds/3r//ffHw/lwT+J2+n4b7R7Wk847R+01YIAaNmSw+svvLtf3CGrBumHLLk8JNgUqx21xxr8JhGxct3mlYzX7czhthsCMM7zNwNx+O26a7ef2zfSx+flN6Jeq8C1iG0NCFfsSygNe2+4lWNGe4Laf2bNn/4z6OM9dc8019RvhRuKCSy899ZeXXPDcwAH9UiFS773/ETV/wSJ16kknqCv/dLlKJRGOHcnKylZbt24jYfmBeuvddxVGY3FP9MAB/dV+++6j9h42SN+3it3cvGWzvud1+fKVFK5R69dvVNuLS1TZznJ97mKkPzMrQ3Wkvlu/vrvpacF77LG7ys7IOb57917v0LFqkn0VhHhi1xpBSGQKyB6iyu00VO54rQgaHhim+eLpwb/+9a/Va6+9pp5//nndcUA5PSWFGgpTqCIPD3Ai8I6W58kguvAAgLZOek5Ozm/oOP2ZjnMhN+xofHFxwHqlzQQyTP/9TqcSDDoGuhdCYRrtfx6FHT/88MPj5s6deyvemYuOBt7Ry9OCYYwrbvqAV3ngWibI8qYP5zpjLwvMfGCXsfNNUNaVz36vfD+4fJDt8Ctj5wF7HWYZr+3kMkE+vyFg/VgfQtdnsZ/LsI8JEgeuZYFrGVdZ0+flZ7zKmLDP71iiTGMe61gIup2oK3FRD+/RXr58udq0adNXf/zjH/+SkZGxnJbdQMXw/AFUoI0iWE8852x10L6j1JBBg9Qvzr9QVVfVRBSs3F7q9Rpm7hvipjD1ijfEANYFTJ8d+oHttkPbbD+3Z15pL+MyXri227UPWIeXYMVFdTyzYtasWX8g391NJVhnzJgx9PtZ33/9+H+fTV+8ZKk64vBx6leXXkTn0RC1cRNek5ek3y/eoX0H9X9X/k099+JL6sjDx6vjjjlK/WT4MGrz0tXylSvVtGnfq6+//V7NmTtfrVu3QZ+fmAack5NNfbMslZ2dqUdgMcKaQt813sW6ZWsx9dU2aMNF34ED+9+ybcOGv7300kv1OhaCkIhErtWEROQqsmshWFHJM3iAEhoEXOVGHipdwEIVU7UwohoWqhgqfI4MT/2dBodQR2ZmZk86fv+gKO6jhWjTU6fDDfwSMuQ9hUQiQ/uNOoanBbeneIcXXnjhjA0bNlxInYzOmJLO04LRQTE7LraZmL5IZew8jpt+O+4FvkeAMhwHnLZDGy+/F1wWyzGIm8eLO9D8O8Xvt6qqqiZ8rlGRUDlzGRhjb4+ZByLlNyWuzzK3h+MIveIcunwM57PhwhJ3xgGOHepDhDi+5rIoZxqvA5ihn7nK8Odzvg37g34fXM5rfUGIZR0oG2kbUYZvmdi6dWslxb8644wzbh8wYMBcyt5IyxdTWE6hnqJy2E9/dXRVRXnZpJcfwehrTcyCddTIkGC94OchwZqKKcEsWEOvtdHrILO/X/v7wT7aZv7m7N8fpwHiwFXOLGP7XGkz9IO32wxdBsz9DmLA20/rovXpLdTbGdrnUNx/H7AOP8H66aef4vV6d8+fP/+PTSXi+vfv364mPfPHww8b2+3iC89Vew8dpubMm6duv/Nete+ofdTZPz1D38uK82zNmrWqU2GhfpjSd9O+UxM++FB9+tlktXT5CspPU927dVX9+u2m+vTpqYq6FKqCghyVlp5C5yze104ClsRqejqdzxmZKpMM8ZrqJD0C+9n/vlJvvPXexymVFUd+++23ch+rkPDsWiMIbYXjyR7LyMjoiCnC6Ixxo8QNBRoRpB1CFfdZQqh+D4fgDQn/g+i44sFPo0tLS6kPVXM3xfEE4I3IbwvQPqM3hocvZZHlUzpn7dq1/RYuXDiQ0nnp6ekpOOe402YS7qTpE5KWC/V4CPJDkCXxMlyGgtoywJXPHU1g5iNufgZR7zMoy/4MDnn7dlkHPstc3ojX206GyyCft5PSejvCcawzdceOHbn0u+ywc+fOTtTJLyArpN9ye/od59PxTMaoNcBvFhei8PtFiNkRtIxeH/aDTK+TQ4C4DW+uKw/Y+WY5zmP81s+Y67HzkLbXYZbhuGsb7GUhksj0BSXsPx4kB8PIP57miYspvA04lmTb6bgXk38d5W/Kzs7eRL/x9RQvpuVKqVwSf28Mf3eE3gjkUzmgv+tw+XplaJt0iDIICR1SeX1ewGi7atcRZpfPAZxPobltoQNSH14e+Obzdjjw3U4Y+eptJzIRkr+Gjm9FXl7emn333fdHOsabKGsbLb+NsiFW9b0nR537y3Pz2rV/dPOmjb+Y+OwDj9FHxiRYMSV40B67q2EkWP/829/rKcGpqSmh19q8QYJ13tTao4D9wLp4n/R6w8bgPGHDfpqhHY/WXMvan2n6zNCFve3m/tgG7H2OyaoqVFpGlkrNzFHVyWn6t4d3bdOZomrKS1TFzjL9wCXsK2PvA9bjJ1g/++xTtWDBwjfod3nqNddcs8v9N43F519O/nTfkfse/P3M6UmP/fdp9c67H6jOhZ3UNf/4qzpw//1UeXmFHhnFe1nv/s/96t33JqgNGzeqnj26q31+MkLtO3KEGjiwr+rUsT3tJJ4nskWtXbdOrVy5Wt/3umbten2P644dZfq8xXmYRud0u3Z5qltRF7XXXnuoUSN/gvN5y16799szKSl3TXjTBCFh8a7RhLbAHmRPUid3JE/PRMOEBgONCQtVjCgQ6CxAqGLqb6t+gm1LQGLiAhIKCynalK/1iUuok4F6Br0QDNmnUzqHOiK4rxVThdMoDKmrUH1U14uqw6ynkM9l2G/n25j5IMhncOj3GRz6lWHMPGDnA1cZ12fAB8WJCyCIp9JvNWPlypU5y5Yt60BxiNhu1PfvTb/lnlSkLwnYzhRvBzGG3zim9G/ZskXfnw5DOvw7179/Nq9Or+kPbUIIr/LRYq8nls+wy6FOwz5iXRCieMUXZpIgRN0HH6bt07HDlTl0AFfQcVtM/uXUAV5G4YY+ffqs33333bd37NixlNavDxitDx+E8xtWt6Eh7I1FvlkG+X5lguSbITDXz7jWYRJtPgiyDi7DeWYZzjPDyvBxhWEKMF7xVStWjzzvsusK8gv+mpGZlbxq2fKTJz7/IN7tHZNgPf6sn6oTjjpCDRq0lzrjhJNpLUlasNpTgrEOFmx2yPC5hhDGvx0O/eJswOV3+WDAz+cHb7sZmgawjxza+ZzHcTsfBqqrKb8K77dNUyl5ndTyNevUkkULVUnxNtpGXUQlp6Spbj16qn69e6j06jK1s6xUJSWHZnfZ+4H1+gnWTz6BYJ3/Of2uRzelYH319Zcf+PzLry9+6dU3k3t076ouueh8ddrJJ+r6Zfv2Ur2/ePjSsuUr1R/+/Bd1yEEHqSMOO1TtuedAlZmRoTZs2qDmzpurps+YqWbMnE3bvEiPmu6kqgeDB5mZGVQnwTC6mk7rS9UzAHaUlFK9vY1sKwniNHX4+HFqyB57nrB8+fK3m2oKtCDEC/61mtAWyCG7l+x8VPjovFlCFe+oeZoMI4Mz4RCEaKGOBuoaWDLF0RtJpc4IhCrSfEm9rgdYh11HRSoTyzoa4zOAX5km/Qw6loijw4JpcNzhh6BNe+ONN7KoQ1NUWlraJTMzcwCJrz2pE7w3ide+FPbOy8tLgpiDgMXrRNauXavvaUc9AD9Ax5GnxNqgEwnsziXSnGdil0MZ2xcJ1zoYzkNHGnUY9gFTz1G/oXOLEMIdU/RpH7eSsF9I+zVr69ateBUGXnm1auDAgatPO+204m7dukEo0er1RRXsPM5bTHHnA2FuyK47GzkfNPc6gF2mofmgoduA7w7HGiedPo8pjQszFb17j84cMm7o4wXtO55RXV2VtGN78b3p6eVXvvSf/2zHcrEI1tBrbbqrvQcNDr3WprwyJFhrpwTXH2Fl0+sMG4NzzjQWmRza8UjmKmv6XJ/JxphxG952MwxiXuLUyyBWM7Jz1ZbKVDXl00mqICtVjR0zWu3Wt6/KJDFWSd/JurXr1JQp/1M/zl+kBu/9E9W3W2e1cwcJWtpfYO4H1uknWD/66CNMCV6+Y8eO4ffdd1+TzWLq2qffr/ccOPCu8849M+Wk449VlVTHPP3sS2rC+xPVHf+6SW8b3huObW/fvoNeZvv2YjXliy/UJ599pr748mv9TtVUEqJdi7qEpgXv1kM/hCm/II8EajKts4KON85XTAsmC4d4AnFJyU71ww/z1Jtvv6++nzHzuvXLl+ItBU0yBVoQ4gXvGk1oa/yB7F/UKKagUSJKyXCP5T1ks+AQhIZCHQ7UObYJjQsfU/RGtVHHaZfOzAknnFBQWFjYvU+fPkNItI4kUXcQCdo9qQOYhxECiFY8/GblypU6DoEHAYhOo5d4BX4dZRcoj3WaBFmHWQbLI426C6Ok2DZ0ZNGhheFp1BhJJlG6fvv27d8UFxd/SgL967lz5y5YtGjRClpFvdGJ8HkKkWpuSP2NFJoC8xjr83avw0/t0K9njxc7tO8wrrRkRxKJkSve+e89d9AXXls2asE6a5Y67swz1FmnnKwGDdpTHTv+KJVUk6wF61oSrPq1NvO+1luDdbBQQ8hxG1NQctwOOW6WB3YZ07z8LuN1cRxw3N5mfWzCPo5HMt73SD72Z2RmqjXbq9XkD95Sp5x8otp75Ag1a/b3atWC5aq8uFwlZ6SoDt07qkHD9lZlW8vUow8/rLr06quG7dFPVZRRF8TYJ4D1+gnWDz+cSPXVKlyk+smtt96KZ2vs+kU1Ak8///TYIw8/9AM6p1JffOk19d+nn9OjnuecdYb61aUX6/oRr6DJyc5RM2bOUo89+RSJ1K/0A8V69uyh9h35E/2k4P79+9B256ry8p1q/YYNur5dsmwF7cMatW7deqqvtlO9iycFV+ljgAttBfntVK9ePdRPRgxVQwYPVt99N+PD8tLyoy+99FK5j1VIaOpqNUFQ6kCy+8kmkmHUdTGZIDQq1OmQeqflwLHf5SmrDInYngMGDBjRu3fv0dQRPJw6gYPQEcTo6+LFizF6oWdfII0RWHSm0TmLhNmBjoUgy+MeXRLeao899lAkxHUnD9tJgnsp2VsrVqz4YMaMGXjl1vrQEnXIORl/4BwdOv6kzr179HyrQ6dOI7dv21a+fWvxue8//yBen1bv/I1lhPWUC89XRYWd1HDq9N9y9TVq584K/dCltRs3k2DFCCsJVgLrwLmE0BZnAOemaSww7dDO97NYljG3heNe8Lbb+2KmTWFu7refQAUcT6aPL03JUR+997Y6+aTjVXVapZr13vdqn7QD1B4Fg1ReejtVXrVTLSteor7Y+qnK2DtT7T1spPrvY/9V/QbuoXp3pd9waJZX7b5g3T6CteaDDz5QGzduxL3a51G99HRTTZOdOHFir6++/XrWa2+8k4f32Z9+6knq0osvUPnt8rXQxDbRVuvX0Nxx973qtTffUj897VR12KFj9Wtpqmuq1MJFi9S3301TX387Tf04Z55auxYXBXfq6b94UnBeXk74ScGZ+n56PJegsqJKFRfvUOvWb9D3uebm5KgRw4dt6FlUtCftK56kLQgJi3eNJgiC0MRQB6S2DqJOSah3FMbMA5HyQUPXYeeDeFiHnQ/MMpHyQZDttEj7/e9/f3DPnj0v7dat22kkYvVDe6ZPn67FIcTg0qVLtXDlhzwBWu//s3ceAFpU19u/2zvsLr13pCNFEcXexd4TRU2MPfFv7MmXWBITTTQaY9TYe8eCgKCooGJBQRGQKr0syy7be/3O78x7luHlXeqCqPPA2TvvnVvPvTNznrllQkc7jp2JK/XSzaQOOeQQ17VrV7d48WItl5DU5bm5uXfJ71fy8/MLQ8E3g+kkki62pa9dPQ/2hjTCzwN/mG2dB01RznAMOOncNt1atpnQomXmsKLC4rKqipKzJjz7Pz4FtkW8nR1hPf/M012//v3cCUceK8aQN8LqX8NKZNKg35tomiIGqUeDhJPUnSGe24rDb8vXf+wXg//YYGX3u9sj/rr7jyNKXa2LTUp1X82e51qnp7i0limu/ot6d0Xv65WoVtSWS/uwxVKUS4hJ0NHtt1a87Ga0+Nh16NxNRyMPGL6/i3G1DY1NXUh7a4RViGS93JeiS0pK/r58+fJbXtt9n3uJ6zt46OwzTj+p768u+GUUL8jeHj/J/fNf97tTTxrtbr7h97reNCY6Vvthi8wWGunbOd+6d9//wH30yXS3dOky0WO9a9eujevVs7vr2bOLa9+e+qS5+HiJV1fjKirLhbTXupjYeBcXGyf9GvKapH24orLazZu3yI19Y4KbPWfeYQXr17A/xqaOGSDATwxb3s0CBAgQIEAAH2677bZfiFH42MCBA1N69erlJk+GN3i7EM+dO5eptg3GM4hkKG8NFh6DdEfjQlbPPfdcx27nTzzxhJASHZWZIe7Jb7755gYNFOBHhUPP+03H5gnJ4zNathxcVFBQVFVefubE5x7+QE5FNMh3ag3rry50ndu1c4MH9Hd/+39/1u9ceoQ139sluJERVsQP+quJkcvGXL/Y9RLuF+k40u/GxBD+26A6EbFjc02sfpFIabhfpDBIlEh5fYzcG+a49l1aufjFMe5P3e9x1a7SVddVq+FJzg2ulLNlXGv3xPL73ew2X7niwirXtm071yIt2dWGykMY0t7GCGt9fn5+dGVl5Xvx8fGjd+fGS7Pnznyrd6+eJ7348uvRjz/5nH7C5uSTjtdvsrZq6c3wiJO+xlrWR598yo2fOMmtXrNGzrV0w4cOcQeO3N/177ePa9UqU+pYw8iwW5uV5dauWeey1m9wG/PyXWlJmW7ERFqQW+ofLXpgU6aWkg7x9+nd2y2Yv+i6zPTM+88+++xgHWuAnyw2WRgBAgQIECBABAhhfSkpKWnJsmXLdNotI5kQQwxFPmCPMcm6VxNGXLdX/OF3NC7TkSnPwQcf7D788EM17DBgxbgfL2R1i6m/AfZ+HH3+5QPSE1OnZGS23LdgY97G7Ozsk7ZGVncGkNmygkI3uH8/Mfr7CinQTYg1Bzllhw0EzC96zndsiEQOtwXi+MUQnlb4720hPD0//OcihfGf84cF4eHDfwONI+S6oqLcJSUnuuzVa9ypLc5zCdFJQmRjXHxUoosT2cx1Ca60ptSd1u58V58tuo2pdVEx0S4mNm4znW8PQi+s9isqKmqjHrsJr78xfv6Jp/6i/m93/ks/UzNp/Gvun3f+xWVlrXcFhYUNuimvqHBffjnTjTpwpHv52Wfcxx+86/733/vcMUcd7vLyC9wbb010/3ngMffAf590r746wX399XxXUlLhWrds4wYO6O8OGjnCHXHYwe7Iww9xhx1ykNtf8urapbOrKC934ye86/5xz3/c+9OmD3/wwQe3bIwAAX5CCAhrgAABAgTYKm699dboxMTEOj4Dg+EIWWRdFZuAhJPI7RE/uYV0RgqzI1IlhIONlWytl0hcqOgBfkQ46peXnp6alDg1PSOzT97GjWs2ZOec8Nm4F6bLqe1jK9sByCojsIOHDnGzZn/rZs36xqUkJ0u/JpPQPyVHmxMlXJNICPePROZ2BlsjiXYcyc+PbflFOu/H1sLy2++3SQ2iqyi5V5TGuZ7J/XSkMd7JPaMRia6PdW3iO7i2te1dSVmRS05Ok3tDrKS3/ctQ6+rqonlpxTepo6OjR3DfCp1qcrz0yhvzBg8aUD/+zRfd3/76Z/f90mXulNN/4S7/7e/1M2ExQtohz3zG5qXnnnZ33fFX16tXT/fBhx+62/92l/vTbXe451961a0SQs9GTKNPONr95tfnu0svGePO/+WZ7sQTjnIHHbi/23dQP9e7Vw/Xo1tn171bJ9e7Zzfx6y/kdaQ745QT3GEHj3DRUfUDunbtumldRoAAP0EEhDVAgAABAmwTQi6jIIUYp5BCjpHtIZ2EMdeOw8+Fi4XdHgmVzy9bt8AD7FXoeMABScedf/m/05s1H5vaLL1lTs6Gr7I25Bz6+YQXmJcbmSHuJNjtunOHDu7Vx550E18Z6/4pxKGsjM+9SjbkpLlBTOVviKCGE1U7DvffUwgnieHwn9tauN0D0Yn8TZB7Ap9hqamvdnJ3cAlRSTqaujWJjSJ8jRLVZs0zXG0dM1w37SK+DV1HSX4zJUw19wC5Jx01f/783Vb5Rx+5Z9GN1/22fvGSpe70s8a4K393vW729vgjD7hOHTu4quoqKW+d6CDOzV+4wP35L7e7G//4R/fOu+/KfTPOHXfsEe7ySy8SknqeO3H00W7fwQNcm7Yt9SUgpLuistJVVlSKW+WqOK7CrXaV8pud0HHRT+uWLd3RRxzc7bhTj2srxQruewF+sggIa4AAAQIE2CYYvTTCikGIYYXgZ+fCBX875w9j/n5JSkpqcO3Y/zuS8H1VXNb3EZbfCCPBAX4cOPIXl44c3Hv4R63atL46KjoqKi8n939Ll6w6cubEF5eFgjQ5Nuc9m35AtZSEhn7ZOfXzifkZ/Md7Av5ybAs7ErapUF8nRC0u1qU3z3RFMUVuUekclxHTSqf+xjmmAIdLgmsWnek2VuW4JZWLXJtWHVxGerqrKC+V+00o0RAi1Yd7EveAZs2aT6yurl4lXuyEfli/fv22vYX5TmLpulXLz7/w8rzrb7rFtWvX1j3/9CPuqcf+6zp37OiWLF2qPYc1/lXVlS57w3qXkpzgzj7rFCWpp592ohs4oJ9rlpYq5LROdweGoPJdWlsXrERd/qJL1vHiv/maYUaU65XISj6JsdGxKeF6CRDgp4SAsAYIECBAgK2Cz0MI0ayHbGIYMgLKMcQVNyWFTzB4ZNHE78exSXiY8HCNnfNL+Dk/YQ2dCzYf2cvRedTojOPHXH53WkrSJ5ktW+xXVFCYk7dx47kTn/3vlYs+e7s4FGy3wQgAU4Q9+NwQIfBkE0EKd/cEwvPy/45UHo7D40RCpHQiYVvphZ+HPPKLz9pkNG/mWrfp5J5Yd58rqs5zLWPaKEGNF4JqAllNi04XQpvqHl99tyuOL3L9Bgx3NZVlrlrIWGNZh48cM8sjJSVpbW1tLaOs9XJv6lNYWHiIHO6WUcdLzrkkr1OnDsueeuK/9Q/e/0/XpUsn9/RzL7rf/f5G98GHUyVEnSstL3HZOetdp07t3Gmnnui6duko5WR9b4UQzUrtf1HyLzo6RkeVo6NjpV7R6ocSOV9TWyuEFFJa5WpqqvW3EVcC4YoualJSU5gmECDATxa75UIOECBAgAA7h0ceeSSupKQkraqqqhFTbc9CjCu1P0eOHPlBUlLSvgK3dOlSl52draObfJuVT8lAXkG4IemHnfOHCRlcoV+bY1tpeUabc7/+9a/dpEmT9MP7bARVXFx8V3x8/F1yfq97KSv6pFI1t99+e5Hn8/PDkedcfI70nTvSMzJ7VlZWuJLS0rHFufk3Td/JUdUd2SUY4Rg/A+EgAbFCJtbn5Ls33n7HLV88U9ddKqkNiaYX6nPWN3lZwrHfjeSH6xf8gP/YHy48TqQ0IgkId/3w18Hvhou/vo35RQrTIHIuSoiYS0xxX3z1vmub38b9vddDbmDKQGmTKFcjWVPrOPmzoXqju3vFLe7Nopfckcec6Xr36ufmfvmR1DmmQTdWF9sluG3btrpTMJus8a1ods1dvnz575999tn5PXr0mCgENragoOCllJSUC3bXbsErVi9+KiEx6YK3x70TPf2zL5Q0HzxqpBu670AXFx8v5LJalOuF1fbhnzB5SGk0xFSPPX+APr3pvoy4VnjEtqJcN25iPSx6ZVQV4Ru19GUykDRW9OszaNCoUaN2+4ueAAF+KGx5NwsQIECAAD8Ihg0b1jk9PX1cQkJCazFemNYWMnc8Y+aHgBmlV199dev27dvHDxw4UAnrhg0blLDyzdMlS5bo9GA/zMAMR7g/v0m/sfBga+fAhRde6D744AO3Zs0a3TV4zpw5hbNnzy4UPXrW7m4AZd4RWHipS5QY4bWFhYUPzZgx45+c0hM/Axx97q9GxMYk3JbWPO3YuPjEqKKC/EUV5VV/nvLKo2Pl9E7rYVcIq7UL/ZzRr/U5eUJY+azNTE6qv/dZkS0JK2JE0u9G8sPdHvGHjRQPP8vfzttvE/vdGKwOVh9/vfz19Ivfv7Ew4VJbW+MSk1JcfLMWQlo/cBuXrXVHNjvOjcgY5VrFtnPFdUVuQfFsNyl3nMtLzXfHH3ee69FjH/ft51OFrJU5PgsTXi8jrCZGWFkGUFZWtkzuSQc9/vjj0zIzM3vL7/Kqqqoh99577xKJ6lWwCTB16tTYww47zN17/723LV+5+mYhkzEHjtzPDR7U36WkJLvy8grtM1Zm2gmCyigqpBYiriOpelr+1Hsj/TXV1UJOy6XuQlLLIarlQl6FtLJeVdJDpx5ZpR/Tn2tCM11in+vYvtuvDz/88N32GZ8AAX5oNH5HCxAgQIAAexSHHnroP1q0aHFDdXX1Vu/NGC57Cmac8q1TNhXp0aMHhqF+e5VR1by8PLd+/XqdJmzlwlDj2Ay2SGjsnMUNR2PhMQZHjBjhpk+frmXBgFu4cKFbtGjRFiQ6HHtSj8DyQ1elpaUFFRUV+3z++ec/+W/FDjvxrM4t0tL/kJyYcFlq84yo4sLCstKqivuXVeX/Y9lrrxWGgu00dpWwIvRzI6xvCmFdFkZYLYwffkKppCT0O/zYwkT6HUl2Jg4IP24M1g+t7v5jE7vugR37/cPFdBPux0hgUkqaa9G+s8vOzXbfLfrK5WZnubqqWh1iTU1Pd/36DHODB48Uvwo376tPXVVVpYuX69jqg6AD0oScRiKsEEFGXDt27HjJeeedF9OnT58HJU6M3BOeHjly5G+a6hulUoaoGUtmpHVObdtx4uR3L0lJS/1d/777xCQlJTYQy01ljnExOt3Xm/KLcO1DXkNpST/1Ru8h9+x2Xl5e5spEIK2MtOKHsB7W06f0YcnDCGtSYqLr3LHzwUcddfynkqfXYAEC/ATR+B0tQIAAAQLsMQjpapOenv5dUlJSCwyRPQkMp20BYwnB4GK9qMGMyR1FeJ6ksz3liAQz7CwN3F1Jb2exI/mhx4KCgtuEaP9Ffu7Zgu4htBt2YvLAvm1/Fx8Td0PzjJYtystKXFlF+Su5xXl3zHzz1e8kSJPUu8kIq/TjLCWsTAmeJSchEpEJq/UxP5nk2MR/zh+mMWkszPbENfGXy479fdJ+m5/f3ZpQ70j+yNbOmTBySN6Zrdu6tMxWLio6TtqFe4m3q3eVELR1K5e67Kw1+htiR/hw/QH/lOBwwsr69d69ey9/5513Dv7ggw8+lHO9ysvLa4uLi0c8+OCD31BVTWQXIPWJ+u67zzNqouJ6JcTGjo6Njf9jZVVVTI0QTtG8ltXWpG5OVsWV37HUTcKwg3AdfasOAuqRT0ZTIayQVaYDsxET5N2T6gaS6vXhapeamsJ95Knv26289PbDd8+05wAB9hYEhDVAgAAB9gIceuiht2dmZv55W6Or4cAg3BOwfMxA3RPYkXwwFA1m3O4M9kTdyAPCKkZprhDtQZ988klW6NRPBkecc9FZSfGJt6WlZ/SrE8JXXFz0WUllxV8+efXp9+R0kyq5qQhrdHSUW79BCOt4IayLZom/R1g55ydmIBKh8sjKzhFWv0QK7/ez/COJwY79flb2SO72yPaQU7/4w3MMca0TgqYETsgqLwKqhKRByNRPyCqltbpQ53BdbI2wgqFDh+L8+tRTTy0fPnz4c3LMWtb30tLSRjfVWtZVn32WVJIel15RW99NSvh2QkJ8C+piI6rRIXJKmfyjrJuIbLSnDyGqjKxCPqtr+FxNhc5eYSqwEledDrxplBX9VQthJbxuNhcT/eWQAb2PHTLk8IJQ0QIE+Mli050sQIAAAQL8UEg4+eST56empnavqanZfN5hCBh9exJ7Kr89Xa+mwtbKjWENthZGDPFoMUJLsrOzfzNjxoxXxevHqYgwjDrjgkGpCQl/T0lrdkJcfHxUSXHh8rLKyr9/+NITT8jp3VLHpiGsEI5ol5W9UQjrJB1h1U+KCBGBXBj5MhiBMkKF6z+O5JqE/0ZAJH+T8HMWHvj9wt1IsHpY3f3H2yPowuKYXkxAuJ/99vvbqDUCzLW6INTPxOpjU4K3QVhXjBs3bsiHH374XosWLYZLvlFFRUXnS7iX2PFcA+4CpKwUJuq1116L6jew9+dChodXlFewNl3KauQ02iOvDcIaVu8c/uiCb7Wy+6+OoIpbXlHmEVYhq37CirBjMp+3IX5srNZ1Su+B3c4/aN9jf/JLCgIEAI3f0QIECBAgwB7B1VdffaEYPY+IEZNghluAnzZCRnhBeXn5dffee+9T4vXjbvh+/eKPHjjipsSExD+mpmckFhfkV1bW1dy3OivnnoUfvLUxFGq3YGcJq3epbSJQjLBmZee5txhhZZdg9W98SrARqUjkyn8cHnZHZGvxrBzhv/1uJNg9xu/6JZKfn2zuiPjjoUdgfuFpAn99TId+HTDCamQVyczMbCCspDFs6DDdfVeOLz7hhBO+EQL7ZXx8fGxJScnajRs3DnnqqadyNKMmwpx5X9/SqXOnWzbm5sUwcmrk1JPNyWp0lEiM1EX+MbpaWVmun7fRjZXELS8vFcIqooTV23xJpxpLvRmJLSstK4iJjfk0OTn5zTHnrn0qKmrXyXeAAD8WBIQ1QIAAAX5g/PGPf5wohtcJpaV8KD+4Lf8cgHHNmjsxoieJQX1iU4z8/FA46JTzDktNTb67eXrmsLramqjioqLJ+YWFN3858dU5ctpjIrsRu0pYIU5ItFx7WRsYYfXWsPJZm8ZGWEE4mdpEVDy/8HN27P9t6YQf+2Vr/o0dA/+xwV8H1U/otx3bb+oL/P6I6cEvIJI/4ve340h+iIFyU99wAeEjrEZYY4UQ1koaQ4cMFXKoGzStknR6XnHFFQ+2b9/+YvkdnZeX99C6deuufu2115rsO81Tpkxp3rlrx+lt2rTuX5BfEMV04IYyQ1A3Kz9E2utLfFO1QggrI6mMsHIMUS0uKVKiCsH1/KvWS6tOFU1NyEyNn3bqqb9h+cAmZQUI8DPBlnezAAECBAiwR/H3v//9rfT09FOYDhbg5wM+CyRG9Ds1NTUn/RgJa8eOByT1OaDP35JTk69JSWsWVZCfv76ssuKWj1575nE5vVuM6ncWL04YmJpxdnlJxZJevTrOEFJSv6tTgiEQTAmGKClh5bM2TTQl2I79/tsroLE4oLFj4D8Oh9UjkmvH/vpybG64n8VpLIz/vP+3P4yJgbKb7vyCf6OENVYIq7Tp4H2H6IsHfksel/ft2/fFk046aVFKSko71oEWFBQc/dBDD30gaXkFaAJM/2p6j87tOo5v0SKzT76QVjTPyCqbK1EWoN/01TXR3hpUCGplVYXu+ltSWuzKK0pdaWmJ6ShfmO9riQlJEwf06f5xt25DgjWqAX72aPyOFiBAgAAB9gjuu+++hhHWAD8fMMIqhPU9MaKP/7ER1uEnnzEkMyXjkfSMjOHVlVVRhaUlz2bn5f7pu/fGrQ4FaVJ8v3p1r6TYxAvr66N+HR8X26aopPikHl07ToJ47AphNRIFMYVbrNcR1sk6JZhdXDlvpNVIFoA8GbEyt7Hj8LB+wc+f3vZIpPDmZ/Afh8PqEcmNJOHnjFz6/SKJ6cxcBKBP/c6oCCOJ7AyMWLqU3XToF/whp5DVSISV5f+D991XCuZcQkIc+eko669//evTOnTo8ILkFVtcXLxArrcRTz75ZLFm1kSYPfvT1i1bdXwwrVmz0yXj6NLSMq/O8o9Nx1h/Ws30XyGp+MfGxbuUpBTtp7NmfSnnq6Ue6S4xMcmVFJd+3bZ19gHDh19WHUo+QICfPRq/owUIECBAgD2Cxx577L527dr9X1VVVXBP/hmBb8ZmZWXdd/HFF18nhrVnzf8IMPKUc8ZkNGv+37TmGc0K8/M3lFWW//7jsc+9JKeavA7Llq0ekZCUfL1wlTPE0s+qqa1+uqym8vE+XbsuDwXZhSnBoTAiSlglbNaGXCWsKxbPUgLlH2E1QgUgT0aszPUTq8ZcE37709leCY/j/23wHzcG6mwwHfiP/X5W7/Bz2yPE9f9mdLGoqMiVlJRo/2dDIVwIKzvfEt7qg4507WfIxS98hLVFixabEdaBgwZpO7ILd2iU9XcS76FrrrnmjYyMjJPkVHR+fv4/161b98emnBpsWLZsyTmJSYk3xCfED5V8o0pKir3P1FRWSD1iXHJistQ3ScsH0Mnsb7/WqcFx8fE6tbmuvi53yKD9+7Vv375J19sGCPBjxrbvagECBAgQYLfi8ccfT0tJSfldTU1NF/nZ5EZUgL0SbPW5Mi0t7YFTTz21SUd7dieOOGvM39NSm92ckJAYVVhYMHXDxg2XfvPe+O9Dp5sKUctXrzs+MT7pxri42EMqqyrn11RW31NcvPHFAQMGVIXCNKDpCGu9W7dho3srtEvw1kZYAUTKiKjfDffb2rGlY7/9/uF+Jv5zdhzJbQz+etix3w2XSP7Ar5NIx4gdm1tQUOBat27tjjvuOLf//vvr74kTJ7pvvvlGd8hlmjygDuglEmH1j7BuIqyx+smXAQMGSWQhrBKefiB5rpTk+o8ZMyZDCOA3kn7LioqKGiHMox566KEv5ZxX6CbEWWedFfOPf/xldK2rP7u6qnqkkNWOFZVl8enNWriWLdtov4qDTEtY+taS7xfretW0ZqkuN3cDI8913bv0GD548H6zpc5NXr4AAX6M2PpdLUCAAAECBAjws8ewYZfGZXavfDwtPX1MbV19lBCNhz76dsO17vvJlaEgu4x169a1qqmPOTc6KubquPi4ntVVlVNdnbu3Q4dWE7dmuO8qYYVMbRphDRHWJR5hxT8SYYU8mRjhxI107A8TfhwugPMg0rmtHfvd7YHVx/Rgx+aGH4eLnfPrxo79gh8oLi7W8l155ZXulFNOaagnSyFuvfVWN2PGDBcfH69hOIf4CStuOGFtmBIcJ4S1ulYI60BJsV4Ja/go61VXXXWZhH9A0oqR/vu1yEHPPPNMhRZiN0HyTszJyelUXJGXnhSfekhycuo/slYvikmQeqY1b+nqo+Jc1vosV1iY7xKT4t2G3PXSD6Ndu7adTh03aML424OdgAMEUHh3iwABfnxIEMlMSEjoIXJkcnLycSI3JCUl3Sbuhe3atUv2gv0wSEtLO1DKcQvlSUlJOZcyyvFwOdVSpLkGChAgQIAfAfY58OS0jB5VbzTPzBxTWVkVlb9x4zUfvf7sb5uCrM6fv6bF8uVrf7lqTfaE2vrY76Ojom8TmvNxeUnlsA7tWh3ZsWPrCUI2PDa02xEiWRw1/NkEI2CRxM5HImzh4g/jPwaN0U1/SSxseHz7beL395/3uwhojOhKCM8NhZODhuPwfMLz9J8H5MGI6MiRI5V8sgkSU4JZy33IIYcI4axW8aexNdkclN9f/3pdNxrC9SJpDz300MNFRUVTJW69kNyhzZo1u47RUC/I7oHUuaJ169ZLenTu81VsdNTUeincmhXz3bzZH7sV33/ryorzpP6pLj4h0auTSGJSopProEf/1/pv/9uHAAF+4ggIa4C9ESzuSImPj+8dFxc3lE8+CNn7nRDAP4g8Lw+314UQfiwPmy8SExOnybm3JMxYce8SuVUehI+WlpZOkofEUV5yew6tWrVqm5GR8e/a2tpxUqbbpby3Cll9mjKKO0nK/JmU/bPU1NSJUo/XRO6mblKPMbGxsQdIfQeTjEi8JhggQIAAPyQ6dkxq3y79jfTMzNGlxcU1BXl553381gv/kTPhjGG7kZWVNWDVmpzrVq/d8H5qs7gFMfFx/xYDvdJFRf+qrCS/W6f2rS7u2rX117uLqEbmZkKCQi6kwX4bOVIyEfa7MT8TI2vh4o8DIG+M4jI9trCoyBUWFrqiQs81KeKc+he6AhGIHvEsHSNq9tvv5xfzB+xiW1Ja4uVrQn7mkl9ByJVyIfWiPIinpYUY7Hck0RFsibds2TK3fv169aP8jKiC2bNn60gro6Lhcf0Cwn8DpnPzm5F1yCo78rLLMyPqkm8XOTdGJFr09n9lZWWllF+eyX+QZ/E+Gn0PQLh4blV1TVlGi7auuDDHrVg2z1XVVLtEIavJSbxj1+/H6uhwSnJKf7EnAsIaIEAIwcUQYE+Dp1OGELN2MTExKXJz7iUPrWbyQOku0kEkQ6SrSJJIaxG5d3trV8KlMfAgqqiocEIC+fmKpP8XeUDO15O7D/FCkK+Uct1UVVXVFg95GOqJSOChhAC/ERHyz5PjEjm1QVx23CwSv4UiRfLQXyHueqlTkTx418o51nMFax4DBAjQ9OjXL/7wPkNfz2zZcnRpSUlNUWHBmZ9NHDtezmxiCtuBlStXZtRFJ42MjXYnyf3rMPFqJ3fw1XUualpsXMyE+Oi6z8Q43+l1vDs6JbimhuNNhIt7L348VdZl57q3Jmy+6RLCMeIHzyFIl98N94vkb8cAwrZu3TqXtWatO/nU03S0rUY/saOnBRJe/3p/hNgLgSxw06ZN002K+vXvp2XX05sibXbcGD77ZLrr3qOHG77f/k5rJrrwoyFPKWtVZZVbvmypmzHjSzd46L4uSZ6v6AX9AXRj+vTr1e9SptWrV+so6/333+/69++v55588kl3xx136NrWZs2aqZ/pzqYCQ2Rx/VOCEVvDGhcX6yoqq12fvv2lNDYlWETceG8t6zLJn42QCq+88so/S7xb5TgmPz9/UmZm5sm33367p8TdiOXLlycmJMUvjY2OavftrA+iUptlus7dB6vesVkKi/LcmqwVLi21WX3nTj0fW7V8zVWHH374bi9XgAA/Bmz7jhYgwPaBUVGewB2FjKbLg6CNPGggoakiPEFS5GHTVdyW8jtNjiGmDRspmABzI4GH3rZAfG7+pM3Og/LwKxfv+8UwuHvNmjV5XqimgzxkT5Vy3S75DaJ8bNUPWeXhui1sb13tgY9gJAiqxN0gv6nbUjlfLGktF3eN+OWLAbNQfldVV1ez4QRhttioJECAAAEaQ/dhRzXv0aPDs80zMk8qLS2tKyst+cVHb744Vk5t8yY8derU2N69ew+qqok+Njoq6pjomOi+evty9d/U1tRMqq6Pen+fbu0XhILvMl544bWnjjnmmAt3nbDWC2HdKISVTZe+dvWQVTlnpNXCA7t3c5/n2Fw7Dv8d6RiJlWfUqpUr3dFHHeu69+zhykuKXHz4y07TuGTJNNri4lKXKsTumSefcAMGDdTy62lJb3tAuMqqSrd21Vp3yWVXuvVZq4UopknyEt+fRChfwq9cscL1GzTYjXvjdZcvhDkjI2MznUQSe26Zi5DW999/r6Op++yzj47u8rtbt25KPkPPtwYd8hw34Xd6erquXW3Xrl0YYY1z5UKq9+nTz0XV12l4W8MaJ25MjI5G/1byf/iiiy6Kl3S+TEtLGyD5RRUVFZ3XsmXLl/fEp6XWrFn5j/btO11XXFIcwyZT9fWiQ/kXExXjcvM2uPU5q11O7oYvU+JaHX7yySfv9R/mlrY9UXR6m+h2t06tDrBNsBb7QmmLJSLbvEf/GLF9d7cAATZHOyFkx8oDoaM8QAbJ70S5QPqKGy9+beQ4wR42wFzxb3hggfCHmMmugjSMsCKWruTHaOUdGzZseEzcXb6g5QE3TOp2m6R9Ir+pB2CqFm/Nrd47i1CZG3QESBN/XPPzu4QH9tCX39kirDNbybGEyRJZIvKN6Gi6BgoQIEAAHw4++bzRiYlxf2+ekTGopLiopiC/8MIvJo3d6mdrli7Nax6bUHtodJQ7TYIdKl7pcrNaITemD11d1DslJblf9e3bd3fshhz1+uvjvhg58qD9amurd5Kwev5UL2u9N8K6fMnX3vczQ8K91e6vBnu22D05/HhbfgifMzlg5MHusiuudG+MfcVdduklGmZruPnmm91vr/69e+3lF93nX3yuI62A9Az+43DUC6GrFHJ33Y1/dFlrs1znTm3cwIEDtxrni8+/cF/N+tqdeeaZ7vrrrhV9Vml406Ff0FOk3+byXGYDptzcXCWVbJyEy/pV0jRBDwjniMMxhNU/wirP4QbCWlZe6Xrv01fieiOsxAkbZV0qVRki6RRfeumlR0q8yWLLxJaUlKyS5/a+Dz/8cL5X292L7Oys38bExtwg+ugEYY6KinYVleVCVLNccWmhW7tu1dSygqhjL7ts7/8Oq9ThRXHO0UoE+MEgfZuBif+TdnhS5Cc5627X2UGAnxXatGnDG8mp8iBg86CGBysPl3DwYPK7BowF/Ly3n956FeJ7RkSNHvOg2VkQ309YDfgjkt8XIrcIcZ0SOrVDkAdkO6n3H+XwCnFjeAj70RSEFZ1gJHkP3Fgtt/nzUCdPvz9o7BgQz1wT0fXdaWlpt6xcuXK37pIYIMDejOOOOy5hZXFlz3YtWvTNzt/YLTUxJT02LiZRuEttaXl5aUVZZVGz5mllbVu2KMzKzVlXWFRUEBubWNB/cO+81x56iKn7Pwl0POCApO5tuh0lhv8lScnJJyYkJkUVFxWszM3Nu+zr98e9J0G2IKvz5s3LTGve6kQhBGfW1tUdICYrg5Qzo6LqxtVWu/e6dGm7LBR0tyEvL++Q+fMXfdiuXceY+PhYt8uElSnB4xsnrIQ3cJ/1C/f8SG74sf833yM9/Mij3U03XOeuvPwKl5+Xp/nGyP2dzYjIj3DM3KmSZ0uc1K2goNC9+fZ499hjj7pp06a61NTUhvJsFyTN8opK99e//d1lr1/v/v6X25U0VspzM1nyhPyhOepbWlyiO/AybfncX57vxlwwxgnZc1VCWKMlv0063JykhvuFHxs4Rr/4G6gHgo7sOW5iU4L9I6yQWMpcWlahhJV2NKLqPUM3G2W9QtJ+VKTuqquuei4jI+OXEiG6oKDgtuzs7Dte2w3fZo2E2XNn3tW1S7fr6+uiY1hrm7txg9tYkCPtUuKystZ8XJJff1RAWANsL6Rf8yy6VtohIKwBAgB5SNwjROk6/wPHHjT+B44h3A9DAaKVlJSkDxK5sFQIh/Dg4sEMKSPczoD0IhFWA+eB5PeKlOcvYvBs7/pWXacq8W6WdNv4deDHrhJW0kUX6MifjumJ8+RBHe2Bjr/B6mew335/jkXX+RL/sLVr184JeQcI8LNAZs+ezTq07XxMYlL8CVEu5hAxZnvEJzKNn2tJ7g3yj2uE9YIKrjsMeMgLL9zq6srro6Jy5TosiouLzU2KT1xXVFa2Tq6wgpjY6FVR0bHZq9euyhs+cN/CuKTo7NcefRRjYq8zIo46a0znyuraIWLHHxYTHXNSSmpaj9i4eFdSXFhWXVPzePbKjXfO/+qd9aHgHurro1auyj6yPtpdHB0ddQI6qq2rnRJdH/VSfX3l1M6dOzf5soutQZ4Xzy1YsPi8tLT0qMTE+J0irEZKaXkI65tCWMPXsCKR7vn0ExPuxztyjHAfHzJsuLvx2t+7q4SwvvL6WHf2ub9wORs2uI8+/MDFin4rhVAPH76f69t/gJvw5huuV88e7r0PP3T33f8f9928uboEhbT8CP9tsDrXSH0u/vVvXGZ6czdi5AFugKQ9aMgQN23KFCfPBCfUTtfTHnfyKS43Z4P74IP33XNPP+2G7T/C3SYEt1qeQeRh6YWLPcf8x36/SL8NphuebegLF3uAYwirkVVcP2Etq6h2PXr00DTCCSsu/ULy4ZvBQyWt4t/97nc9JN2vk5OTm5WWlhaWlJQMefzxx1fI+c0Nl92Ab+fNurtzpy6/d/UxHmHNy3F5+TlSh+KAsAbYYUi/DghrgAB+yAPibrnBX28PmnBszQ8jgY2QIGL4sRYHATycIGc8dAAPcYjrzpBW0toaYTXw8JN6MI3iP5LX3cXFxRu9M1uCdaqS7u0iuk41Uj0Nu0JY0Svl5415qHyanmdMOa0POsRFn/ZdO8uL43BE8gulnSWHJ6xbt2625xsgwE8bnQft361Vq/TfxETFnJeUnNKF9YNVlRWusqIqx0XVf1dXW79SCOhKuWjK5bqJluuuuVzrmXKxtBCCmiLhm8fGRLeV+1bL2Ji4FNYaRsu1yG6rXFNiZkNrXU2IHEXxJc+6ujwhTCWSXG5UdFSWnM8rLikryEhrlpeQGLc+Ny8/K6reVUZHxZS4uqiirh3bFWe0Si179IUXyl12dpXkz5zByG/Htg5unjHHXHxxStnGkpY1FZXtEpKTMoQCDKqtr+seExM9KCYmtk9iYkoSo3boobysbGFlVc1LYrq/+M1H4zHsGzBv3vK2zTNSL4yOibqsvq6+k+joM/F+qq667O09TVINottOtbU1cz///Kvm7dp1lHvjLhJWObZNl5YLYYVI4E947sUI4Q12b8W1e7D2A/ltfpGO/b+jJYno1HSX2CzDjRo62JWXFLvjTjheSGKO+/ijj12MkC02PBq233DXp08f98H777vi0jK3PGuDW7N6pcuIjVLy6Qfpbg1MCU5ISnZrCkrdqJEjXJS0/YAB/V3/AQPcxx9/7NauWetipGAQ1mOOO5ZRbPfuu++6Fm3auQ8+/cKlx9a70oJ87femQ9ONX7bmF+mcwXTEcw49YQfY8zx8hNWmBCcmJriqmmjXvn07jauEFaKq8T3C6xtlvUTCYNjXXXnllX/PyMi4UY5jpJ6P5+TkXP7aHhhl/fa7Wfd07tjlmoCwBmgKSJ8OCGuAAH60b9/+H/LQuJGHDfA/ZAzhfnLx6IgpJI4pThgAbJPPpgsWlgcRZBUyi/CQYkMCCC0Pmkj5NAby2x7CaiAvqQ/rW/8WWt/aYBw2tk51a9hZwkra6JVdEolL3dGREVbLGz2x4QXEFb1CWtER9fYj/LcBf0TyWifuCWvXrv02dCrAzxwzZ86Mk2snsaSkRGy72Ljk5OQ0cdkkLVWu2STpM6xT55NT7OIdL/0yQfySJCq/1ZV+yoK6BPqY73qRn0LXxCgUvxiOxa0TtxZXzuNqYPHDAdXixaYjkEdeLOGWibAmu1pIRLn0/1IpX2VqamqFlKukvLy8RO4bxVImftfK+YoTTjiB8C06Dhj6++bNm12VkJCYXldbI9dV1ReFZSWvr1uw6D1XXcosi+3ajfPWW29Nvf1//0s+ZPhBzcsrqlrW1FW3E9O7eWbz9A6iu46VVVWtkpOSMqQ27aT87aKjo1KF2MZERTOjRIitGMx6X5LaUmOmo3LdCzvSEVyJUyEst0qIFfUtSUlK4q2U+Emh6+qr61xUlRi41XK3qJJwoiNXLdQnVohkfHR0bJwQjcTYuNjmFZVVzYWopYqxnhobE9MsNj4hCoKOAU92NdWVooMK0ZWbJelMq62v/ejTca98LlXc7NuqS9eu7RwXFXtdbHTsZXzasra2+onKmrr/9e7afnfvvL5NiN5uEufvU6d+HN25c7ddJKzS/HLsbbq0ibASlvO0EUJ4P+ivjQn38W35MWLfuWtX16ZzV3luJLgWcm8vLCrUe3oKU30lO7lyeJngpG/p5khFhcWuRJ4N1WXFbvmSJTp92Mpi8B+Hg3pQjt79B7gK0UPHDu2lP1Trc5M8IXbUkr5ZXFQsv+NcvDxv1q5b55JEt4vnzRX/ws0IayQxfYUf228rC7/9MN1QRq4Vv4SPsBphZdfikvIa17FTxxBJDY3MIqERVo5Da1kXSTY820uvuOIKvlrwrdxDOsq9o1ruIUMeeeQRNgTbvFBNjICwBmhKSJ8OCGuAAH506NDhH3KTbyCsIPxhA/x+HCO2Xf3GjRuVjPIwsvOA3zYCi8sDCzIGON5eEHZHCCsgDiLlmyHuH6RMGGN/FmGdarS/vtvCzhJWDCNGViGkkFV0RD0gpf76oy/S5kGNrhiJJhzxTJfAH8dgfqG6BoT1JwjpA1G5ubmpX331VaIYcsnSF5tJf8oQo7u1CAS0uVwXbaX9M6RvsfgtTX5DOFPkmBHFdHEhnxBLPkMVL3GiuZbod7jWj4AdR/ILh79/GhoLCyy8P57/2CMansj1Uy9pVUm9mLYB+cQtkDJvzM7J7VhSVt65vKJc1+7V19Uv7Nuz27P9+/RaKFErSktKiitra4tEH8XZ2dllAwYMqOjevXuJpLcrD/4Yl9kzZeDAns369OrWZt7C+RnRUbHNW2a2yKiorGgj7L2DNFVqYnx8q5j42Ay5hpvV1daliH+qEIT4qJjoRCEEsUy5Zaoy5ADigr7ElJdjyUGPGdUViF7QDcfetGUhv3X1kNpy0U+h5LO6srZmRVRdfVZVVc238UkJSzZmr1g8d/r0iBvNLFq6av/khIRLpOEvkjwrhPDdW1le+N/evXvnhIL8oJC6xot8I4d9hbBG7UnCigDru9omoWOuEfvtl3B//2/Sp8zY/Ly/8YeT1EPHesQfvQZZP1olddIRfg23CeG/I4G6UN94eW4wQuu9N1Iv/qqr9RTxaiv5Spmr5HkkfUrLb7rw6yWSNHbe/IG5wOpOHtTVBBIfaYSVKcFJSYluY2G569qlixBTb1TVi7M5aY00ynr55ZfflJGR8TfJj8/c/C8nJ+e3u3uUNSCsAZoS0p8DwhoggB8QVrnp38gD1g//w8Zgfjzw2cUQEgpZ5ePjPDjkompwSQ+SxjHElpFYCBjkD+IWTsa2BtLYUcJqIC75iORK3Jb6UN9B7AxhJR/Cp6WlqS4oP3oyIopQNsKZ8cTDm+39qSMj1sQnDDDXD79fqJ7r5DAgrHs5pJ3i3n333TRpM4hmkqCtECumpTaTfsEnpJpLsDYSro30AYgmfhnSR9LkOFn8GBWNYZ0bfSbU9iSt4BihT/ldE38YO95RbE8cyrUzsHi4fgFcE3ZdYBR65yys+Ms57k9cs6JTLnYd1ZU4xeIWiEDm2JRsg0i2SIGELRBdFss9raC8vHyNpFWSmJhek9gipbR9827l7F0j8TcbpdxBUHjaMcU1b52WnN68WWJcYiIvrlKTk+NS0lKSErjBCB+Oia6Pqo+Jjqqrrq8rLisuy99YXB6XHF9XW11eVZiTV+AKswskHQyZRg1fqWPMsmXrOsQmxnYWHQ0VvewnBRgu9Wor9VhRXVf9ZHZh/osj+vVrdMnEDwHppyeJ81ZdXW30tGmfui5dmoKwbvoO6/YQVoPXn7Yu1g93RCxtc/3+INLvcPj9wssNzG9rbmN+kQQdWZjwe0n4OTtG/LB6oTOeb7jcuziONMIKYU1JTnLrc4ukH3TR9iesklXf6CpE1TfKyqffhomUXXXVVS0kj7ny/G1XWlpaIvfWwQ8//PByKcrmBWtCBIQ1QFNC+nNAWAME8MMIqz2I/Aj/DQiH8JDhwb9+/XoNx8MHAmsjqRiMjBQinGvVqpWSNMAoKw+s7QXp7SxhNZBGpPpsD3aGsGIQMVpKPPQFAc3Pz28YbcYlPYxWdISLPnlQs7sjO01C+NFdJFAfA8eI5BMQ1h8Is2fPTpH2yly3bl0aG35IP82U9mwnbcL3ixkFbS99oo1IuhzzLeN06Y98wzjBXmDQ1rSj9VNzPePbm0IeSX7uQAPhDz70aNcrLr+5d9gxwDV9m4655qTNxPKOqpVTRRK+REKVR8fEVEXHxFbHREeXSzoV8fEJ5bHx8SXRUdEl0bGxxbExccVxcTHCkDgXWxgfm1AWmxBXHh8fUx4fowQZwlsl+TFSXCF5YoDYDYUqMJ1aOJk2KJY/52LFjynX3AQYGU+srKyNLysrSxaS1qK8srqNJNNaKpUkBnKG2JfN6+vrMqV2aVL+GJQi8XPk3Nzo6PivEuJip7dtm77bd/ndWYja3xbnxKqq6qjp0z9vAsKKir3P2rwphNU2Xdpewmruzoq/r1lfBHZs5yy8Hfuxrd/AX/bwegB//fxuuP+OiF9vCMAP2G9zrczU24Rrkfsdrn+EtWFKsDwHU5OT3er1ea5L587SB5I0nS0IK7/F9Y2y/kbCPSVSJ+TwtoyMjD9JfjEbN278V15e3k27c5R1FwjrBSJ0imdFPCX+gJB2bDLCmpOTo/ZNp04skd+87/rP8TL/66+/dt27d3edpb3DwzYVyPOFF15whx56qNt33313Wz5NAenLAWENEMAP1rCKsbwZYTUX+I8B4XjgMHJoJIzfEDAePPjzG1LKTYg1m9yUeCAxKgvww2Ag3PaAm8quEtZdwc4SVttoCbBLI7pjpBkdoStICrpATxBUSCv5oCsjspHq67/J2jH5SJ4BYW0i3HrrrfHHHntsqhg56dJuLUTPrPNk2m176YuZciwEIaqF/O4gLlNuU6UNcCGn0mzeGm6MMkB/4FpC6Acm5mcS4IeBXUe4dsw1Zb9VQuflj7qcp52FyKrRzFpW8ZXzEldsPab9Eta718XUKeGNiSmQflEo8dmSVdxo1rXWRjMfVI1W1gLXMVE4uq5eKJr+Fy6rE4brY4R/1UlPEdIbLfHriiVesfSa0trquo3S7XJjo2NXVVaWZ9fWRq3r1atjFmlrZfZyyLWwjzizpbyJ3Os//XTGLhHWbX3WhvDh12A4aGNzIwnYoo9EPEca9A2BheFQznteXnjQ2LEhkl+ksqMlcrFz3vTgKNVhlHhxnrp757z6NybAwvpd//nw8OYatM4ids34hZe0RlhxebnN8zE1NcWtXJuLjeIyM5qRil5nrGVVsqrHHlHld2iUdYHkw2yCsmuuuaadtPU8eQ5nyvN1neTd//7772eGwm7BThDWk0X+LtJP5G8it4n84NertG2TEVZezmM/3XXXXe7666/XNgNz5sxx++23n74gnDx5sm4+1rt3bzdlyhQ3atQo7Se7A6tXr3a9evVyb731ljvmmGN2Wz5NAenLAWENEMAPRljlpr/Fpkv+B47/mAc9pAoytmHDBiVaPDQgYmwc1Lp1a/3NmyymC0NcmQLMQ4kHEcYCvyFkdvPaFuRi/VESVogp5aWuq1at0k8VQNrRBXriGB0hkH/CkQcPbepsmy8Z8PPDfuMikmdAWCPg1Vdf1XWbon/ppiktRK/p5eXlHEMwWQvaVtzWontIJ6S0lfR5puvyhoX1oKmQT9oGoU25JhAz3HBpc/NHgLkBfrrYsq0jtTnXar0Yq1FFcqlWyHG5dJkcuW5za2vrN0q3goTmRcfFZMfHxOTL/a5A7gf5zZo1yy0oKMj+5z//WTBr1qy9fjrhzkKuHwz3m0Qf0byo+/zzL92urGHdggx5GYoAAN2uSURBVLCGpgTXSTyuUxO7fje13eawe6v/ONyPewLAtXN2ryiTutTWsGdB6JwXKRROf+j/hPgEfemLP2Uy8HtHwGZNPEfKSr0NEK1enstv/RX6HaWEgh2l2QXbwu+IaGqNHPvh1TcyYYWcRpoSDGFdsSZXfrdybVpnanyPqHrrWTeRVs+1UVbBr0SelfB1V1xxxfOS/i+kraPFVjlXnruv3X777ZsU3ITYAcJ6iAj9/UARa+CPRT4S2VrZWov0EdlWp0gUGSHSWLjnRH4twmyPLSD9r0kJ6wUXXOCefPJJt3z5ctexY0dtx3//+99qM1555ZVuwoQJ7uijj264jgzYREj46Cy2JX3E/Cwc/QgJhz+dNWvWNBDWESNGqI0Vnv6OpBdehvC0dgVyHQWENUAAP+QC22JKcKSHDr+5EHkYYryzLhXCygXPw4KbDxc3Dxp+c/GKoaXnMUAguLwpxbD4uRBWdER5KTtv9oyw4m+7AjO6ip5wTSdGWNEh+RrwM9gxrom00TrJ9ydJWKV/Jrz99tvxS5cujevatWuy6C65tLQ0TfoTT5Tm0jZMrW0l+msr/Y31SxBO1oky9VYJqPjFy+8UXD8BRXe4wG/E4prw2+A/DhBge2H9DNeOEa55f3+zY+6VclwpUo5IEuywzAZJedJPS0QK5TrIl/jr5R6VLeErJd0iCVuYlpZWRPisrKwyuedUnX/++UxHZmryXgepK2uz50r5ulBv7re7Tlg9/XGX3LSGdeZmhJUwuIQH5vpBO5kbfhzpN0J78szbsD7b7SdGcctWrb2RTUrj/SeWhNUDjbNhfZab8+23Lj0zU4zxFlou/LcXGlZk1YqVLlmI734HjGzQlR+bUvSmTc+fO9ety8rSnXjpi+hEzxJ3G+IPZ8d+1w/TjfV5b2R0E2E1shpOWBlhTUlt7jq2Z28HNonaRFAbXBXvOgofZRVCdJxcI+PlORorz9NxQljPFMIakajtKrZFWB998IXRH3300VMS9HSRXSaD24mVIuHfoZ0i8g+RiCRI+kCTEtYXX3zRnXvuue7ll192p556qtqE7NXxySef6GiqPNcbRlg5hry+/vrr7rzzzlObaPTo0e4///mP69evn/v973/v7rnnHjd+/HgdIZ00aZI77bTTNBx49tln3S9/+Uu3bt06JabS1u5Pf/qT3gtuvvlmd+mll7q+ffs2kGiuAUZ/r7vuOu2TEydO3O70LN6bb77ZUFYwY8YMHT2mv+8KpB8HhDVAAD8grHKhNmy6tK2HDxclJIrRQyOsgBsTZMzeEkPSIKY8uDFAIGkQVuL/nEZYuQky7WXlypVK9I20oifqYvpAiEN4HtrUGcJKHMBvgx3j+o+lrX4Qwvr00093EKOjldzEGQ6mgWKkHlK9GL57GSt6A/p5FSHnfF6FtXmQxyTxF9XGx0q4RPmdJg9L5n6xsy273RKPTYZS5FyqnEsV/2Q5Jix5QVKjwttGzqmL8UX/xUX8fiYBAuyNsD5Mv+bYhN9+P38fpm9zP0HEH6JbgyvhyuRaLJFjSG6ZuKUSnBs+BLhQhLW6RRKuQq7hakmnStLQdbekIfeq6tTUVNJhl2ZJQh8WKuJXK9d1nVyHtfIsKLzooouWiv8OQfI7TxxGxKIhn9XVVe6zz5gS3H2XCKtuuiTIYpfg8ZPc8iWRR1gRQLxwSJm2cMOPw39zD18l9/sDRox0Rx93vCtg2YyQKwoeCtoAwjNNuUqeMRuys92rr77i+g8aqH52frsgwWql/ksWLHC/v/4mV11TxZQSqZtXJ38yHDNdPVuIateuXdz/HnpY7th8KzxFw5sOIwmI5Af85/0wvZjw3PPL1gjrmqw8FxWT4Lp0aivPQm/qPXE2kdXQ9OBGRlmvvvrqOGnn2fIs3qe0tLRMjgftrs2XtnOElZ3bfyfyfyItiBfCDJH3RKaJbM8IMM/4iLuB7yrkemhSwjpu3Dh9Yc8aVYjn9OnTlWxiO9L2nPcT1q5du7pBgwapP+FmzpypBHefffZRoglpbdGihdqExIEQQ4T53vCxxx7rZs2apfYm5wgLSf3qq6/c+eefr+mfcsop7tprr1X/Dz/80F1xxRVu6dKl2m8jpUf+lNOfnsX77rvv3MCBAzX9AQMGuKeeekrzZwTZbLedhZQnIKwBAvhhhJWHdvgDJ9wFPOR5IDNiysgggh9GFMTBLlIMCDOeOGYqCHH4DTnDjzjbAx5yP0bCSn2JA0ldsmSJ+qEf0xPnTE+QWupGWB7e+LO+FV37gS7MDT+WNtzjhPXJJ5+8Ser5R6lDM/pJpHLZMfU1Pzv29y0L6wfnzajk2MTO+X8D/3GAAD91hF8zdn2Zv/+3XXO4kcC1Y/E49j8T7BoE5odrEkqXb15O2Lhx45gbbrgBUrxdkHQ/EOdwSScKwgRh/VQIa7eu3eV+uCuEtVYNonUbQmtYdUrwlmQVIY6BY9ODwX77/Tk2AabX8vIyN2LEge6qq69xU959x11+2aWN6txw0003u99cerl79ukn3edffK7fIPXntS2gFab1Xn3N9fK8qnYd2ma64dsY5ZkqRvf8BYvcYYcf7m688XpXUV6u5TQdmk625xj4j8NheiJ9nnPmIo0T1lS3fkOhK6uqc506tHHN0pK9eCL+UVYjsTGsbRUiHhpl/U6y3U/Cl1955ZV3CWG9Xto5Rp6pl7Zq1eqJ3TEteAfXsDJt9xIRiGt3EabpXiyyW0Z/dwSipyYnrBBOpuBC5v73v/+5Aw880J1zzjk6My+csGIbHXfccTp9l6VTINLa02nTpimh5Bzh/GEYRYXgWnixiRrOQViNDBspnTdvnuZHvtuTnsUjHdL7y1/+orYaxPfRRx/VpXLUfVcgffgnT1h3uYMF+NlBroXNH7yNuYAbBQSLhzyjhPw2P0glJAtCyjEkDEPCCC5hAH7+NH9qoG48vNVgCtWTKcD4UXcIMDpCV+iJ3wZucjx8TVd++NvDf+x39ySee+65ZtL2N0k/4HMsDUSc9kaoh7+s6IP6UzfqbHW3Y0bjw8Xfj8zIRI8IIG3rgwh5+n/vrFi5m0J2J0wXTS3oeU9IY/n5yxJI4xKuK37bdWbXGtcP1xjXE/cdjKlIwv3If0x4uz5JJ7xtAP3brhe59uKEfJwm97qD5Px2dXxJb4g4B0t8JavqJ2l7183OXztEV+GYf6Hf0dGb7hfk4RcvnnfeDzvnh9/PdOG53j2end67de3oli9b5v59773u3rvvdv/+173uof8+6B584L/q3n/vfe7ef4q/uCuXL3ft2rZxGRKvRnRNWuFtu1UR3RG+a9fOQgBT3fPPP+/+c9+/3b8k/Qfu/4/m5+X9gFcWKdPLL72kdWVXVqbahrctaOzY4NdDuJ7sN65fDI35G/ChfORbVlauLyqsjP6RYPzUP+THywxJr78EP0N+R0vffVeeI0IjtY5HkazIDw1mMDwg0lPkIhG+P7ylgn8iYMT0xBNP1GnBjzzyiP4Ov85+zDjhhBPcWWedpdOOl8k1z8BDgG1jy6s+QICtoEuXLv+UG/kN3PCBPQTsOJLLA5lprVyUtrGSGUmAh4+lwzGjqxAxfmP4YAzx8NhekAbEhTg7Eq+pgMG2oyOs6JOyMi0Y3XDMGzyMQGBpmY5InzC8aYbsMR2YMJwDuP7jcBeRPNdJG+yxEdYXXnjhqIKCgvfmzp0bhZFr5aDclWIk10p/8JfRXOqcGJoSzZvocFhYwLE/LjtrMhKAfv3hgP3mrS0f3wfloanW/jQMlCMlNVXf0MsJDUv/DG9n4mhYSRdCDthMpVrqyLnwtC0sbUo5yR9wnrRpX64V05mdMxCfuKnSd/AlPmucJScJ6IXxhyc9pkCJp44gERb4wxgIy4gGYcmnSPpZuC7tmLIy0sFv9EJ4YLMDbN11eD6EQyiT6Yu6ch0Rj3MWx8LyQitO6owv9wfChqcLCJssuk2QsMBeajQWlpdq3Kcop78dKBcueUVqcysX97lYwoqfEbjwsICw3OOsvoTz19dAnujb/2IqvOz+8H405t8Ytha+KdMCnKc+3bp1oz7/knvQjdsziiW6wGi/SiSKkVJrk1mzvpW0uos+Y7ZrhJVj/PR8SPS6l7BZORvdW2+H1rCGrkeEY8QfB4mE8Day37j+Y0BfP/740e62225xp554spsw+R03cOBgVyr+y5YvddGUTcJ1bN/RtWrTxs37drbbp1cv9828ue4+Ia8T35mo9w8Qnm9jYBdgRpjvufse0UWVG3HACNe6RSvXpn17t2zJYldYUqy6iI+Jdfv0GyAEsNQtXfa9e+zRR9XQPn/MBfIc976n7tdD+HEk1xD+22A6QrgecMnHxD/CiuufErw2u8BV1xA+WqcFxyfIc1LS2DQ12HtJyW8bdeV8aJT1W8lr/4MOOihh3333nS/P4g5iqyyTe2/fRx99dMs3wruIndgleK+EXBNNPsLKutSxY8fqtFxGKFn3yb3SzkeaEvz444+7gw8+WEc/mXbrH+GkHzFrjWm4Fu7LL7/U9P3Te5nCyzTizz77bLMpvOEjpeRBHPJ97LHHGk2vsRFWG7HFFmapXM+ePbf72m0MkmcwJThAAD8grGLEKmHlogS4/uNwl7AAg5QHP7u2YZzhb4YAwFDkYWQjsTxMMHJJI9yQ2xq48H9shJUyQ0owxI2goBumUDPKgY4IY3rBZV0GBBfDGOGGjo4Ih1i64a6JpLlOwo9euXLlbD25myEP/bvffffd67/99lvVj5WjpLjE9ejR3fWWB4zBzlFX9PDFZ5+7IjGQlDCKfixMYy6CcV8qaQ8dNtT1koeH6RAdoV/0hd6mTZ2qa8JqJJ8hQ4fqQ836Gi75U1761PtT3hcDuUTIda0btO9gN3z48Aadkz5i7ffupMkuvyBfSeFAebAdeNBBm4XlmDKQ/jsT33Hrs9ZpezYPja5DoiHxufJAo96nnnaajrz76wFYe/b1rFnu42kfqREGuT/jzDN1mpI/LC71+Hb2bCftoOXkN2HZrZCwgHCAsvFgnjh+vBJ/+hxhebha3pYu5xYvXuzeekMMCzH+2nfooOlznrV2eRvz3OFHHuEOOOAA9bO8tHwSt6iwwL0+9nVXkM+SgRp3wMiRqi90Q3iLQ17lFeXu7bfGudzcXD1Pm40Sg4GRJkBY/AlLO0yeNMllrcsS/zrXp28/CTuqIT1cwlB+jj/84AO3ZvUa17ZdW9W5pbUhe4MrEwIxdPgw118MGH9eBvrSxx995ApZ9iBp9+/f3w0grKRv4XApF6OYn4tRlJeXJ+Wo1/5PH/HX18LiN/Orr3TUqFXrVg26M1ja4fih/MH2xKEePBN69eo1W+5x+21rcxsJzxq+70QnbSCb1h8KiwqlT3/nunfvIX0ueqcJKzsFk17WhtAa1kXed1gR2sDaht8WB+ASz34Dfvvh/23HuBpP0ktr1dbtM2Cga5+e5ubK9XnxZZe5dWvXuTdee1XqFCf3nnJ3tBi8+0pff+mFF+Q5keZSW7V2H3/yiYsqK5IyeWXYXpBnQnKyc8nN3eijj3SfTv1Ar6MDDjzIjXvjDbf0+yV6TTST5/GYiy6Se9N6N/bVV9wxJ4x2H305y+WtXeWK8zfq/TlcF5Fc4D8G4b9BuG4oA2LPPFwjrEZaIaz4paQku4VLVrmUtEy5l9e4Vi3SXZtWLbT9bZMlnRLsI6o2RZi1rHxmSsp0ruT72uWXXz5B0jwWQiEkqfN99923VgvWhAgI65bwE1aInxFMNimi/SMR1vBNl/ybJfkJK/BvksTmTIRlurFNAbZNmrhns4ESRJS8LB3Wpxop5jn4zjvvbDW9SPEWLVrkzjjjDH0GAPJhoyb65K5A+m5AWAME8APCKobsDTy8gT10/G64H+CChpDyJphjvseKgWdhuFi5GREGwdi1qcJGxIA/zcbAg+7HRFgpL6BuCEYcfjbqQl3QmdUd3fBGGV3SDpB66kkcExDJtWPKJnH3GGGVfKJuueWWr957771h1IVyUOaSwiJXLXW88uqr1RinXP4yUmeeg/f/619u9arVrmuvnvKA9AxLCxfJ5buWK+SBBwG8/W93aN8y4xM/yAT9jzeof7jhRjUO0zMz3N33/ktfBPDAIixt0aNHDx0F4SF003XXu+/mfeeSxTi6/8H/6ofLefAQFqOpgxA1wvKi4YbfX+s++/RT7c8PP/aoGzR4cEOfp/3IB4OIuDddf4N7/bXXXKcuXdwQIUWEod+vXL7Cffn5Z+6Ci37l/vXv+3Qknfpx3l7uiIf74P333S/PPkeJ9wknnuiee+lFHaExndBXrD/O/ma2G33ccToyxa6L4ye9I0ad/AsZvf5+m71+vRu5/wglVrxN/ujT6Q1phoP0DhpxgK7lOfn003TTNOo3QcglffTDj6dJGoMb2gHQlw2/vvAiN1Z0wIYorwp5Peroo1SX1BXQFsSjfL+76rfumSefVLL78KOPuNPOOF2Iojf6S79Ct/Qzro9/3nWXTqMknb/ccYe78FcXhYiiGO3SNqyXol24zp547DF3x+1/0TY4QAwPwpRIHT54b4qOLt99371u1CGHqB/tTprWZykf0ypfflHsN/l985/+nxorNrJsZSMso+EvPPece+6pZ1T3F//mN+7UM8/QPKw/oRvC0na80HhBDJvjThytZea8wfQTDvOvrxWSVeu1aRQf1YzmJcGWbUh4jSPCefLYmg3KeV4CsCGPd01uuna3VSYD7SPPlJrBgwcPOffcc1lHGDmiQPLj0xqPSR7R3ksA8ZM/tNtXX8503br1EN1s3xpWI6yAMNQFQS1ZOfnurbffccsWzyJTfflAOS2MpumT7YHpBYQfM8LZY5++rnWX7q5Du7audYtMVyLXEtNuExPl+pYaEK5Crm1eYHHNb5T7y2q5Z1UU5Lkl381tmCEC/Ok3BurBqGKvwcNcbHyi69+3t75Yq67yntP6sknCQaR4DvObT+AsXrbM1Uj//P7bb1xubo4XLqSDxlxDY7rCP1wnfuGa4RozMcK6+Qir3AtFV0uWrXbNMltrn4iNiXWdO7YVfSVIu3rpeGQ1RF5FzE9Ja5zW5UvJ8yAhiv9P8vmz9LMYqf9Zks8bTb2ONSCsTQ+ej/SPbSH8Uzf+9ad+gru9CE9ve0Ce9tmepoD03WANa4AAfsiFrFeXXWSR3HA/wIONhwiGIcdc3IwA2WYJkAgMM51SFwqrDx3fA/GnCL+OuElSV4x0AMlCJ+jHdIQhjoHNb4woCIE9yCPp3u9G8PMO9gDefffdfdavX98f40ezFdG6SvnbiOHRt39fnSrDxgpMOUPOPPNMnUaTk7NBd03u1LWLrtmi3lsD6UMQIFA9evZ0CaJHdEp/wqXfocf0jHT91hvkEv0xyoheIRj0U8La23v6JYQ1JyfXxYph00YMJfouD0jCkhfhaC8MvuzsbJ3qw7TVlq1auUzJj3wsrE2RJ9+NubkalpccLSQ/4mDAAF5YxMTE6Wck0J2JXUfUlbA52RuUZOCHEUc88kEIb9cQbn5+nsZjVIGyoU9GuS2sH+gAow7ynB4a+SU8hAHxg7jkj0G96bqVfKQ+1Jef+Pnr4AfT99BJYkKipO2tcTd9UR+AviB0tBMjy+iMMOVl3iwD0qXtrRwY+c2lnUgXKSnxPptlaVMerjPIJn60U0pyihruRlCSU1J1tJW8Ibq8FCAuhJwXFuiH0c9yid9O/MgHfeVIH6CslJ2pr7zxJ6xX3jJ9uZGYKOWSOmRL+1dKfMLzOYYhQ4ZoHShTaWmZGDYdNP+y0hJ1txfCJ11cmtxHelS75v0qXUKHGhcVlyAkNhTAB9WF6Ky5GPzJaRkuo0UblyS68Npxc0BUk5JSXLqEYUQro4UQA23jHb9Xi35i5do6bDvijhGJIpwFNeKFH7MedhSWDteD/A+5Jpt+o/OtiT9cpDjm5xfzj49PcGuWL3Mrvp3lPpo4zr301BNu/Ksvu3Evv+BeeeYJ9+qzT7lXn3nSvS2/J459xY19/hk3ffJEt27BXLd80QJ9abOjIO/Kyiq3fO5st/q72W7cS8+7t1950b3zxmvuTTl+TfIci0heE19/1Y175QX31ovPucUzZ7jFX3+p9xD6OAivl0l4vU0XkfzDz/vFH9YvfkBO8wt5Fsa49GZp+sKS+1N2zkbtIzQzLzA2W8sacrl/ete6Euf9xW+/hQsXfi3xtXfIPWb/+fPn77FnZYCdx/aQVcA3/sP70K5gZ9LD3mjKMvwcEBDWADsEuZnLNbb5QyOSG8mPBxwGJUYwDwgMRW4wkAdcfvMAMcOZ8BbfEP77x4zwulB36oxuIEJmeENU2ZQD4RijF0MWYkUa/AaWXiS3sXOChoPdicWLFx+xcePGhp0FyB7iUyXEoK8Y6AUFhe6jjz5ykydPdu+9956bMmWKTlv9YsYMt3zpUv2wPYQJgz30GYJGgZFTWVmhIwY9e/XUCvrqq6QSbMzd6NauWaN9rbauVkkFJMhAHPokoD2YgsrUVdrHyC3HgDwhT4B24UUC5IY2bd2mjfZvf1hrM/KulHbOzfFGKyDXEkkVRFzIESOO7dt30N+RQNkhwxjshIGEMqJg8NedY/oOxIiRI77hSFnwx/D1hwWQLQw/yg7ptPNmTIaDsOSNwejBMwrxiw9dz4jGDaVloByERThjdSC8+SOA6X+AcrHbqf8aoF8RTvUtLrq3ckP+rNz4GRG28LyEgDjr6CzxBbyjg4SSrr7ckLwIy/XIywFvmnat9rdWbVrrSBQWMuv1yYuwvPigz3CvIx2kZctW2t7onfa3+vFCir7IixX0WVNbrW1Kvy0q8l5QbQ8YWY1NS3ZtRxa6X/76QHfj7/7PnXfZAa7bUeUuPlPutXLeD0aYcjbkuncnjHfvjn/bfSjXX27OJmLiR1ysEHIp85R3Jrr3Jr7tpr0/Rfr7ps9qbS+oC/d7ub6Ove222zbvED6IXvYV5yBpsyj/yChC26SmiW7kmmNUUlpWz+84Qn2TviJtriPG4lJG/PWcHEcS+h+uP4zFCY/n928Q8c+V+0VBYZHqA2GUVV15XnJsgl+B3I9ypH/RR4mvpQ+ltb2gzGVyL9iYny/3KzbPipCfHHvlKVP95knYIgnLvaqh7FuRxurs1wdi+tuWhKeDAKbzLlm62sUlsC6cNfqpeq60tNxlrc+VfrLpGveTVt18Cn8RrskQbujSpUs+90gg+fbv16/fznaqAD8CcG9mjevIkSO1nwXYOxG0TIAdRcONO9KDw+9GOodRjxFmRj2jDTwYcHk42vQ5v+Fj8Q3+NH+siFR+/HiImjGAPtARBgOGNUSD3+gIPx7yfkM93PVLuN+expo1a44WAzeKugEphauurNKpWB06dtANiRjB9Mv69et15JEpuIz8IGXljNBu+7ZVWe5NCW8lRj8jfIy2JSUnKXlhVHXGl1+6FStXuEULFzbog7ekfB7CRvpZv7Vq1So3d84cJSqLJSx9lTZidJYwkFbC8yKB8vLQI8wyIdm0H2mnpKbo6BNhEcJCZqkj59esXq1kmM16KCfGE/4QUdqdekCiKD9xEUYEuWaKJQ++Ffn999979RCB0BOeMEhamjcaz3UFKBt14MFcEzL+qUNqsldvP1ZK/SkD7UZ+wG9c+pEnBjT9Mpr+K4Y+IB/5o9c8U3YBeaSERI1GwgiKhYyRNuRPR5yFiFhdKZ9dA5QFl/oifKTdXn4hpE97IfQZCC2lIe01a1ZrHAvL/cj6mo4MSxtASHlRUFvj6Yv8EhITNB5TtFn7RlxG/Vm3S50hurRPopQZvXD/Ygo75aQfsW5p9uzZev1qWMmLOhGO9LOkDiyTSJO68v3Bzz//XMtPPhY2WdwiITTbjSjRbY0Y49WxrrJ2oyuqmi362OjS21S6+OaMSm7eflxX5aXFrqy0SK6fMpedtdYtmPetGvhbQOpYUV7iystKvLDr1rj5336jhEASCgXaNtCp9uPi4gMyMzP935ncDNJHzhdHbx7WX7hOAFN8W7VqraN+vNyREOq/Pdi8qKH7o5FVjsW1vu7v95H8OA4PEylOJCEv+oL1B/+xX8L9LC7ih/ltTQDxKaM/ze0RQBr+8tvx1iSSfvx+W9NXeH4mENSs7AJXWlbuMltk6v03LVXu32nei8n8gmIhrTl6DOjPngh5rd9EYOlPEFjB6Msuu6yvXNd5+Mu9q3tWVtb2d+oAP0pAWrnfBth7EVyEAXYIXbt2vVeMvN9zszfDAdd/HO6G+wGOfW80G87xwAL+sCD8tyGSPw8xDEV7GO5pYFhjCPNgjQTKF47G/KifGoGh38Ae2gbz97uR/Mw1Ef2vl4fxaCFlX+vJ3YQ5c+Zk3HPPPYvEbWXtQflLmE5bWu5atGyhU2GlNUW8cgLC8BF9dktu0aKl696nt1snhCMuzhvJjFQ3AOFYv9obOWVEiw2ADARhhIawxUL8IR0YYOiYaZ+MbPG2nqJoWDFgGHFh05Mli5doGpQyQcrQs3cvJTLSSOqP4ePptcYtXLCwgWxKSq73Pr2FuDRz9RBECcOUSoBBvFCIMPUk7JD99lPiY9PUvpk5S6ePUo8+ffuITmIk/1CfF4e6su4RUk3e9BdI94BBg5SsWT7EYNST3T7nzP5WySvh0TFra5ulN1fiq+onXTHaMfzmzZmro8voiOu1X//+rm37dlo+0lSNSzqMLi6cv0DJIyNeRx9/nBIzXq5MmTRZSQkjhn3799MRSLtucSlDXk6ubkjBMfmwsy+7MyYkJWpeFpaRqLISqcO33yoJpg7obaDUgZcBkHwJuFlb8MKDqeeEI+2+/frq1F/KTDEgyNQB/SwRAsrIIQT4kMMP17bghcdXX8zQNdGUnc3BGO1n2jJtRDz0RVq8DIG4x8Sw8Va169S5k04fhzQzGgbZpVyQIjaCWp+VpbplCnLL1q10TRNlROiH2kaSPmR2haRNWsMPGKFrGQ2my3DgjwEeLe2R2L7MpbakvEIQNzRzZeuk7rVCyCV9A+EhfOWlZfpygbwzhABoe4XawA/0Sd+EWBMWnUCoNN+tlCkc6JBRaunjJ91+++0TxWuzQHI+TZx5kkdnrl3CA9qfgPb70+mfud699nEtMptLOWI8AoLIuW2tYQWkw+Y863ML3Jtvs+nSV5wVf+8eTDhzTYC5fpgfetka/Ocjhd3a+a2lvbVzhkjlNoSf8//eWn3B1tIFdn5r9cU14Z7gdyEVzEJgdkNbcdOaZ7jcvDK538W5Lt2605B6TcXHx8r9p1QJK+2WkdFM17TGC8ElHdt8yTZk8o69tazZ2dmf/OEPf+iZlpbWVq7FErlftmjqnYKDNawBmhJyXQWbLgUI4IcQ1vvEIL0GgwrYw8fvRvLzuyD82P8bhP82RPIP9+NhtLcSVsoWju3xs99+/0jHfndrfpRNDL49QljvuOOO0V9++eV4Meaj0AtlgEisW7la2w7DHgPSK5kHa1HaD0LRf9C+roUY9Lk5G9QYAZHqR73Q//cLFuCjaTPteAtIvpA91hASjiQwZOk3WwLSGi0GER/n99oUAwgSRvk1+1CBcSgHhAeDiK5JGMJCkLzAgBPeEdNCWU8aJeU5/OijpQ5ePRih/XTaRxoF/XhlC0UCoSQYUU1OTtF8CUs9IOtbXiuUlbDJ3kiUnKYekFiPxIeCCYhKeozu0WZeWkzXL6PfeIF8IG5CQmJDvz/9nLOVwBTk5bk3XxurBAySTB00LQlv2fETXfnrQH3Ly60OvoKF6sCIo11f9A/KtWV9vXIlJXnr4gFhdAq4lIe8wkF/gHRBUtjgiBcpjLp+/dVMN3PGDG3XLdtyE2z9qoH6GrH2g3Kw9pL1i9SJOvKCwEbBgcaQP6Yfdoul3kcdf5yWyU/kI8H8ddpjTbTkIga/+tS46Fg5F6FMAL3afZOy00cigfCbhRWdbG+Z/MCPeoluH0hPT78mfHMbyf8ccV4UHUbTtwnvn8KJH+27bt1at3zZcjfqoINcVL2QfglDWHLcHsKKy7W0QQjrG0JYly36UvS16aUhoun5wvuPdwSR+p4h/FyksI3F31q6kdBYubfXf0fjbw1Wdr9rQj+zYyOsTMlv166969Sll8tav861bN1W+hCfP5M+KeG5ZrjGSkrKXc5Gb7d2pgp379JBrlPvOaSkNdSH9RoTlzjMmrjlllv0+pW8K4TANn/ttde8OcJNhICwBmhKyDUXENYAAfzo1q3b/WKUXm0PbxDJDfcDxMHIQDjmgQH8DyM//HH9iOTv9yMdHjQ8hMyY2pNojLCG1w9E8gPmj0vdEL/BhD91Iw+MNQvnjxfuhh9LO6yXnycuXbp0lp7YTbjqqqvunzdv3tWM1FFmRsHSUtPcvkOGSzuVq1G4Cf62jdIpWzrdU8jPh++/q2FNr/76mEvazZunu5499/F2yRXyt1mS20SkwKS/yd+ONvcVbDOfxgNgPLP5VEFBntsopBw9McqYmpbuiosKlTArvKpqUl7+pGmewPLw+4FIeYeHMUQuZ4Nv5NMKyGNmS6ZWx+lnYBKFhFZWVbu83Fx9QbAZSKexIjSCrQdv5OwO5kEdmjdLl74jhFOnoEe5Vm3auuz1G4RUVkpbyLUm4bY/WQnJ7rybwWKH+cvPza+HTYCkpTVL0zLxIsb6Pdd9JPxQ/mBH49Df5Z75nRD+YQ888IC3sDgEue+9Js4ZIvrtVaDPEEmL9MyPFwVz585x9XJuv+HDlPwridbwjRNWQDoIpGV9Tr579Y3xbs3SbzY7h2ztudcY7Ly1V2No7Lzn3di5xtPcWnZbK3Lj9UEHocMwNLUOcCMJ7c5LNAjr/iNGuMMPO8LNn7/A5RVXutZtWmvFjHhCXD3SGu/Kyirchg0bXZW0e2pqsuvRraNLS0mmRtr3CK/kVdxEIbM8q/7yl9tdebkuPajMyclpFhDWyJBrIiCsewHkGgsIa4AAfghhfViMisvDH9z+Y7/LQ8ZGVnhbjz9+do4HBAQkXEgf4QFl4Q2Wdjj8ee5thDW8DiBSvYhDme2c6cEv6ARYfQnPyA55+tO0Y1z/MSAfSWeDyEnLly//Uj13A2bOnBl3zz33fL1kyZIB1vYQAnYYPXb0iboDK2++Q8USyIHvWEcb5Tn45YzP3PeLFuooXnhd/C5ppaQ1c4cffYwSXfTlnQ6F8f/1HN8BZ0LHDU5YWKDHDWe8v3Y+dNDwN+SPY+W03mu/OYtxVSxG0ldffKbTPQmDYTbiwFEugSnCoQ1yNsVBl7ibE1k7y8mGY8GmeIKGc6G/myJ5f+23uvLH+28e8tdzzfHnRb8qLyt13307W6e58k3WAYOHCHFlvWrkkbrNYSkJtnGdb4LFaSR86K8vZYX6hEUhDC85uIa/mfmlkMNy7a/tO3Ryffr3l+NN97rtQyNl2szbXzI5ESmKBEG3TP+e9dWM0DXjxWusPD+UP9iZOEI469LT04ffe++9fGZLA8r120Ycvr3awrv3eX1IiaikRXvY/RA/7oELFsx31RXlboC0F9P8q+T5A0FlpsXWCCvgflNcUuGmTP3IffbRRNEx15eXD2EsnP8Y+I93Fptdo41ge8KAbYXbkfJuT9imrj/H9tuOec7xOagB/QfotzeZEvz1N3NcUVm1bmwnhRDS6T0/VeR6URIqLiOqFZVVbl3WBrm2q11SYoLr3bOza948TcvuEVyPtHJu3bosd9ddd1rfWiW2S89gSnBkyHUZENa9ANKPA8IaIIAf3bt3f0yMgt9gPABu9vaw8rs8YAjDtEbII7CHDoYXxwjH4WL+uDwwmCpHWvz2w/Lzw/LemwhreLlBpLowQkA8jk2odyTxn7Nj4rOOz9KwPCK5iOg2V8KdvHTp0s/1xG7ArbfeOmjGjBmzsrKyxCbY9K1YysvOv7Sv1NRXNs9AhKQybVV1KM3MtFlGkhurl7+tCcP6VFwQHp50GO3jp5TG02PDmlILS76ht++hEWzulqTJbrzhaeIiEDTSNP/qGrE3pBh2HqgrorvmioGsvyVdjGI2GrJ+gx99Cf2wbtfWPwL0xmiyjbziT21xMb7oC8TjvH9aJ+ctDVzyor/obykL61i3bBPPZQdW0rXykV9NaAqrhQGcZ/0saz/x1Q2MpKys49RybAoaaiPvczyQdk1UgN4oxyYQyTtJ+nzGwosJUYF8eATG4GXh/fX7+xHuTx0oB+AcbYEfoqN1obpyjjytrMDSIqz1c2BhdTMXz0sR2txFw1If1bf8029+Snv5w/rBtGBeTvlBHv78rK2tTH6Qn9/fr+Pw8JSLdM2fdP1h/McW1qDXlIjfDxAHP3+6gGNeMIl7/eOPP36vnNeTksbF4jwqvxudDowfAmEFtCHfVc7OXueaCcFpkdlCiQ7lYU16bU2dklcjrJTQSkIYdFRT420CJ8mKUBfJgzrZsXdC202PAb/rfaltXvVG4A9kpdjkp0ebpeP7QfDNzvl+hvlHhBXbc7YCXwg53Dy8eUiGmufmZxuwhTceXiEb+ogmEbo/hfoIsxm4L7F2PzU52WVkpks/SXDrs7PdspVrXUpahkvPaK5tw/NCp/eKsP6b+5X+5liE+xzX8eq1G3RZAJ+T6iWktXUrPpXmrV+m7VOSk3STtPvuu0/vd9LXPm7duvWRt99++5ZrIXYBPyHCeoc4N0t77XljK8BmkHsRLw5eFwkIa4AAPXv2fEpu4hfxYLcHNa7/GOMFQ5tpNRjL/DaDBpe4+COExx/h4YAxhuFihA8hDOvGIK789sPyDcfeQFgby5u6Gqz+rCsMPRzV30alESUtEs7q6hn3Xt3MH0GvwHaj9cPyNF0jktdGkVOXLVs2XU/uBlx00UXXLl++/F9szEJ5LW9GiCgv6xxNT9TB+gnH7KiKwQLQB9/TNHIFLC3AixHSIz79JE3qz5Ra0rEwFp71SexKHCP6ZqdiNk7y7w5o4UkL/ROetoFwYQixdsr6paWJUEZ2cY2J8zapoY66BjJEggDhiAsxzMvP02Mts7QxGwGFjPbN0gX5eXlKZtgQpKKiUsrL7r/NNCywsKSFrik3ukIXpMmmTeG6IKzuRC3knhcCeq2Kv34WR85ZOBP6IbsbJ8QnqOFOX2VnZXTjB3FJi8+6WJtXSpnZwdPqZ+CYdiNdXNby8u1UiIa1nx+kxQZE1I9yVFVL+8k9g/az/g/C84iEcH+7Z2kfk3wg/nY9ki+gXrQrO//a9QfM5TxpoBPi0CcYKbd6h+dJWGx3+oi+gBDdhe/UTBzSYoMjvvWKXvybLhkgbJSS/AgfnhdlKy2TviykF6AvdOe/jxg4xqinPKRFWMpIvSycPzz9jPQJQ98njn5POCxNAPHnhQTrDUkXfwS9Sxu8K8+YE2wdq5x/RJxLJL0oRkUBYY2cQjS03SVp9GfThHnhxMj4hg05cj3k67VbXyfxhcTU1QpplTiWt0em6IcSl3+8TJDy81KEfq5rgNX1wjeEC+WlsUNpKMxP/24LhPL61ibXi2m//NDQm52IFGpzbJ5qE4B6hw69tHc2B+4roUPSCB2Lb8OLPE/og+IvgmrpGEnJqbqpm/pJezAy7oXjvubd27iX4UJW9bcIGzHxwmK5kN2CohLdgKl3zy6uY/s2eq0TFsL6xRdfuEceeUR3KJe+/YDcy37/2muvNSkJ+KkQ1gAB9hRCt4gAAbYPvXr1el6MlvP8hgYwlwcGhg5GM2EwhszowagxwwaYPyC+Gh4C/NiEg50jIV6EAzZaa78NlrcfhCNvZE8DwxdDMLycwOoLKDdh+HQHhiD1Jy66M7IP/HoCpnv8iWd58cC1cxi96M8P0rB0QuHZtv+0JUuWfKyeuwEnnnjipA0bNhyH4U7e5Fsh/aOksNidfPqpuuss9URoKwxewmB0fzR1qps8aZKOEh593LHusCOOULJAWMIghKf+C+bPd08+9rieGzp8mDtvzBg9z2/Ll7AIn5C59+57VMedO3d2V//+Gm0DPzmxcqDLf955l1u8aJGGueHmm1zPXr2UiFgbWB+HlDzy8MPunQkTdaT1mmuvdYcefriSY9qFMCaQjrfeeMM9+MADSl7PG3O+u/iSS7S8hLUyI+xUO/PLr9zNN9wo11a5O+TQQ9wdd94p+XovfwgDcDH6s7Oz3eWXXOpWr17NCyb3yGOPKVm0dAFl5hi/315xpZv+ySdK+h554nG37777qr+BcCb/vOsu98RjT0heUe5vd93pzjzrLNUDYiAcZXnt1dfcn/74RzEQq92FF/3K3fz//qjnSdvC41KWb2fPdpdfepmS5wMPOsjd/98HNA304U+fsJDbqy6/wi39/nvXoWNH99+HH9IdiK1NTMjH8vILsLoD86PNH3rgv27C+PHalj1793a9+uyj5LBS7iczPv9CdwC+4KKL3OlnnqH3Of81R5pszPXO+Anu+eeeV4OZbwxfc921ep7y+evOCO7qlavcA/ffr1OPyf+3/3e169yli96//HXnHO7TTzyp/XfYfsOVdKEPdvSd/fXXGufMs89yQ4YO1fuIv+6AsB9+8IH7bPqnVNr1lWvv5NNObeif4WFXrljpJrw9Ts8lJyW70846U+/L1NnCco52Ym3vu+9Mdhuk78UKCTjuhNGuRauWSk4tbVx0xPGn0t/yNua5QUP21bw4hyvlLpDs+7/88svrKIf4DxDnGZEhErfhJkgxbVqwtQFEUokoJDY0EkrZID8QVk+fkqb8IZ6kor/1WMT8ET2GmOpvLy2rh52Xg4bfWib9EzoOuSFfhXd+0318M4h3I2e2DVFL43Et/51OfTNESoUcNvPf1EwN2MJHPULltpOhemgzi3D9cIxoO4rLjtW81DK9W5cgLHGA/pVjjcthiPzyHOG+xUs/mmfx0lVuQ06eVKDe7dOrs+vZrbNcZ569MF7uAWPHjjXCena7du1eD98MbFcRENYAAXYMW1rUAQJsHbH6IPAJ0AeCPFQwlGy0xB4yGAqQTUZJAcYghArjB+GhALni4/qMXkEMCIvBnZWVpQYJxgxvVIlL2n5YGQz+cu1N8JfJHrZWJ44hUHxmhZEpiCg6QR8IZALyjr7QHYQOIxYjmJFIjFWrN3pH3xBfa4NGJFp0udsY/XXXXddajPoRvKQgP0C9iwuL9FM2AwYO1LalHkJs3Zlnnqn1VD+pf1lpma6DhIQNGz5cp3fRl/bff383evRo/QQI9UdXuOgA43vYsOH6PUvyhbAdddRRrreQD8KQF8YNo1VsygSh6Nipk55jFPIgIUt8ToU+Rpkhw5CVkuIS1759e9dvgEewabOhQgwGDRrUQCb41irGMuli4A8bNkyNIdKhHP0kL9qOsKSL8IkWLbPUjzYlX9Zm9ejRQ68LwjLSw0ZSXBNswESZW7VupXriWhFjSvuR6ZdRT4zsfCEEHTt0cN26d9N0rU+RroE606/y8/K1bAMGDFDCQZ1spJ54XH+cb9u2nfTTAldVWeX6C+FBD4Sl7JynrQhL3bp26xr67EmhHtN3AXEot45kCohPfemrkDHINXWgfqTLsZWZevC9PK4J7jMYr+iLeof6dIOQLnlaPRDyJU1g4Qyc55M1fIqH6ydnQ7amC5hCDqmEUFN+Rg9JH73bdUq6GMV9+vbTNuVTOkwH5oUDICx1QTiuq6l13Xp00z7PtU+e6JoyUW7qxeYyCHmhg169eynJrZT00RcvcHS6q7isgWa6OtcOeqKfokOEa4E0uA6qKiu0XbxP/XgmgIWzsFwP2mbJqdr30QnnaFtczls4rjv6Z4dOHbUOfE+XvkpYymHhEPwh6pDy7HVZQra9mReAsNIn0iXMSPmpDSN1nCfOgSK/lLZ4TuRrCZclZSiWxmGb7uqY6Kg6pnempCS79GapLjOjmWuZme5at5RnSmZz1yK9mWvTKtN1aNfadWzf2nXu0MZ16dhWpJ3r2qmd69a5vevWpYPr0bWjkJZOrlf3zm6fHl2ExHR1vXt1c7179hDpLr89t2ePrq6XSM/uXVwPlc6uu5CdHl07ue5dO7tuuPIbt5v+9oRz3SV9FT3XcZN06ei6dg4T/Bqkk4qXpiekYdLwW/L1S49ulK+rlpNya9l7Sp16SX1693B99um5mfRV6eX69tlS+oXcPj7Xjj3p7fr17S2upLGZ+MOEhDzIS49D4UJ5U45+vaU8DSLlFOnbu7vrLbqmvdjpl/bCRTp3ai9t21bauI1r17aVayvt3apFun7iKKNZWn3ztNS6tNSk2tSUpOqEuNiqlOSEyn379ypv2zqzgn0RFi5Z5ZatXFMrfWu29LEXv/nmm8VyP6un78q97HMhq8b8AwQI8AMhIKwBdghiTMWaoecXjCcMJIzIUDgVbvg2tQyDzgwyBGMQI8VcwmDEYphBDjDsMJSWLVumaWDYYBwShjh+kN7ejEjlw2hFJ9SF9VIIxjBEDPKuhrHoi/Mm6AmQnhEDxPRs4BxTWdEfejWY7kMSJeF22z0gOzv7YDFS062tyFNHqyorxRjupm/LMWAhIBAWDHSMX4BBvXTpUj1uK4QMAkr9IBUQSkbU0AXGM+D7mRwTjvDEp96QREgZeuQ8RjufvsCwZg1p5y6dlZDSdxltpX9BFviNDjcIaWHEkqnAHaScojXVNW1nYmVgTe6qlSuV3LRsJe0nRIW60l8pgxE2wvNGfZUQDzSTIoSDqdHlFd4LHcgPbU/+hEVvWVnrlARBlCD7TCGm/qRJ+lY/wvKiAtIA8Wyeka4jUZwjDPXHteuODWmYYks3gHDir9Mn5RxpaZuF4gMIm16nCZuuQcsX4IfugL1EIU+IFCAs9SINxNqwGn3Lb8JChtEx5/iNoA9+a/kkLJ+ewJ/pw/Qh8rXzVgZ0w7VE/6JtuwhJQvhteVt4XPJMFtLD9UQZbVQNYfoqU7ClQvqdVtKnL/LCghFphJcS1Dkl1SPJ6Dkvd6O2BfnRb0eMGOEOOOAAN3LkSA3HKB73Oc6T//r16zU/ynvooYe6ww8/3B1xxBFKNOmzrdu0VZ1SZ1zCkk6G9BnqsWbNaiWG9LfTTz9dXwKdddZZmk5lVaX2M8glpDZnwwadwg41PPbYY90FF1zgLrzwQnf++efr/UfuOK59x/aaD/XKWrdO6801dckll7jLL79c5eCDD9ay8eKEzW0ox1opB9c6ZPyqq65y11xzjbv22mvdr371K+37TJVPSUvVEWt/36FNRW/H3nrrrQ03TNFNpcjLIhdI2P1E+sTGxgwQ2TcuLnao9P/9pf8eKE+UwySNY0VOlminIXJ8rshFIpeLXCNys8htore7xP2XtPF/5PhBkYerqmoelev1CbnPPFtcXPyC9PWXCvI2vpqflzM2b2POG7kbN7xZkJ/7tqurmRgfGz05IT72/YS4uGlJCfHTkxPjP09KTJiRnBT/ZVJSwlcpSYnIrNTkJJHEr1OSE2fL72/lt0jiHCFOc0Xmye/vROaLLJDfC9NSkxeKuyg1NQl3Qejcd2kSVmSupDMnRdNImi3uN8mknZQwS2RmsuQr5fhS3BkpiQlfJAnRSkxI+DQxMeHjxPi4qULUPkiMj30vNtpNpg6lxUVvF+TljivM3/hWUUHem/L79dKSorEVpSWvVpSVvFJdWf5SVUXZizXVlc/V1lY/XV9X84Srr3k0qr7+4eio+gfF/W9Ufe0D4t7vour/HRNdf29JcdG/1q5e9c91a1bfKfK3rLVr/rJ+3Zpb12et/ZPIH3M2rL9xQ3bW9bk52b/fmLvh6oL8jVcV5OddUVRQcGlJUeHFkv9F5aUlY8rLS39ZVVl+Tl1t9Zmx9XWnRUd57elr15NFThQ5QeRYOX+03MKOjI2JOiwuNuYQuT+MSkyIP1DaZIToaH/R236pKcnDk5MShycnJw1NiI8fkpgYv2+/Ab2GVFRWjG2RmVm3bGWWe2/qrKelf41ZsmSpPpvl3rRa+kS25BkQ1gABfmBsaUUHCLAV9OnTZ5wYFCdjKMmDokEAhj2GDcYeRgjGuhmOuAjnAAYaQjgLj7Fi/vhhOBIHAxEDDaMNA4g88IsEykJahLF09jSoN2Unf0B5/EB3jPRAjjDWv//+ex0lZSQFQ9dGIzgHOPa7xDf94wIjrYSBeABrG9LF4OfYyoQr6ReJ35kLFy6cop5NjNGjR/8vNzf3MvRBflEi5ULqCvPy3QW/ukin1lLvXuIOHDRQCdw333yjbZyzIcf99/77lQQeN3q0O/Hkk3QUCp1h8ENeZ8yYobrlO5v3/OMfbsmixa5f/37u9zdcr7ogT0Y5qfvs2bOVwEN0mVb59rhxms9tf/2rENy2Df0LQ51Rbjb1wOj/euZM99fbbtd++Ltr/s+deNJJSvAgGRAfyOGqVavUuEH3V112ucYffdKJ7k+33qLTNTnXtWtXTYNzgHxuuuFG986ECUrWn3z2GV1Lywhthw4d9FrgeqIetN8Lzz3vbvnTn5ScPvLEY+7gUQe7QiGP6IP00SM6gbCvXL7cnX7KqTpayRTm/yfxuF4IR9+gnGVSX9ZosovqySeMdp989JE77Mgj3JuiF/IEhKfP8BsXPf7jzjvd3/56h47wvvv++0rSSA9yBiCejPbRHz/56GN3ppAm4t//wANuzIUXaBtwjvrRLxgpJC7tfPzRx+hmJ7/4xS/c/x5/TMtMWO4fpEH7A8jZ1Vde5V595RXXXXT31vhxkp43yk45gV0Xdm+x35znurI68tsE3cybO9f97oor9aUD61QPOfwwDUc5Pvtkulu4YIE79fTT3E1/+IO+nMOf9IlP+1q6N157nbY1feyef9+neuYuQL0tP3TBfeCVl152r770kvqdd8EYd/Kpp2pdKY+lzf2M9Olvf731NtdfiHLnrp31xUVKSqqbP+87982sWW7Q4EHusiuv1DiMltvLPfL6+uuv9Tf9f9HChXp9XHzpJToy2q1rNyWcBq7DgsICt2DefJ26ThpD5Vo65oTjXbL0iyFDhjTcW5kFM1Py5mXOa1IP2q299OFTzzwDBbsDDzywYYScNnrvvfe0Dd5/9z2XK2EPGHWQpo+gHyG/iyXovmPHjvXe4Pw4QPOagCheOBj22WefhocAEy/WrWunvzMzMxv8RUd6LNd7iBwtcUuWeEfS19SvfVZW/aZvkM2S6yVV/T+S61cQitcAfpsEaASPPPJIXNtOfd9s2bLF8UVFhdUL53/73JxvvrxQrt04ua8+K8/ni0W/3lu4JkQwJThAgB3DnrfmA/yoIYb6+WKo9A79VGD4YDAzmocRw28MN4wSI5gYWxhfdp5jYK4ZvGZgWhh+2ygWow82AoYBSroW32C/LT/S2dOgrEa+w8uHUYbRCBni/HIhF+gOQoM/9aLsFhbgx7G5AJe0cREMQQxc0kQvpAWIwzkMYyuP6UXiVcn5sRs3bvSGMpsQ999/f8K8efPuFkO5heWJJspLSvU804GZwkfZIVbficG9bt067QfU/2MxwFaIbihnz969dKQMvUIsF4ixjd4A5+cIGf3s00/1NxsGDRSjHZDOihUr3PJly3QkkTZZs2aNm/D2eNURZANCC5lATxs2bFCSwRRI+h15QWwpB6N/TAfuIu3EyFFxSYmOiENa2I1SWsF98vHHStJAu/btdC0h9YOYrRejHuOc35R5iViiY195VcsBERx54EglHrQVaTItnGP0xqdMXnj+OV1TSNxBgwbrdE3OM7IFiWGkkZ7BKOykiRPdR9OmaVhmKgwZNlTrR16ELy8rV1KJflj7+NKLL2paCYlJ7sCDRrr4uAQtc6m0FSSYNKtraoWo57lnn3pap+rTmoP3HaztwoZKjGhDghkdJV2+rzv+7be1XZgm27pta5327LVhmRIoRrbRJXl/I+V48/U39DyjyAeMHKl9gTIzqltaWqab6qA/RgYhq+gTv379B7g2bdtoOuTtF+pBGuYidm/yh+M3Ovr222/dp9Ona/vT5p26dPGORXJyNuiIKWUYMGigXmOlUm/qTl8hD9qLck398MOGvFq3bqMvN1h/zKZH6JQ45Ee+s4UcLv1+qU5vZhOh3vvI7VUulpKiYlciekJXpEPakEHW0nKt8ykP4kOuqcM66Y/k2aFjB92lefHixW7JYiE93y/Rfk18ws2fN0/7l/VFpueuWb3GzV8w3y2Ua2uBkHLKSJ2ZYbB0yfd67VDX9h3aq5753uncufPcd999p/2BtmL6Pv1a9Sz64N7PWu05c+YoAUbQL/mC9euy5LpYJ23XziUkJehocwiZUq8JUg5dx7oXgVtYY2KgEiqi8waZNWtWncmECbPqhACpTJ48udZk3LhxSM0LL7xQ68nkhvMWfoIvnVmzsuosfX++PolUThMejFsTbMNI/rtDtlYeKy+wY/vdJJgwYULdOWde8E5FTeXxLVu27rBi2ZJhG3Oy5PLXNdV37rvvvt+J7tFnk+KKqy47pnmz9AOkmjyM5f7Jpmpyv62pkvt00cqqCvcsZQsFDxDgZ48mvfAD/PTRp0+fyWLoH4uxZYaHGkuh6WIYQJzDeMNgwUBWo0r8AUaQkhcR/MzFIAJG2iAT+CP4EY+RLPJkShphILCkHQ7SxIAkLvH2NKg7JIT8w0H5IavoBp1h7DFNEQOUMlMvBAOVsNSP3xyjXzvGBVZ/84OYkj9hKQN+CCOC5Ek4QNnEv0Tiny2G4ST1bEKMGTNm+LJly76U9o8iL9qEvIvzC7SeHKelpYobihAC4SA9JSXFutYNswtSkiqGL8QyFEjqLWSkXEia3MFsHRzCdFbWDEJ6mJ7IjqiQScgCmUF+GAWkT0GWmBrJCxDiMqII0B9GOS7h2UFX9Stkonl6cy0jcagX+seQ5w05RJN+TFrV1VUuNdVbp0lfRgDXA+0BySR/6gghJFxa82ZK7mw0jvwx/tEXL4Mon/UH+hBIFR2yxpXNZnTNpKTJCwB20GWzEchkema6/iYv1taiVMoBiWfjG3ZTZQ2g9dvmGRmqK0bFtD2kfEq0hDQ2lEPyYeOZVq29j/UzM8CuXV7AVFRWCHHLdYnUW9KgHkxlphzoPDWV6dFROrLKOXSHDo2kQnTSM1jnWeeaiV4YnWfzphIh0ZSddcK6s7HUgS5EOcib0T90zaY76BKyR1tgfG4N1JP1prkbchvamHY89IgjtD+hu7mzv3ULhOxxjj7EizQFBZAGU0fOFUhdKK+9WKOstCn6sesPmG7RqemaNiAM7UqCm0JrFtrX0Xu37t11czHKwXT1qooqN/X997005fphajP9M1Q0BeeMTGofC+VHPVnHt3lu8kvyoS0pt71Iov/pvU3iamgSlwNNS9KmT9nIPNcQOqI9+K3h+SO3xVq5TpmpwFTxPv37uS7duqouAHkVFhb+6Y033rhTfu4NBrupMByR/BsLG6BxbN7xNiGSf2NhdxlvTPy4d11NxbvT3h/fpa62NkqeQStiYmL3f+qppyJP59pFBCOsAQLsGIKba4BwYIWxkNBbTBgGIYtTxIA5CkMMIwRDBcMDIxnDB2BgY4CZwW2EBeEYAeaPS1xcjBXSxQW4+GMkYTCxnpW1jqzxIk8Mf84Tx0CaeythhdAw6oVxxugEU1RZs0gc6odQF3ONoPAb1/Ruwnlg/oBRaBvtRjiH0Ui+lMnaQuKWSrrnLFy4cKJGbEKceuqpN2dnZ99JO1gbM30xP3ejjlKyyykjQ5gfclpBOG5JjGzxTT0rpxgNbtnSpbprsLa11IcRpCOPPlr1x12MkSlvB0j6j7cGlum29BH0MvKgA3VKI2nbbqAQJ7sBMiX2qy+/0vzoWyeecrKOeAI2MLL+ycgio7tvvPZaA/E946yzXPce3TUtrGtc1ueSB+SAKZ+M8vL7kEMPdUcfe0wDkdZy8E1RcSGYH0x53707aZISHqYGX/iri3S9n9ZbwkDCyIB252XHE488qqNwlG/MBWPcoMH7hupF6t41Zv3qmaee1pFM0jns8MO03EZstR3EhZST9owZX7gXnn1O0+Blx1W/+52O6OkumhKfRmNErEZIJKN+D9z/H2/UTtrml+ef70YdfLDulExemoiAsHw38+WXXnSffPyJ6nq49IMLLrxIp0Pzm76KC5GBQM759lv37NPPqD+k+NLLLtMRQevX6II8qF9BfoF74rHH9EUQ7ULfG3HAAVLPM1UP1M10TrEomL98pMk1yRRYQP1GHXaIfm6Ic6yT/vqrmdrHRp90km46BRm29Eib9mGk5O23xrl1a9Zo0oyGHz96tMbT6zUUFjA6P2/uPPfRtKmaB2kdfuSRrmevnlon/2601IHR8SnvvqtE/GCmK2s7sFlRgvvwvSn6ogcye+Cog0L6JB/uDZqd+i1asFBHdckPHHDggTojgPyAVx/v3o4Ov/jsc31xQz5M9R08ZIie091zNV0vcb02li11ixYu0t+s4z5CrlHIrXd/8uptaUO+P/rgQ900atCwofoSBNB2cv+aJvrl25d72wgTl3eAPY9QD969+M1vLn0iISH2Imnm6KSk1LdTUhLPaOrvrxoCwhogwI4huPkGCAeENUtkvchCkRkiX4SOVwhh/VDIz+GeAeIZH0yzhIBhUOFCyiBsGLAcY5wAXMQMM1z7TVzAsY1SGVlFPCLifRuQqZuszwIYp/gDc0lzbyOslAljFXLK+kXWrVIXSKSdM0G3pAHQp503nXMM7DcusHPkzegOZN5GOwjDGjVGYPlN2aqrq8tEzl20aNF4TaAJcfTRR78v7X8k+VJ+8istKtYRtUuuuNzbmVfqpvWTcxi1hFMR4sQ/RrXwpz70sX/f8y9tT4z140443p173nlqSEMOW4heqTtr/8iLjWjuueuf7utZs5T43f63O1QXjPow0oxRzOgRcRgFmvzOJF0zS/7X33yTkmFIP0QfomQvXxgxZISPdY5MwcQg/+vf/6ZlopejX0Dbkhbt/fe/3qHTbjlmrSoj6nxPM0nqxUgwI1PoiXJN/2S6u1JIGXldf+MN7v+uvdYbuZV6owfKC1HmN3U489TT3MyZM3Xn5LFvvanpIKY7wmLrNUtr5h7873/dn/7wR03nNSFlow4epfnY9Uba9A2uNa6rIw851K0V9xIpzz33/kvrRZ0i4eJfX6wkvmOnjm7qxx97m/ZIWhaeMvGbfCa984674LzzNT8+SfOLX/5SR2RpNwifbhJFHaVcTHVmbevC+Qvc4Ucc7l55fawSdElMiHmspFuvL0IgduT5Z6nfI//7n760gcD+89573FnnnKPfsTXdaHkkPIQLMxg/yknZ8P/1mAv0pQT5Hyg6gqhTNtr746nTXLNmzd3Djz2io7q0M8amvQShXBDcl55/3j384EOa15lnn+0uv+pKLYORQi2L5A/R5Dr4ww036n0tMSHR/fXOv7tWbVrpiLbpDSGPjMwMN3nCRPf8s8+5o48/Tvs0LwIYzf/s40/0xc5Jp5zizjj7LF3jTPtSPkuDnazR13/uvU9fNNIXrrz6d7oZk45GS1ksLC+UuDY+njrVvTtpstbtgIMOdMfKtcdINy+FaENAeGaJ8Pul519wG3NzVW+nnXlGg94tXRPK8omkzbrgkQcf7I2MSzjaQcpdItfqgDfeeMNb9L13IrCfdh/2CEH147zzztsvMTFhSkxMbHNeKB5z0lmVifFJxxxzxP6fyP2hycsTENYAAXYMWw4BBfi5g+/gQVC7ihwncqsIU0ZZNPi53LhjMO7MwINwQAL4jRGCwYGBj1GPH8DfYH4AIxCDi/AYmH5CheFDWAw8NSQlXQxpjH4MG9tExowc4E97b4KVS4mUEEmMSMgQI8WUn/OI6c9c6suGOxjijFgTFz+Dv76mY/Iwsk7aZiADI1EmEobpuk1+D7jhhhvaSxmGmzELKB8GLvXREWAhlhBGXjycecYZupvpGeKys+npp53uDjvsMCVylBnSxSYxTG+l3PSHrl27KVmFlHcW8ssGJ+zUqlNdpU+uW7tOd0xFQ5BjRvsw0InPDq377befpkM7YKiz2Q8aRMeUEXJB+t26dnUD+vd3raQNKDPEdcWy5UqM+VB9JyFojKIyWgSBZBMi1iNTbsrCS5uVK1cqeaTvQhAgoBB3+nt7EcpEepRjxYrl2maQJUZWC6TMljZ6gxRQDsKyayv1BxAOykYd6V8pEo7rg3zYCRaCnL0+W/OiX0D20D/1p23wR2+kR/9hHSbTOyk34UGB5Eu9AP2TMpMG5a2s8EbS42LiND7hLG1AeYlPn0BfhEUoM/cPNqdiRFP7t8QhbYTP/uAnQV2VEDPKhz6IlyYkrZncL0ibtlI9JcQ3pE3jo2s9J2nR1VXn7dvr5346duioa3DxIz3CQOaYgkz9EKbXEo96sLETZWENLssRSLelkFNGWgdKP0YgeJA12oORc+LSTjr9VerOZkX0PXYLHjpkqPeyQogrbU1+7BRNv7XPKNGvuRYQ+uLGnFxdpw1oW69s8kPqy4ZbuKtXrVJdM1160MCBuk6bPNmlmPoRBzJJfrQTO1tzbdLH+ayTCTqi/xGWb1fyYoi1roXSn0iHNI888kiVUaNGabqA9cQUiWuI9ca8kDJ9+oVvt7Zp117XvtKndcaFgHPS51JF56Pk56ab3N4HqhnI7pE9CrlG4uSe+2BCQmIzlpv0HTDEtW7dNqG8ouyP06ZN2/NvvQMECLAFAsIawI8+IteIQFbDMVvkeDEEGwgrBgrGKQYGvzHIMG4x7jAAzYAJB+cx/CAMxMeoxwCEhGLwde/eXeNausCMHIDhj3FJOkZwDRZ+b4DpCVB2CASECOMVAsIxxj56szqgE/yY6spIHAYlu3CiGwgA6RA3HP68cDHiSZ+0+Y0+ITJ+nYrLZ22aXGFC0A6ROjR87JP8GDGjT7BWzQgQ/pQHEgKxMKE/sEOulpWAoht2vmWtHvVh99Z27dsp0aFe9Bn8GYXFpW+tz1qvI2ySiebJyB3poRMA0UIghhC1tWvXqH+mGO2MkJE2bUFZSZM2A4Rfl7VO68K0ZaZIMiLIG3LahTxoJ9qQstF+tB1gZ11GlUjPjHOOSQsQHgOfNKgDxIR07Bx9REfMxOU3hFhfDMk/yCzltX6Ea30LkCabJgFIM4TWNjEysbC0CyOb6AWyAUkGNlIHSM/icQzp4DhGiA2bB/nPm8gf71hT2ATvlJd/Q1j1Z5o069s9XenIq5QZEJY8EEBYiB9lDXVvyadeRykV4ok+0B/CfceO0b/Gl7TQu95TSFeKwadgiMsmVUlJ3mem0Atklb5A+3KtIRyTBmWjPXhJQpvQd5g6jD/3Let7lAFAhJl2TVzWYDONnbTpR4RH7NonDdYvcy9hzTL9QK8j8W8m1wG6J3651Bt/SO8+++yjO2BDWO1+2V6uH9IjHhuCoXH6BWEh4Ah7BaAzroe0Zt66Xj5Dw/deUTEzFwYPHqyf9mGEnxc9XDfthITq6L4ccx0yDT8SqCvThrkm2MxKCqb+lI/6ixzj/7xNgAC7C3369Hk4NTV1mFxPUXJdTu7es+/kqsqKupjYuCMLCqLZPjvohwEC/MAICGuAU0UeFmEEdYHIfSLhhHWyCB9zL5AbegNhBRh89hsDCEPK/CIBYwQjDsMLIwzDDYMRg48pcXx6gWMMJzP6zYCxPCAd+GEgMo3SSLKhsbz3JMLLQPkgVkY0GDHFj3D4WT2pMwYphiY7ajI6h57QEfXFeMXQRYcG0iCu6YC0CI/OLBxhMCBNp/wWiZI4TX4PEAP9GMmL5D0P8g6NVPUUw5npqvQTRoQWLFzgpkyZ4t7/4AP3wYcfuA+nfuimTp2qO5XSzhjh1HvVqtBOpGoQt1OiSLujU8JOeX+Krm+GKEBoWUtHWHTAZ2PIj0180Mv06dN1Gi3x0TWjWexYCtB7m7ZtNW/Kt3jJEv0kDmXgRUlaszRtE/ov0zkZTWW3Yz61QruwMyvTaemXjJoVFxfpiBs64PuwLVu28EbLxUiH+EKyKSNpkyejcbQj5IGysL6POlFuiDx14jej7sUhwgoxIy90QR0hAGySxHVIXviTX35evqaNHgnPNGHO0U7Uhzz5jQvhIS+QnOxtRsU5I6+UmTqSPkSdunvtXa8b+jBrgnPqJ/+pG+GJBxhNpSyQbb6paoSbUV1Iqve90OYNmw8xml1RVq5TZjNbZGo5jPiRl9Y9nR3EvY28uBJIG/3THzLkPCOEkEd9KSKSK/rMkbbJEz/S89JI13bnPkMq9FtqxS/WBtOHGblk9JC+g451J+rly91S6X+0B+Vu3baNrsslPCSP9bO05TIJR3+dP3++7nYNqU1Pb659Q0myZJYlfbG5lIPNvL7+5hs3S+6Js2bN0jXLEE7SppwFjEqjQ9Ex1zX6Zoo5/twzaAeuq9dff92NHTtWXdqJ+nXs3FlJJTpfu2ZtqD9muedfeME988wzKlyL6IW+0rpNa60D8blPo9MJEya4hx9+WOXBhx7S6eO0BdPC7aVU9vr1WkbqZfd5e9GC7gjfStLeuDFX62D3DE//7pBp06Z5HS5AgN2EMWPG/EOup4vkMFru8xu//37eJfGJcc/U1tfXSf+PjUmK+dWrr74a2MoBAvzA8J4OAX5OsKm+x4ZctocEzC2EmL4bcj8XIexbIr8Q0U2YBg0aNEOMkf0xQjByMd51JEYMDQxcjDje8HOMnxkgdowBh5FkBi6GDb9Jj3SIxzFT4CAJjLRhYCP4Y0ARjx2DMfIZhcRgxEAjbcvL0jfCtidBPTD6rTwGiBM649MRkC7CUF8MNwx56ovbp08fJVWMPPIbQhCuI9MbxwADj/qGDD3NhynH6IEwhOUcoyIY1EAMxCoJ98s5c+a8rh5NACGbibfccst30h7dKY8USg3jksIinQraoxdTZrvpaJj2DDnHv9DhZr/ZREk8xLj/zvFpDesDlH/kQQepscsOt+iE9X1sYMNoHCOrfJqkorxCR2UH7zvEDRg0QEkSuqiuYaqrt7ETzGaWkNeFQiBIn9Ek1q9i/GNAM21Rklb9IXzm44P33teRN9r3oFGj3KDBg7U+mraI9nE+dSMRp3/ysW6qw8hXOyGgJ558spab0cKqShst9coNeZ349nhvKq6kcZSUg42iWGtZVbWp3NSprqbWvfvuu27enDnaRxhFZhMl0qbtIQfUFx1CC1fJNfLmG2809IWTTznZDRw0WPOxPoX+IYtM95z0ziQ3V9ImLNOczz73HN25lxE5Rl+tvwHWTb4x9nXNl/CnnHqqG7TvYD3PyCvpA8pCud4e97ZO8eZ8n7593RlnnqGbaEGIuBYgbpyDiC9evMSNHzdO86OefAOVOPQR2ga9NKQt+YyXtCkP1wwbNzG995TTTpP7Uqa0p01R98gy7erBO0YXTE2d8t57+mKI+N16dHfDRuwv9WAUPEo3CYLw8jLh6GOP1VFXdmiWJLx05C/pLJD+xGZFHENwh0g78o1UXesaIusAFTLl/dNPprs1QkjRHy9CRh1ysL6UoJ9YeQHtz+d1+HwSpHbEgSMbiB6bk3347ns6rbiTEFI+HQXQncWXKqju2EBKP9ck+VGe/gMHKClFR17YTfmxvnjunLk6bZhz9LF+AwZ4a4ilfBqSOFIGLR+fwvl+qYblfn3KGadrGYYOHar3QCsPn7nh3k1fmPHpZ27EQSOlvfg2tfdSTfpTvRDcQ9566y2+WRWqQIAATYa4888//wHpz5dIf4uWe1OFPHNPfP311z98e8qnw6Pr6qcnJMTHV1ZUzly7cv6BTb2eNFjDGiDAjsGzOAL81HGAyCkiENR98QiBjZT8JNUPRlrZgOlX+isEIayzhGgN5Rjjk5EFM4YwRDD0eQNvwJBC7BijEwMLwZjB+IG48Zu37pA2DFymyLHWcN68eWq8EAaDmDiEhRRD2pjqZusESdvy2ZsIK/phhI+yMj2UsjJ9jvKbLtAdZeZ7jdTz888/17ITL5KOOMaPeIS3NgAc488oDGkwqgEZIw75Mt2YMEJSqsTv/Llz574WirrLEAPgwCVLlkyXugj38UZyeRgXFxQqKaI+kaY0bwHtMt7IMWsBE4UYkBakF8JA38NYBropDu3sWc7qRz/Bj9FNXmagD9Yj8skSRuJ0wx0B6TMqlZKc4srKS92G9RvUQCc85YZkGlE2MHLFpkf0c/oe5yxt22wI4FJXRgmZmgohpY0BU6RZW0sf8KfN9cNIICOtG7Kz1Y/+xKgYLzksLAQZkpcmZeGTPZA06/PomRc5iaIDHbUTiLcQffoDmwd5I7v0DfTIOtB2HTpoXIBukpKSXQrlLilVcgOR1LSlLOzSyzklXhKeFxLUnfbOkrR5mcS1SLn5HFH7jpI214IEJu1k0TXkt6K8THeUtRcLpI1OGMVW/UtdSZNNjigrU1chOOiUOtL/WYOqlZOw3pTgFPUnH4gZ4RiFbaibiHcUGYTnRZFdLx06dXQj5D6EP/lOGj9B13VSPq5D6hWeHuWm/tQRcJ7vyJKe9xJmcxCeMjPzgHpwPZO2IlRui2Xlp+3pO4cffZSWC5KXkprmPvlwqo4io3u7d0CSPYRcceweQj2pC+0LAebFSUPwEOhD3EPQIe1A2oA+6QFC7ZULqZbyc52iA9r0+JNO1BdBw4cP17WxpEO7MoNk0qRJ+tmfCW+N09kX3Xr11DiAehUWFv5lwIABt++FuwUH+BHj1FNP7dG8efMH5TlxjPTHKMiqPFvP69Onz1v0tdff/bR1bE31IrnO0qurKsvLitann3322V7HbCIEhDVAgB2DPQcD/LQA0bRRVKb8hj4YqDCCysjpCjwaQVsRdgreDEJYvxFDSEkvhgvTMDF4AIYIBjdTIjFIMMTwQ+w8RgzGEYYPxhTElFFZjG1GUzEWOSb+6NGjdTdd8sE4Ix+MMOJCWkif0UhIHKOWGDiWpxnvhN3ToLwYoNQBUCam8vXt21fJKut1IR+UzcoJcSAe68aYVro0NEqEjiBB4ToiPOeJi+Fp+ZiLrhiJRF+EJyxGN/mic8JIfmIbVo357rvvXtGITYDjjjvuViFxt1EXyoYOGLHbuCHHHXDgSHfEUUeFQnr9AVj/MX3hcg5jGtfCoS+OH3/0Mbd0yRI9P+aiC3UkiTR0HaX8w58RTb7T+e0337hH//c/MejrXL8B/d1lV1yhbQMp8AiE951fXPrmA/++38388kud/nnZlVfo51ksLDojDEJ/nP/dd+6O2/8q/bnc9enbx/2/W25RcspIIXGsDqTNN2Hvvedf7p0JE7Uev736anf6mWdom1B20rYyUB76wO9/d7WuU+zarZu77z//0TWwpEt4dlJmRI31gYmJSe7uu/7hnnv2GdXT76+71l18ySVaZn/a5IswtfRXYy7QvsT0zSeffsZ1EFJJOASQPqNllIVyP/Dvf6v/5Vde6W764x82SxuQPvUlTXYAXinEkn779PPP6QgtYS28tie6kbo++cQT7q6//V3PnXf++e6W22/TtKmnrleFCElY0mf084rLLhO9z1ci/J+HH9KNtrgWaHeKguFHibQuvjz1nH7ehfFmrz95/psE0F5MUb/nzrv0hQfriA86xOsDvDTh27/saqvrMqnHHoQ/N8rDNPQWrVo2tAXE/puZM3V0t3uPHu7iSy/R+qAfwlsd6dtcky+/8KJuuMS5g6SfH3Xs0frihfDeSLA30g2RXr1ylRv35pv6/VQ5o7v/8nKBeznXuumQ/kWefP7nyxkz9KUSI9T7jRihm2JZGRrKIn2APCaOe1v1OWz//bQ8gL4nhPVTIayHBIQ1QFPhF7/4xRVy/75dyGor+p7YD+vk2Xr+q6++Ok1Oa8ccN+79NnKDWiD31ozq6qryssKsgLAGCPADw7MQA/wUwIZJN4swlZcdYl4SYV0GU3n/J3KaCIvRjhfB+twaWQVbkFUgN3hlgNzoEQMGCL8xWMJhxglGJ2KwNIhjBq8JBhhEC2JgfoSxfIAZShAz8zN3b4CVGwPMRknVuA7VAfHrBuONetsGP8DChevIH4/fBvMH+HM+HJaGCBGbVGFlZWVHQcIMlKZa6ozxOWToUK0H+qCeJrQf5IYp3hBzXPyoi4XVY3EBO6uyYQtTngcOGqQGO3rt0bOHO/DAA5WQM22V6hGHaY5Myxw6bLga+YTFqIbs2OeRSIMpjuTHMWUYNnx4Q9qMTPcXwks5tQ3lH3WyKcmDJa12Uh7byZiNwxCO0UdCgrdhD+klJyW5EQeM0HqRFn2DkXXqTFqUoXmzZtp2EIJ9+vRxXbp10WPiUL/WrVrT2BqetZIZGemaD31o+P77q56tnqwPpe9Z2oywUwbS45uz6I1yadlCsx5oONLjN+t0mZoKiWGqLy9BOEf5WJvKNUpcCCbp0Ya0ETrsJmSbMhOeMmjaAkbR0F+/vv1UR8SHZLH+lnLhl948XcNzjrowCtypcxc9ZoQRnTGdVvOWNmbUWvuLiH3Tk/ojrJONj4tXARqHcD4xvwEDB+joKH3OdEZdS0tK3UGHHuJuveNv7uZbb3U3//mWXZA/u5tvETdc8LfzYXFu8smf/vIX96tLL9P2pnzoixFmXhjSduiAc9SJ9mcpAOu+uWboN4ymMrWa8/zG1TSkrZjuzM7bjNLT12grviXL7r+mI+0PEpY2pY0R+jv5c7533z7evVv0lp21XuPR3rQF5TJBx/i169BeCa29rASkI2GGffvtt93UI0CAnUf0GWeccfaYMWM+T0tLY2S1Ff23qKhoSlZW1qF+sgoSEpK7xMTEpjLzQ7roHLkOghcmAQL8wAgI648XrD0N3zDpThGm//JZmj+IDBFhh7srRBhR1XWouwIxMGIwKDBu/GLAAGkMnLPzZsQyXY9dcJlaibGCkWJhGJU04xWDByOcc+Zi6FAWjCY//OX5oRBeBr+x5tcZ5UcXwEiAGfXoAoPZryP04deRxbXfwNIOL4Pl6xOm7TbZPeDCCy/sKuUbYmUCvDlmyickCSNZyZ6UFaG9IY0XXHABb71Vzj33XHfOOee4s846q4HAkR7CNFw2cUEAIzwUnzD0Acgqo3noD11KBd33S5aovhhtbdeura7DowyQHdbT2Zo69FGQl+/Wrlmj8ZhmjMFN2pxjdJzPoDDNmrRZo7pyxUqd+kh/hNCyhpJzhMHoZzQbQPSo65pVq3XUknox5ZZykDfhIHkY+/Rz6pQldWTmAGVhA6JqIeicow9BQEjDyD+Egv5BOdED5aafEB5CiaAT6zd88qRY0mYqL0SaNbOEBRBU0qAM+FGfvPw8Tdt2e6WenKMvkxcElrQhjUw1hayySRKvQhixIyz5WtrUQdOuqdYXCwadpir5kRZp20ZNxIWAMSooxWhoc6aS2iiqX7QsIrQB7UufQHr16qXT8o1Ehwv5UK64GK9e/DYSTMaU6YP33nXPPvWEe+m5Z91Lz2+SF599RuTpLeSFZ5+KKM8/LfLUk1uK+D8n6T8nx567SZ598vEGefrxxzRf+hX9gPZBd2miL8i57bZNvdjB9+STT3annnKKfjaKlzRFRYU6Yk+ddAr62nU6bZ371CkSjmsQueiii7Rv00cgu7X1nm7XrFqlMxrou1y/hEM4BrxE4YUFyMvb6O1oHCqniYEytpF06GuQVupj/tJfEsU9RH5ufjMLEGA7cNJJJ7WR58qV559//udy33xZbIoDpH9FlZaW5uTn5/+ue/fux7333nvfS9DNDJeKmqoDUlJTo7lHyu3m+cMOOywgrAEC/MAICOuPD5eLvCnCMBwuv5ny+7II602xktnR9y4RPkXTpBBjUe7hmwwOjDqAEWkGHzB/A+HxQwiL0YNRzfpCDCtGFTG+lGgIMLD9hAHDirjEs3TMsCFPf5n2NlAuyq3GsBjrlB0/6oqLPkx/1JdRDYDBho7YAMZ0hFFv8RDCAI7DwTnTjcHyDgmEtcmUlpube6jk2bCrJ3lAYiAaTGvFGCZ/A7+XCKF888033bhx41TefvttN378ePfGG2+o0Y2+DIRfu3ZtiCRG64gc6ygB+mMqOusnmfJKWEjOmjVr9TzGM7v/ojvCotfc3BxdI43OCU9+jOqDLl27btZWrD1GyL/ByBeSyAguJKyDEGDbLAkiSjqE5Zh+WlFRqbvSYhe1EvLO1GH6BGlzDfBSgnXZ/GbKJjv6Wt+HFNj0TNoTIkufoA7SilrewkJvumVySrKOTDICRniuKbvOtC5SvhohGpBOfkN+mZrLMf3Fwtt1SBqQTgmghIP1uxwDwlBG+iTxAeF1Oqn8Q3+6MU8obSWzog+EcJiIfN9TIceMZhgIQ1nQC3FJHd0mJSZp/nof8IIqyN/EQH+wHXxZuoAw1Z5p+cDC+l3SZZSXl2X8pn4QMwxXAMGnr1C3zURIImuht5C4RiRS2B0Ue7FgoG+kpKboyxl0zU7GhGHXbXYJRl599VX95jAvTrjPcJ+lLSCV1jbPP/+8e+6551SeffZZvfdwm2jXvoO+qOHFBVO/+eYt+vzf//7nHnvsMffoo4+6V155RXWYEJ+go6aAHafZKZn7OXmFC+FbS1nQOZ+38bcH147ECz5vE2C7ccopp3QSknqeyHPp6elzmzVr9qDI/nLfjpJ7Z4HcO/8t9+f9pa8+2OhU86j6c+Sajy4tK6tsluRekH4aENYAAX5gBIT1x4f/E2FklSm9TO2FnGaIsJPv0yIRp/I2FeTGrZ+1ARhqGG8YFmZ4YMwjwMLhWhhc4gEMLIxSNvTAwMI4xDgFrE2FoJGmGqwSD5e08TODGiOINDgPLM+9AZQFweiijhiXHFMPI06ctzpyDhLEyBA6ok7oCAIRriP04DdW/SAegrFK2qYTXEbD7Djk32QKE1J0rOQnyYaSFJdRH7Lg0xUYuJTJhGmX1AdiAbmj7hwjECzKasLoHCRsPptwiZ4gdS1attA0lUQJPv74Y/f5Z5+pHhnlhLgyYoquMMzT0pppWmwQtCFng/tixpdutZzXEU9Jn918jUzhx7RT4nEOYv3dd9+p7km7vKzcLV60UNOmrdi0ic+/8LkP2mzJ90t0rbL3WZp0t2L5Mpebk6tlY00gpAIDnQ2G6OdrpP4QO9JOkGuKdZLSiNo47GaMrhiBpb9DICCslC0jM0OPV65c5eK5rvQyqNcpxTY6CekjIdJmg6WVK1e4MulPrIGlvtSBsKSnJLS6SvXNyC660N1kJQxTTosKi7QMhIc0EZ4w1Bs/iDrloSwlJaX6ciFd/Ck7uoMo0/aERa/UhTLyAoKpo6RJvoShz9P3m4mOGJ2nvxeXFGtZKDff+IScqx59gs7ZEEhfWkieJlwLvGCgvhaOvoNL3a2PUB/KpG4d16BXx70d1I8+q9cKfXDxYtGntw6ckUv6GZ+8QReEgdza/QBdLxdCjw64JmkXXqAg6B2iznVDX0f/bE7GpmOMgpMuBHa9CPHoH7QjfRPwkmTRgkWuuEj6ocDuTyb0K/o+bc6GVrz4MX1TJwlz8OzZsxu+6xwggA8xF110UadzzjnnRJG/nnfeee/JtT1H+vHzGRkZ58txK/qQ3JOWyzPlbpHhL7744rXjxo3DfvKMhjCMffvDc+SesH9sXGxUTXXtM1lZo4pCpwIECPADYu9/CgcIB1N+IaXbWoO6WzBkyJClYqR0x9DAqGAEAyMVIxAjkqmNGKyMAhkhCxeMHgxdjNFIYOdPporOmTNHjU6AMYOhhTHEAwgywDTTQYMG6cgXO05yzsqFAYYLQdjTwODDECRvykC5+X3IIYc0bKiEoYfRjB4oMwYmLqSUtWPgMyFf+IWDdDE41QD3DLrNxADxpS3wM3LL1EgzUqWc9SIXiTH4rHrsAm699dbUyZMnLygvL+9InQF5lgrxZF0nxLJ16zaqD89O2HTr8YL7fm/+R/9i9LLjL6SW/oO++B4n0ztjYzffxZdPzjAqxsY/fGOVUT5GKDuJXhlRpE/RXwH6o72Ysvj9EmaGUTpvV2dGcOl3HFudjNAxhdJGciHljN7yKRF+E8dAH6+srBCDfaESR4x9KazrtU9vHfUlbGyc9PFQ2/HyhZExNnSizvQd+kq//v01LO1u11W1lIPp1suFDK9YsVKJLuWjnt27i15ET+yaS43kypOyMGJZ4ubOnSvkocjTgeQ5QK4hKwvXEOHrhKhRFq6zuXJtQW7ZiRYiOHDwIB3p5PuzOs1T/tEeXPOLFy9yq4Q8UxY+OdO9R3fXjbJIfAiS1/JsMlYhRKdAP51jL3PQ8MDBg5VY28sNItBGZVKWHCFEphdG7iFQbLjF9UD7buoBHmjHqJDnZufQdejQA7oXRwrAyGN29nrJK0f7DfocOeog3S3artVIaMyfenk68voO9SajSOHpO9qfRJfUORzbypu+wosDPhHDJ3KYQt9a+iV69MKIeP9Fh1G6iRUj+fQD4jJ62rpta3UJ76W6CcxAKJe2ol9RRtJlTbgHX9oitAajpYSj/lwjXLfk5ZWFUF4O9GWmhjP9mrYcNGSIy5Brm9+cQxfSF4988803pzZECvCzgfSXqD59+qTuv//+GfJ87CJ9qL3IAOmzveX66i/SUfpWc64drjf6F/d0sUdy5fhjSeKV5cuXT5LnqffGZCt46aV3eqRlNv84Pb15+/z8vOyS/Pr9fvGLQ9fIqSbvd8GmSwEC7Bh4agQIsN0YNmzYMjGau/FQ4OHAm3WbJslDAoMao4O375zH4PALwB/DGCMJgx6jBvDAgayyvpDPbkDeIAuEM9JAGIgx+bIZDISVkS/7lIbhhyaspgcD+jrqqKN09JDROupAPTHyKTcu4dEH9WXzGvRCWEYb1aCU836j1vTGuXAX/bJBECMkhMcPHUJYrV0woCU/CKu3vewu4MwzzzxCjIL3JU1J2mtr8izRKbZRut6UXVZFEfxv6AueE7oNiQOZ8Y5DR6E/URIJsgeRAdQBHS6cv0BJOdMUsSgwcrtLHVl3ZwayQtKBQFVIn1qwYIH2LQrCSFD/AQP05QF60hnSlL22Tkd6IMnsugrQFy9J+vbrp2v0+F4mYLoobU578HkZpqBCFgjfu08f3bCGKZIY+mr3yH8+nUNbz/76Gx1VgoRRp2H7DXetWrbS9rOyQM4g4UyrnPnVTDXgyYv2HS7hGSVM5GWNpI7WPOO/2i1Z/L0QvHkN1yabN1FX2gGSL7RJ+yVkkGm/7OrK+mD0jP+IAw7QPgox0fYSqRGSXClhIdWffvqpTvcmLET2wFGjdDQZsipeCr2+heguW7rMffP111oW1tzyMmBfISZ6nYS+h8voJ2uMqdvsb77RqbuEpx0pS8uWLXRk2voILw4g1VrxELxD+Rvy24x2qfemcyD8N22ZJ+3Bt0EBbTh8xP46pR0dUtdIiOSPzngxwLVNm/Eyr4f0TUD48Dgrlq9QssxLFUZ97Xo2bCtvPuXDCPHC7+briwB010L6CFPKGcX0gskfXFEh/Wq13DdpI+4tlJG12+RveVuOND99hBkLnNPrW9JkXSsvRcjbkgeELy+v0FFzyDFxGL1t276dxtUy8x+XwILcDTn6nWNe5vTo1Uv1DWj/goKCf8q9/g/BbsE/fhxwwAFJ6enpqdK+8a1atWom/bOlPKfS5Zme0lwg95s0ue54E9JB+kem3Jfbyj2hjdwf06VPp3n3aW+2Ev0H4TqV9Mqlny2W32w8+b48Fz595513tnvG2UtvvNOjWWrzN+SaGShktbq0uPS4M045cpr011CvbloEhDVAgB2D96QIEGA7MXz48OViZHblIYHhATHk0zMAP4xNDDNGZjCAjByFC/48eDzD3Ns4CdIAeJOPsYIxaw8mjC/iccx5jhld4zMwH374oRqu+Fm5MBIt/J4GZWdUzJ835IoRVgBhgrhCztEX4ThP2dEZ8XkA26gXdTOjF3/CYgDyG5hxiWtpQKz4DTFDz+SDH3niT57kI2ld9PXXX+8yYR01atSd0hduJm/0DgGrrhCSlZPjDjvySJHDhexwDvt0875AHHaYZaMebkgYuPyDOEF+7Hd4PIjaB1OmuJdfeEH0napkhx1yf3P5ZZ4epM7iSB/y1oVCRlg7+tzTz7rxb72lfYuwRx97rBIv1acUQNfpiX4Q6nHr//uTTkVm9Oqvd/5dyRbtwBpZysboIWlBplYsW+au/b9rdMSWHXXvuvtuJcWEtb5JvSgL02RfeP55969//FOnRF70q1+5a66/TgkEBgyw/k88ptBed801btLEd7Rf/Pfhh9whhx2m026JL0F0hJA4GPlM1TznjDP1ZQ7XystjX9Nrk511VTESgXJQh7TUNDf+7bfd5ZdcqqNhp55xhnvokf81EFL+SUgtB/FSpCy3/OlP7qH/PojK3J3//Id+Soe+av0RK4/wlIddnc8560w3Swg3/XrsW2/qJkjU1cIrJDzkft7cOe68c3+hL1wuuexSd/tf/6rXgJVF/3NsQlxxIVEQMfNTIhVa50xbAouj4SVvi6t+Uhl2Ev7rbbe5yZMm67Wz79Ahruc++zToIhIi+dPO06d95DbIvRCSf+0N17uDDz1Er0krgwn3t7Vr1rq//eV2jXuoXDP2Us8QKQ/g96df5GRvcNM/+kj6Y5L77TVX60yL8gr2B/BmcSC0O9OHGT1/5cWXtJ24/3I98GLL7kEN4WO89cOfffqp+3DK+/qCqL3cS8469xzte7yEoF9Zv6XPoruPp05zc2bP1jB8HmjfoUMdm3Lx20tbwlN8yZ/rd/KEiVqWoSP2b0gL3Ujbz8zJyRn50UcfeW/pAuy1ePXVV2OeeOKJTnKv6SzPhF7yHO8g99Y+0qfaSN9KkXZnrnhLkUS5NyRIXwHa7ibcMxCO6ScAl+dYSIrk2lgv97n58gxbKMezJI05r7zyylIJuuX0hG3gjYnTjk+Ii3u0bdt2HTbkZOeUFBZdNO/bz97dnS9IAsIaIMCOIVjDuvvADr25Iifqr58I/A8VHiCQSoRjHjAYWBAqW7PmB2GIB3AxijDecCG+NloLccDYIbylYX78ZsSRaYOMBBiZs4ebP/29BZSF8kHiMdbRlxEKjEMlSgLqZjriPMY6+mDKNTqirkpmJAwgnB37XfSEsYtOSQeQP+sGiWOCH4bCrgIDRcp3VHh7Y8RSjl69e+maz/LyMq0DQrtb26GDrl26um5du+qoOce4rVq21DrwORF1wwQDlxEc0YTmxwhdn359lagyGkkfHDXqIDdw4EAd6WJKLlOEc3I2aHjWhTLipVMjpS349MewocN05JKXIpSN0U92VKVuTAtlBIq0IaTsQMtnWdA58fHLD7UVRhXEFtLCKC2/IY06qi7haFPKg3j2epTr0aunri0lfYx0Rq948cG6QNIlnr7YEAIGuWjbrp3LzREjR8qaJESF9ZyQDA0v5UG/lI28bddjZj5QX3TOp23IP29jnoanDAA9tm3HJ3oqdLq9vvRg2rKAvPKkPozKQnhIn35Evy6StOiz9Gf6He1P3RE+/0NdaBvKQR8lbfLlmPKQD3UnDcg51wlp8Z3ZEtELYdFbQb6tx5RjE/mNn62T1L6t4r3s4je7ChOO9ZwqogfuJejDjkmb9uMTMLxkkApqudCMXWPbA70ORQcZGZmhNdfeKLe9cPIL/vTn1m1aS74dJT+5RiRPyryjgDSmNkvTFzRMGWfKb2lZqc4YyJB7ZqbcMxHaBx1QT3tRWCbXJzqk33BfYFMmE/RIX2HaO+0H+Udf6I2y0n581onRXGY3AO5Vnbp01rD0rZwNOfpyBX/6lieV+ps0eOHTQUgw7eGvP31AyjNY7ve95Ofec2MPoDjttNPanX322ceefvrpfzrrrLPGvvHGG7PlWfOdtPlHcl94XK7j2+X3L+R+doT0tRFyH+idmpqaKZKcmJgoTevt68B1INdavYjcXspzpG99L/eyr6VPvi3X+ENiH9wi1895cg86UPrEYJGBzz333Gny/PnDWIGQ1cVSnB0iq2Pfntpn/ORPnmqRmTmhRYuWHdevz5qWm1t6+JmnHTM5GM0PEGDvws+VsLKTLm/isEBMflLEcnfBiA7CMQ8biJCRFYwZjBgMGI4x3MwQbgwY1BhyIcOkIQ5p8hvYb4xcDF9GEjDomTps583dVn57AlYOE4xyRlUxFDEQGenCOMRYA36dmmFscc3Q9RvMpm+DhSUMRB6yBUiTsLQHeuO85YM0BV5++eXuUsZB/vLxxhjjtGXr1qHPsmx6UWzhKBdlOP74493o0aPVRY477jh37LHHuoMOOqihTltA/DH22UAIQkKYpKRENZrRF2mzcRejyrzcoI9Rb4jBOnYOlvi0AaSW8LQLn67Bj75FfNKFPEHoAP3NpvoqYZTfpG19lvDrs7J0JI7RYnYDRg/kTZuQF+EB4ZGsdVnqMqpoeuI3pJkplJA21ZPEob4QVEZE7RrgmqFe9iKEfkZ8/CAU1Je4pGV9wQgi8c0PffC5G81LjpliTNr85jpGSF/LLelB5uhjElTTgJTYKDLhCE8emrYAHTDKSjjC8Jt0yMvqQht44b0XVZxDWHvLb807ghgoL3nzsoN14Ii+ABHhG6HWDwzhaZhLOoze64is5E+5OUdZtheEJQ6balkevJCj7cJh5+lHmdL/yE9JMvnvIHghwCeT0AP9ZX3WOh1xZonBGWecwdR9/WSUkAxtN/odeVJn1kNvkDIyhZvP/5x33nluzJgx+qka4qA7+hH3e8rLywFeMECShw8f7n7zm9+4Sy+91F1++eWaD8SXzbKIgz5Yg8z9rjE90n9ah771WphfoC971F/aXvpHnJT3MPUI8IPimGOOyTzllFOOlf70D5GP5LqdK/eUyXJ9/VXucWfIvXEAZJT+THsXFxeXik2wcP369Z8I2Zwg97inhYDeJc/ym+UZ+Fs5f470p6OlDx4gz/MB0m8HDhK0atVqwGuvvTZMCOkpQkavGjdu3F+FoL44YcKEz+X3CjnnzRnfUdTXR705ftrBb02a9rQU87v2HTpcVFpasjJ73borTzj6wKPGnHPUfOmjm24sAQIE2CvwcyWsw0S6i5wkwtMTmSASYBvgIYTBgWDwYLhgjBs5xQ/DnVEPjGiAP2KGSrjLOWBpmr8ZrRhTGLSkiZEMCcFowvBm0ycMXRCe7g8NymFloV4YcJBWRtkwKCE9EG7KTzjqiwB+GxEirunCzpn4gZ7QC4CooDPTPW1h+SCmZ/LYVYjRcZik5Q3BCUgXI5mNj9hwx0iUtbOBcIDP2TzzzDP6CQ0+pcFnNRA+bUOdIhn5fIoFg5lRG+oF0WvVqrWSRAxe+iCj00xX/+abbzQvpuYyesMoIWyJ0R8j8YCwrD9l7SRpUm4IIqPDUlr91A2jZegOksumS4TnBQ1+pL9BylNbWyfxY7WdKQs6pt9CWNhwCz/T/8ZcIaCSOkY9/Zpz6i9EACEOYRFGLKkz5WVtImWnX/DbRisZBSO+hddRVkmfHVsZ5QOUvZDRRLmeOCY8ZeRzN9b/lFiLP+dIQ0ebJby1I+l7BFX6tsRVPWpM3S1aw1tZCK/ToCWOxdVrVo5pX8pNHCMzlAHds9GT5idp6hrl0HE48AfUgTyZcr9w4UJ1kfnz5+s6dz4rZC83tgamq/LCgLIgrDc2vewISIeXKJSddAoK8ht0EAmUnxFKpsfzTVSJssOgnNSRewvHjKhzr6Hf8fkok8mTJ6vu4xLiXPsO7TUs5cpen61tyYZ3L730UoMQHvASgnWohIccb8jeoHl99NFH7sknn3RPPfWUyvvvv691JS12CCdt2oYRbrvn4OcX+j6bOCWnpCoRtinBgLREjg4+b/PD4IQTTuhy2mmn/UZkrJDS76RdJ8uz5ka5Txwi964W9G9p30q5jhfLvWi83Ctuk/viedIX95Pjvm3atNn3rbfeOmTs2LEnyX3+V+L+Qe77/5C++ODrr7/+qtz333/55ZdnTJ8+fb7c95fdeOON6x944IFNH2neRbw6ZUrzNydNPeztydP/PnHKZwtat2n9UWZGiwulD89Zu27t5csWrhl0ykmHPyz12PELPUCAAHsEP1fCatgn5BqYxrtIhG+aYlUg74t4381wjrV+5o8wKmtTf82PY/z8sDC2VjBSOsDyR/C/TmSvgxlyCMCIgRBhAGF4QF4hEIwSYPj5wXm/CzBGSAs/M5yAGTYYtxjATKll2iYGGdMx+a4iRi7hrCzh7g8Ff/52TD0woCEDEBRG6KgvO99SZ+oFqA+6BPgT33QB/LqztAlPmpBUnSIqbQJIHz9GDi0t07fF3VVIOx9DPn5AfmBi+jmS2E2bRRkRNKGvQJr4XElxiOQgTAGlnNSDUSD9FIwIGx15bryb8+23SswJR90ISzjOmZH+5ZdfqT5SU9M079mzZ3ujV1J3PtUB2WJqK+cgOeygiy6ZLgxxYKMgaJKuVZV6MMJK2tSXHZ8hrOTJiBxTLOex2Y0QQ9KlTJSFdoH0EZayEB8/1pay0Q7x0RXXjH6WRPKGwPFyg82W2F2Xtbd8P5MRX9JkuifhCcuUWUgzBJd+AkkgHUgao2yUmWnVNTVeH6GuRirpG6RBWdlcSvtHVLQQ4NwGIk3dCcumVUzVxQ+9L1+2XPssutCN14Rg8h1YiAfh0RtlITzTgnOEPFF2HeWWurHumPRoD8pD2YlPfQlbVlaq4VetWKn6Q8dMfWbTKNqasuNuOuZckvYHLbzUhTLY1cKoMboiDOE3F+9TQxx7n+Tx1sAjTFtlSu2Ogn5E/SgPU6pp/425G7X96cObieTrjah6hL5c6m5rb3cYUnfWWzONd6XozvoMG2qtW+t9Qsr8CMN1QD2pN58wKiwo1HYlHH10pQjEl35KGzGCS3+hny+Xa4xp7MTnRY9965bNk6gXLyrYlEk0qf2CEVzqR5+h/yL443IvRzetWrdSwkrfJV2ALiXeQXKvtG2JA+xmnHzyye1POeWU35x++ukTpF3mpaWlPSbPLkZQ29IPIKhCRr+Ue9qDcvxLaUNm2UBMTxbSebsQ0heFiM587733Vjcl+dwWnnvunWZTP53T540JH54ybtLHd06cMn1aYnX8+lYZraampib/ISqqvj4vP+9f+Xm5I084+sChJx978CO//e3Z3pSkAAEC7LXwngY/PzAleLoIo6zgepF/iUAYp4jMFuFbp5eJ3CPCSCwYL8Ixo7GQzg4i54sAFtNZugjfSCWtm0X+ILJchDSZ1hQpHc6xRoc4hSKjRLJE9iocdNBBDZsuYXTgAkgHBjwuBgmGhhnECAY14TGEOOcX88MlLoJRTdoYPRgzGLiMPkC8IK1MceOtP2kSFxAe4Tekh2M/0dtTQAeMOlAfg9UVI2zIkCFah6+++krrht4w7CH3GObUH3/qhmCsmYsAflM/84cUYIAyWoUBT96cxxhkaqRtwmRtg0s5pTwXffHFF/YiZYdx6aWXNp8xY8ZCyattyEvTLxP9M8LKMVMOyQ9j3H/L4UjJoPxj111IHkGIQ52qhKyFh1dX0mK6sY1OU19A/fi8TJqQO6Y36uZCIbDJDLrlcx+aTwjdundvWG8tQQTeJ1dqa+pcYVGhGPhrvb4o5IFvWjJqqlMVRbebigbJi1KjHoMcw57Rp2Rpk06dOykB1H5poSUsmmCHVkguJLy6xttkq0PHDpq0pyvg9RtGM5d+v1Q3z4mL9UaUGRljbSpl3wQhPJIfRHfxosUNbc6Id7ce3rTYzcN7L4wgjN9LP2TtI2UFrD2GbBCe76RCMLmeKA+Ekp1/lThLXel7vXr3VtfiG4jLWkpGgTlP2dEpG4DZFGEDbcBPPtXDelKuI0Yo+VQP1wejbvQNSK/WgwiKUBo+h3JyXbFhkKdUb3o9/WBzbIpEHDYnWrNmdcM1xM67hxx+qObFb/RF+UHoGtqsDoBiUTf+TX3/fb0OKTflSc9I17y8GN4BLwXYhRcdAa6Zgw87tCF97TNheQDai7KwUZa1KyR5nfTzGZ99rn2V64M+rtTdklC1eSSStqRs1Iu24V5C/ugsPEf6YZGuE/bus4SHZCKUzx+eLHhJUljoffaMurBb+OFHHal1Yrox90HKTVzu58yGgDR/KWVnd+bMVq20buQF5L4+WojQJDncUhkBmgIJp5566hHSHudKm50gfaelPcdoP5Esaa/p0m+mSBt+/O6777JudI+0hZQpeuHC3JSv5n+d1Dw2MSU+OaZtVU111+io2DbSPfapqanrHBMT1V7Kt4/ct5KY8VJSXES8pdLDPouNdh9HRSd8dvyRIxZIf/rB+0+w6VKAADsGe9r/XMHIJuQRQFo/FIEwXiQCmTQCe6cIgLz6sUwEYskT/C2RI0UA37U0wipP/oZwEFBGTRtLB6Pfn/9eh1GjRjUQVsSMDYwd3tozRZdjMzAgrRi5GGo88DBwCG+GL2Htgeh3McJwIbpMRWQ00tb1sV5KSFLDmlArC8AlXQxwy2dPg3piIFrepgtcK+eRRx6p9YKsohNGJggPIafeGHQYk4DzxOU38TEuTe+EhdRzDiMewxGdcJ5wEBTW7xHfL+QVMkAu+vTTT3easB522GHHCkmeJPlJspvIFd9fpapsosILC8+mCd1uCOcdqaHOmj2+mWpknbpQD77hqZ+CaTAtSN/7Ea0jQwnazhAnApE3dUJ3kHQ2JQJmRjOaxGdxyJ18IaGMKkI0rT8Sn6m/SjSlLBAsDS/n2IyI9akG8eKvHgPawktfICcx1jW8eJBG6IQ5mjYjb5SP9CH4fKpFzxNODqC5Fh49kodWR06yaQ26Im4DOJTzlJ3w1gfpK4xg6W7MXoqbgXCMXJIW/+g/kGO+x8o5PmPz5YwvpE95L4hIHzI5YuRIl968ueqN9K1/GwhHG309a1ZDPPozLwrYhMr6cThoW14QzJs7T/sG4agrLv2bz/k0a2Zr531EKXRAPsVirM6aOUunRtNfamqqXUshQIMGD9Lf7CiskDheNO8vcZkKvmTxEj0mv0OPPELLBLin8R1evkvLC4N99tlHY24aEd2U2tIl37svQt9TpqxM2ecTOejCq7fFkd/ylxcqudIfIZ0dpQ9CHLl+NSThRTi2+CuXr9DR646dO2v7mX4qysp1B236C7/ZLMl7GSF11mRIhYSYXu8tFeAE/Y2XLaxj1XDeHw8ShBdBWXLf1Z+hMpBHm3as77bp1sSRcxKeZNnwbCMj9qJL+vzxJ52oeh0pfYfPbBGHtObNm6f3dV5GvTvxHddF9NSL3ZnlmgDEFd3/u1+/ftcFG+I0LZjyK23wS9HxGLlv9BFXfnr3Q7mu10m/eleuv7flHv3JBx98sDEUbZuQto2aNm1aSl5FdFp9TWVqfH1cTFRUbEJUfF3z+Nj4VLkpp1ZVVieXl1ckSn9JjI1yKTFxcUlyN06sjXLNo+vr29TV17eWLpIUHR2VKWXKkPtwsvTpKPo1n+fiuq4sryytc3W5MdHRC6ura5clJCXMrSqv+i4mMW7pSUcdSIe1XrzXICCsAQLsGHhK/dxho6KMgPJNgTdFGiOsjJQeLfKN/vJgpBfC+6JI+Ajr/SL/JzJR5EIRCGukdIDlt1cTViGfXTnGOMLYMJcHHKNeTN3FyMUowQ8iAonAgMbo8McjDEJ4DB8zsAnPKClgJAbCS1zIKnmwxgoDknQQYC7YGwirkgsBOjAXwfDm/MEHH6zrJqmP6Y46U1fE4pEeuiKe1df0iz9TKgFknjich6yibwxCXNM1503fEAxpm10aYZX2+JcQkGtJn7QhgnzOJn9jnjvk8MPcwYceqsSq4byG8crBOlSmFTKKN2nCBDftw6laVu5KF118sRrqFZKW9DSRUNyQYKwgHN9/731u1cqV2h8wdvsN6O8uv+oqPYfO5ECP9RMuISEuU2H5Duq9d9+tfYs+17NXL3fz//ujjvhCQCw8In/0hqm/pZ6eP3XR0oV+ewL8v9Uv7LeKL5z82ex3g1+Yv/qFfusxDv84MP+Qa8cE4miz33ro+fNHj0Lnvb/89Pz4jM0fb7rZPffss7obcX5Bvrvm2t+762+6SXffpX23gMRD53xT9J5//MP9W9qJ0T52IH7+5Zd191kIPWs9pdN6FmXIJX/ak2mmF50/Rtfc0l94yfPr3/zG3fTHP2i+9HO7JoiHC8iX9n3yscfd/ffdp+QasnX3ff9yo+S64+UOpAxCrnEsDREbQf9/N/3BzZo1U6+rQw4/XKcqc27JwkXuyy++0DL++fbb3H4jRui0WItvwvXPCP3f/3qH5kdZr7/5Jr5lrfdE6q2f3fEKriP/G9Znu3/e+XcdxeS6vvK3Vwk53093ZQb+9LmOmTp77z/v1s3N+IYv3w6mYAlxCW7K5Mm6Zvv4E090xxx/nO68649v+uIFk95jQv7Ui+tSDkW88tl6Uuo/c8aXOmrMTAKut/2FeDIazP2EWRENnxUSYZQLvDdpslstbQkOP/ooHWlldoG1H/0Hfdn3hD94d4rOOmCUlfOAa1buj3Ol3sN3esOdAJth9OjRw+RZcLno9ky5NtN5LtAm0j+L5N75nvSLsYsWLZq8bNkyZn1tgSkzZzYvXp/XPj42ua20eLe6+rouMdGx7V19bc/q2rpWQiCbSe9pJveR5vQX7jHax+T6pFW9+1HoczXVvKCtr5J0Klx9FG/uKqVvFkuZCuXa3yh9O1su11yJUiL9MVuI7bqykor1ac0SCuNdcvbRRw+PWMa9FQFhDRBgx/BzXcOKgW7rRm0DprUito4BkgmRvUaEEVJbV8rxESJ+sA6WIR7IKiOk3q43mwAphfBeIEKe/7+984CzqyrX/jplem+ZSa8QSKUFkJYikQAJCSWCyBVUFOx6/SyAfngt93ptnz9/96qocLFcFMjVCwkYSoAAUqQLhBRSCUkmyWTKOTNz+vne5917ndlzciaZCSlTnn/yzip7rbX73us5q+yeyhkwWOFjzYYBvvlnx0tag/hCywJaViAkUVnDC8rmR2UFL0lU0NClFRPNIB1EHUSLFbonnXSSdpnDJCq2tcOWYf3Wtf5jhd0G7zZZUPFCy/GLL76oY3HRLQ77D2GO44fjhFY/jEnEcUAYy215OKZW0KMijOODllScByzD8cTxQSsjliEOy6zZcmCooBwqUm5Atu39KD9D2mkpRMXzuOOO14o8WkvxqYuMSeUahnOKz8xAeGB/sW24LtCajs9t4BgVF2N8dI1eU+gyaw3bjn23E/ZgnCZA/sknnKjLcT1BbJSLWCkTF34YtgfXIMZI7tvXpHmwbrTEoVsrjh3G8aElDcfYGj4rgziNF0HhWJvjyjJshzVvvkycaxARGZMw9hOWHcasvfr5FZiNc8NwrR/bCj+OhY23lolz3W7hZsfVOPdTMWhJtXEwjLmFKGqXY4mxn3qu5VLG8cV5wjZjH3E9ZhvOK/Jjn+1kYLg2S0tK9XyhFRPnEKIVggnHH9c6XMTjXse4VIzfhagCWD+uCZSN42HvDZSLNKj4oYXQHm+0snt/qIBh/5EX41KxTM29N3A/oGxJqF2uUTYMXZ+xHOtAKy2uIW39F9CVF/uLffAarr9hcowwJhPXGMqBwMO+4ZhhPfrJJnFxTeFcVlRWSPp6TQsBh3ISuv74fuVDIGLyrXHyjMQ+IR3AfkEo4lpHrwAcC4hVbE83k+3AurFtGDJg70ucK2wX8ujnqODKdquJH5OVYcwtzgV+sMF222U1cq/iOYZnGlycD4hetPAiPcL4Li2ehng24TjaH+hw32F78XysH15vwrLd2E77jMIxkWfGCbK9J0rw2D7gBzgXXHDB+YsWLfqLHM/n5XxfL+ehEteYXEdvNu3e/X8eeuihiffdd9/Sv/71r3dDrD7++BulDzz8zPSVj/5tyV8eePy7Kx5++s/3P/jEpmhTx46y0qo1+YUFjwWCgdtFe35TzvfFiWSqSu61d+RqfFjuul90RmP/R66PT0r46nQysSgWi89ua+04JRTaNz0cbpkSb49PSAX8IxOdsRHpaHDUogXnjrpkwXljLl0478RLLpx95oXzz7548UVzPnbpxXO+uuSiOd+W+NsuueDc5VddPv+Fi+eft36giVVCSN8ZqoL1H2JoFUVNG+4qsc+IWTAeFd1IIDLRvRetnTD40Z0X+WAQvuhGjNoY0qN1NFd3mdvEsA4I4ZfEcpUzYEClz1bwbCUQfoDKBYQSWk8Qj0oKKhqIh6iCacVE4lDJ0YqbVJxQqUIlDOnQ9RdlwEVFFBWoadOmqZB97bXXNI1dL+jJf6zI3oZc24ZjAJEG0YrKHT69gX1FBQ77DuGK1ihUJq1IsoaKBcpBqxHEG9JpZVAMoAx0t9Rxa1qpdNZrzXve3gsLFixA5XGKG1TwvU20qNbI+UcXRZzDG264QcerXXPNNfqpjKuvvtp86EMf0hZm7DOuAUwGg4oqxquNHOXMrovjgrSXXXaZfoYDtmTJErN48WIdB4wunY2Nu1RgaauYgIo6hAauKbTG4zM5+EQO7AMf+ICZP3++utVV1ZmuyKhEA7T8Dh8xPDP21R5Piz3GPcV7yU6bHQYHCqvr8WebJTsu22/dA5k3jddvwwBCDdde13hcXD+OH9cqxEku07xyfKNyb1sQxjVsnxXZhnsBY4VRNp4TWKcF1yy+U4r8uL7x+ZXjjjtODX4YPmeEH0YwjhcTZeHaQFm4NtFSi5ZE3CMzZ87Ub/TOmDFDDWEYeiWgfP20jawP24BrGn45Ktr6iHsI1w8+eWRvI6zDmg1DDGPiMVyrKAfjRXGd2eXZeVAuZnTGMULcrl2N2Gldlg2WY5vw/VaIT/xQZJ/D6AGAiZcABCLup1xgP/Fj0JVXXqn3JO63j370o/r8xjIvWB/K0R8gRVjDj2OBcdsQq9g/fJ7KftoGhnsNP0rV1tXqD1TYd8zs7d0eu+/WhWjFbN9w8XkbO+Ycx0Sem/KYyJurEaTPyPlYcskllzwh987D8l5dIvdBoLW1Nb5r1867X3/9lXNFpE7/68MP//ihh/7esHzl05+478HVv13+0FOvhSL7dhUU5v+joLD4L3nBvFvSqfRJ8tRc5/cH/iMcbr+hvSN0fkdL+PhEZ6Rh4QXnjFly8ZyTllw0+8JLLpxz/aILz7vpg4vP//GSi+f++gNzz/zjgvlnr1h4wdlPLl0y55XLF13wxmULP/DW4sWzNy/5wDk7LrtsftOSJeeE5DqOyrWdo9sGIWSoMlQFKyZYQi3A2vli3lni0CJql6EbrwV+bz6E0YKKqXARhosWV288hC7KxjomimEca65ygDdPv8QrdmAI2zi4qHTARWUVLTCopNh4VDjQaoBf/lFJQqUIaWAQJ6j4wo/lSIsKrf2GIrrLYhZX5LeCFXhd6+8veLcp17bh2KAFCiIclW+MhYMIRWUO4g1iz7ZU2A/yw3DsrPC3xxXgOEPc45jZY4j1Ih5m/dnuobJ37955ci7ybEUT5aWSCW0hQysMxuFhXPNdd91l7r77bnPPPfeoLVu2TMOPPPKICgdU4kOtrXpeUTkdO26sbhcE/f/+7/+a5cuXq61YscI88MAD5v7779exbiXFJTqW0FasUWHGccHnbbBNmCUXn9eArVq1Su3xxx/XyV1279mt68J3UCFocKwg/LWF2yOuUI41i/Xniu8pzuvvKc4b7sl/yGbLyFEW9r0r7PWLyTJnuYgbHBd7GYtbVOx8ZxVjyXF/5jIsd5JLBhQi4Nzi2OO8ocuvzkQrLgxj4OHik0EQlvi0De55bAvA6lXESn60Km7YsEG71cOFYUw4ZlPGj1tIjWsE+QEEEIQnWnchvnHf4RrB2EnMDg3DUAOMJ5dLWYWjIuvGeGSA1kuMO8bMuhDA+KEN+2O3z2KPH7aztrZO8wFMPgURm50e2Djc45pXysX4VOA9R14Qj2cDxCrGHOMedO7DpDtTsF9byvHjIOKzy8BzBrOU4x7FvYn7Ep+xwbHF/ZgN8uJHIWwj1o1x4dqLQO5fjN9GGfi8ze233672zDPPaDnlFc43iLENaJHFD0q5ygdoIcfnbTCzN1r3bes6cPfh/fy8Td+YP3/+BxYtWvSovB/+LM/c2XIv+5qa9mxvamr6dUPDyKu+9PXv3vGLXy87Z8VDTz9y319Xt8dN7PWS0uJfSdbL5UC3+v2+37WH268Ph6LndcRbhosonbjkojkXXjT/7K9dunDOry69aN6qK674wIbLL79gt5yj3L+OkG74fP79HwIucgx7XEbIUGWoClbyHkBFChUH63r93jhUajCbL0QUxJmtoKCiA1FmK05ICz8qoliGrmIQDmjpgChDBRSVX1SuvOXDbH7rZi87Vni3IZdr9wPHBd3eUGlGxQ/HC62jOGZYbo+JzQcQB8MxQxyOC4QfKq7Ib1tcsQ7v8co+dgi/F2Kx2AWuNwNandAipi3Ech4hFvB5DCtIrDhBHNaPc70Bs9nK9mKbEcZENnAhJCE8duzcYXbu2iW2U81+kgNgYhxM9gJwTaFSDKGBViAcI1T47TdN8eMA3I7ODk3XLH607EKA4BgXFxWbmppaFdq2myKEvzWMYbRx6pZ1LVND12MxuDbOCXf5vabpy8u7xyNs4zx+/KABP1xr2eEDm5QhoiETlusrp7/c9UscrkG4+M5yIBjQ4565ZuRcoUcEykT3UAgzzMarJmlguHfRuqif/GltkUzOdYfrHcIYvQP0POJ6lPR6XbrlI2+1rNfOeIxlAMshYvAZGmwnwLnD9QNBqn6cSzmH2P60ZLPPGcTjO6M4F8iLeOwDWn/VRVdmtMrK/YSZgXUyIvmH7Cr4ZN3Ig8mggph5WLYJ1zEEHM6FvWawvzCsB9uB+xFbj3sBsw9jW3FOMcZWP+Nj82m4RNeNlWLMLsQkWi+xvXY5yrSGXgzlcoxxPNG9F8cdxwo/BmD/sS8Q1bukHGyjbk+x+2kfMVsOzu122RfsD36AwLYiHufWfu4H64KL+xqTQelxlR3Dfbdt6zZNj2Oon7ZxP2+DrteIxwzTFVXODNXoyoz7DuPEcZ4xthHXgboierHNuGeqqiu19wTKRIsxwD0t+3iWvBPqNIIckLlz55568cUX3y/Xwko5D+/v6Gj3ybURHz9x8osf/NAnnvjnm7496bIrP/L78tLShzo6w/8mT+Gxkm1ZJNL5yY729tOi4VTDwgvOPU/s04svmn37ogvPfOqDCxfukmuMguo9IvWhrl9iskjpT4uEEC/OW4CQXjJnzpzNUnnKOelSLj8qT6hkoEUDFVVUpBBvwXIILhgqL6jcWMGFPBBxSI+KmC03lwHroky0EGC9Pf2KfyTBPkIQ2ZYdbE+2i/3x+u1+YN9R0cTxQCVax4aJwQ/zHjuAdSAPKrOoTFpsuXBz+WGoOMo5ue6pp57qc5f0JUuW1GzYsGGtlJP50C7K7giFtVsvWoFHjh6lce7Sbg8b3RbZBoyZ3CKVWwgegP0bMWqkim+cTs3jZrRlaV75h8r81s2btYILcPz8UrE9fvIJKrJQiVfc9F3lyPGW9axbu1ZbcXGsAa6XiZMmqejPzCCLnHYj8B+XmC3KLReiSMMIOQucsNfv4i3L/eMGbV7geLolySz0LAPiyawBjm6fJ427CHTbEo/XBrpFAY1wxjmj6/SLL7ygghTlQKRAtJx19ll633bNkOtsgkNaW+AwQdMzTz+tE2ihLNwf06ZP1667OM7ObduVy9kH+S/naf26tTpTsD1H9h6fdcbp2hsD14uNQz71SRjXFs7nKy+/lOlujpY6iKJZp5+u9xhmTHaTuzgFQBzh26uY2RiCC5MITT7xBDP9pJkqnlDW00+s1jG2aK2dPnOmdmFFiysKQ3koEtcixoCiJReiE/ccjtvxkydrzwnddned9hrC8jVvvqnjku2xwozVY8eN17Ihdh0cF/u+6e2N5t3t282J06bKdp6ozwnsA479I39dqWXi+YDx2bhXnOPlbKeW4/x3/Phr16HxNh2Ax+lFsVUEqhXINj3GqUKo67hVjQFOHoxTxgzI2BaAc4tPOEEE49px0jvrwrWOlnCIbLjT5Ljj+CKv3vtiIsIvvU/QTGQ/Zs2a1VBXV/e1/Pz8T8v9mY/x97j2Z8w8zZx2xjmmvLIK46mTsXh0g1x8j6XSyVW+YODFS+af+45k5zE9jFxxxRV1SX9yYiqROk6u3uPkfhkZCoVHXXvdNdMuXLBgeF6w0Id7xk66FGpvMW+tfSv8wH2PrQkE/c3ptG+7nJHtxpdaL3fIhkA68PYDDzzQ7BZPyJBhvzoKIQdi7ty5m6Wy1+07rL3xo5KBCiQqU6h4IA6gwoOKGVykQTwqaTCbBsB/MLPpUM6xFqwQTFawAmwTwH56XcR74+x+IC8qxnb7cRyxP3BhyIdlaJlAWls+XFvmgfzICyHc3t5+SIL19NNPXyz5MaO2rhjlYkKZvbvQ1Rbj+5xz6CzOXf9BLPJB8GCbZOexA1q5tRXbXGhp8gfjE5EXeWxeHD9sB1rbnCPSBfJltkb+oDVHW/jcY478yIsxrHK0nEQ9kHOJLecA7JciE3HgvAcvWehlWT3RYy7ZL1xjdkwnjjG6teJexmRMB0TSQjyitVGvZRwjyYsxl8iv585lv/MlaXF+0KqIfNg+rB/XP7qUOl1FJVd2Rg/4EUcFNbZD8uIeQl4Nu2kc3BAcXZExxUVFKvAgUjF79Hnz5qqAwnF4VITgpo0bdfswplbFqmdfLIhBi73ddxSNH4pUfGHp/ll0m3G87TZDPOu9lDu5ChGUjU9IYRuRFj8ElJeVm/v+58/6LEQ+HUcs6TLk2F7L/ks8MeLFfmOfnOOIayLl/KCmYYvHJ160RON+xzYgnX3Ge0rOgP3G8w/3IoYInDJrlvs8cdYdCoV+MXXq1M/y8zb7M3/+/HmFBQV3lpaVjk7gW9h+n5l8wgwzdeap6fqGEZvjyeTTsUjkkVjSPHvZRec43wQjh43F1y6uLIrmnZ1Ipd6f9vnOlOv7eLmea3C/4LrGNY9ZwC+7bLFZePFCU5BfrD/yWMHaFt5n1r61zjzy8FP6LnXuI8knafTeTqV2SyFvStmrff70ww+teOg5ScBzSAY9ud4VhPTIvHnzMoIVhsqj9XvD3vjsNOBg6YD198UAXgoYt9VfBCu2J5cBr5jMXpYd503bU74DpfGGcVzc1tvrnnjiiT4LVqks/kLKuxHHHOWhsjph/HgzdcoUKdOZoKbX4LQdJHnX21jW1xXYD7tI9lL8TmX4AMkPP+6+2GuxOz3tpKQ97BuKvXfQtR6g7F6tNuf+vFdky3o6JH3kMBWzH9hrVBTRTb2peZ8+oyC8xo0ZazasWysrlnsKCXG95zpGueIlCtdnT2SX0nPKLvCsQ/frfS3Nuo0IYwz8aBGxa954M/MsyqCF5i65T/fuIdBj6dkL5EBgXyDIG/fszmwXhGxHR8c6WXbysmXLnO/9DGWqq0dOGn/clPKKyllyDdR37Nt7RTLSOULUjimrqjTjx04wp5x6xnPFxaU/3br2pXsp8o8MV1xxxXh/nv9z8oK6Ii8YHOXz+30Yu46eHHBxLQO8G8Lhdkl/qblk0SU5Betba9aalX9dLe9sCFzNpvkAnh34EQK9FPDDcCptXpE74w9Bv/+/2PJKBjNH9s1EBh3nn39+n7oE5/LnCh9OgzDDeMVjKVgxPu9ggvVwmRWiPQnUXPFWsKKFta+C9bbbbsv76U9/+rrs32Qcb5SJVijM1HrNP10jZbutQ5pa/maeMrJ+x3HB9rheG5lxMguUrnTwewM2bVdcdplZwUwC7zr2y9PXcJdX6baNQMJdMW6eTETuMBybq2tRxuf1it8TUNx8XRmdmJxhJzJ7/d3K1z+eCMG7Tu/euYnV20W2DOsFObI4UX0rq+ta7M4BS7ELJSP2E92Sn3/+OW3dw48zp59xBn600WUov+fCci9Alp7oeVHPS3BPY8KpJx5/XAUdtgnPv7nz5pmJEya463PyH2DVOTcsV3ocz0x8jgTyJHZ9WWj0/st6SK0t+WvXrTOPPvKIHnuNk32VZ2wqHA6fuWLFihclqqfsg5niMy5Y9MExY0ZdNX7M+NPHjBldhZm10eq/bdMG84mPfcw8++xz5n/uX25qGoab7e9uaw+3t++ORaOvRCOJ/177/JPoHTMUj9sRYcGiBZ+rKC27tbCosCYeT4hITThd3d0jjPtRnxOuPxQKm6uvvtIsWrjIBPz53QRruKPFrFu73qxYvkqu9e6CVcvQ/07ZuA8xnAbPIbkntqXTye+cfebZd/BHCTIYyfUeJ6RHIFgrKyt73SXYGz5QmsNpeHijhRXd7o6lYEXFEWB7joR5hWguUXogvxWsoVDoo6tXr75TN7SXzJo16zSpLD4vgtVvjzcM+43ullgHQJx1vX5LrvhsFxVWgG6l6qqCgAd5nZhMmvfg9iYN2G97DpDe+oE3fDC3ax3Ic/D19MVF2erX//jT++3qyfWWiT/w22UWXCe5cOJ7WOYZF2vR1Acsa3/6Gg+yl+HHJ3TVxXML+4Z7B4LQ0vM6ctcbUzn2zXKo+4HxtOh+bMNwMW8AttnLoZafTU/x4HCWhecJ5jawaXD8cT7k2XXLtGnTvj/UKucTTzvjkimTT/zeKSefOvX0WbN8Y0aO1tmgy8rLzL/+63fM5IljzeduvMFs3rrNfOaLXzYXLFps9jXtNU379mkLfFPTPtMSan2+MxS+9c1nn3pYiuz54JMDcuuttwZX/+2p20tLS68pLyvW96Fzb9v6iJPO8TsBuBhGcO65Z5sPX321GTl8DGLN3qbdZk/TLrNj1zvmuWdfEHtF3tMYJqTZusrQ/27ZiHMWZoRrNBq9LRVPfFbe65ytmQwqutcqCDkIEKxVVVXawooKGx6QqFBki1Kvi3T2YWv92ekOp2Gb0MJ6KIIVeWHAltdXINww6RAqVba8w2lWdMK1fhvG/mbHWQM4/jYdKrMiMD/62GOP9UmwnnDCCV8TMf59e2ywnoO52XEgV3xv3N6k6avbmzR9da0feMN9cXuTpq9ub9L01bV+kB0GPd1HB7q/+prncMWDobjuwxUPjnRZ+DFQBOvjIljPH0KC1T/97Nk/nDJ12hdnnXqa//iJx5lhdXXOOEc5RJh876Zv3GyuvnyxufLyS017KGQ++JGPmgWXXIqDqO9EjGduaW0xrbKsaV+TCYdCP3h1zjk3GbbI9Rm5Ln2LLlv0l2QivSgRT/jz8/NMcRFmt4dw7OqBhsvXcZ3r2MZhRvKa6hozfdp0nWQwEukwW7ZuMZs2bzHN+1qk/uCMEXezuX4Uhv9uPOKchc74cVkxxt13hNu/UV9X9/17772361c1QgY4R7/5iQxojj/++C/Ki7ESfogefDIB307E50LQqokJRdA91BVDmclzIJSs3yug8IC14VzmrfxavzcuF1iGFhC8MFBGb7BlYjsl78vyYrhd/OdZAdgXsF60CPRGsHr31a7LG/Ya4rx58PLC9toXo06CI8cchnMAF5+rwEy4OD+Iw+yotgzkFbtv06ZNr7qb3ivq6uq+I/nHu0Et72BudhzIFd8btzdp+ur2Jk1fXesH3nBf3N6k6avbmzR9da0fZIcJORLIs2uYiNbf/+Mf/2h1owYz+dPPmfunGTNnfmzqCSf6RwwfoZ8bionowezbePbHE3GzcdNmM3b0CDN21Ejz7s6d5rm/v2iOmzxFC8B7AqjEkfcFWmUDweDZVes3HD+iuur+nTt3UrT2kpPOOafu5RdW/yQWTXwo0hn14/2MJ17CHasqh9d9DnbVYbo/E30qbNvbw/rZvldefdm88cabZsfOXTouFcNqtEBVoz1jhasKWYv4/T4zp72jbdO1H7nu9dWrVx+kFEIGBqxVkD4xf/78V6uqqmbqA1oewPhuHz6+DyCA8OBEPFwYhBHS2gcq/Ph13KbBcoQRb4HQs+Xb8pDOhgH8AGEr2KxhGQQaWjq95WaDdDDkxwsfIlfc9VLG12Txg2L3ybbMLywsDKA7oC0L6zgQWK+Ium5dggH2AQZsGXYZtsFWKBCHYwmBjziEkR7lIs7mgR9m9xlpkQ9412O3G5OwnHTSSerH8tbW1pTs74ceffTRezSyF8yePXtUY2PjGjkuZW5UZnsO5GbHgVzxvXF7k6avbm/S9NW1fuAN98XtTZq+ur1J01fX+kF2GPR0z/QUD/qa53DFg6G47sMVD45GWXiGyfPrI3ffffcfJNhzAYOAmefNvXPScZP/aeLYcX60xmEGaLTo+f0B/XwRhg9gNuwNG942uxu3mxlTp5ht72w3b6/bYN5/0cX6PoxEMGdBhwmHQyYEC4W1pbUzGjGtzc2/mlRX9Wm2yB2cc+fM+UwwL3jTiSeOG/HOtkZfJBIz+C40vtuMb4fbJ59zQXbVSzA8wHG74hXEqeO4GsYy+Y9WU5vHcd1lbvqe8PtQJ4CATj8diye/8fQTTzwl0fxBggxoutcqCDkI8+bNu66ysvK/MAEGKqV4aEJIwSD6rICCcEKLHuKtGMMyhLHMiiuktcsQRiUE5cIPg98KLqQDiEM6GJZhvCjKsYblaFnE9kD8ZoN8SId1okVYLCLrWiGLUPFZKRZFOpdpYh+SMj8o+zwJ3a6w77YMWDbYx2HDhnUTrNjOkFQO0OoJ7L4DLIfZ42T3y8bZ/DC73zYNDOuxrbkIo+KCOJsO2wuzPwQArH/fvn1viPcCEaw7NLIXTJky5cOyHhwnXV9v3ew4kCu+N25v0vTV7U2avrrWD7zhvri9SdNXtzdp+upaP8gOg1z3CegpHvQ1z+GKB0Nx3YcrHhyNsvCMC4fDv586dep1g7lb8Alnnnv9mLFjfzlu9OjAsLphpqy0TJ7xIo5EqGLcIkQrJufBPVchQvbpp540699eb9rbWs35c+eZkROOM23ix/s40hkx7R3tpr2zXb9zrt86F4vJO6utufWfXnv6sbtklRQ2OXjf+943rKCk+M6C/PwL5P3pP27SSBNPpMyWLbtMcXGRdsmWZTqLOMaT492LKzcp9QwcX1sfQks4vu2MdzDe7/b6ltoE/jj+A9wPB0eevamI8cl1EcwrxvrSiVj81mG1tf/KHyTIQKZ7rYKQXjB//vw7pLJwXWFhoc+KKCus4LcPYoTh2oey17Vm02Y/vK0AtoILD3u8XBEuLy/X9I2NjboMrZloHQXIj/VCsCKPFayIs9uDcpFelqNp+I9ifxLbiHQHoEjsQrFrpcwLZd/zemp1xbbX19d3E6zwI37Xrl06vhX7gG7TMLzo8GF/bBvSoEwrigFcxNljnW0o37pIY7fF7jvKxTLrxzpk39eJYL9GxCpm2ew1Ujn8vZRxjXd/bdkHcrPjQK743ri9SdNX92BpcHy92HB2OgvC3jwIZ6ftybUg3NN63ovbmzTWVV92PK41Txhk+3XiKE+cM4GSmEZ54j3XUTY9LTvS8cC7rGtr5f6R+K7dsh7vD1fe1O993V4GSjw40mXhGsOzTp7l78hz7KRly5btcxcNKiaddFJd9bDh/xg3ZlxDbXW1vDcqtCuwfR9gUh7tduqmx3tm0rjxJibvFbS6NoVDZveevTiIKpJi8ZiJyHuxo9N596BLalsopN/oDYfbt3eEm2euee65QXksD5UpU6aUjhk//vJ4Ivb1/Lz8yfL+9KH+UVtbaU6YPFaOb4t599098s4uNOVlpaZIxGthQaG+w+37OC7HvTOCHww65fhj2FRM6yF4F+OdDEO6A90HB8e5CtKpqPxJGF8AVRbnHYKWXznX32uoHXYrRSsZqHR/uxLSS0S0TpOH6/vEKtva2oaHQqEvoWUP4EGNFycelDAIJ2/l3T7E8ZC2eB/Y3mXZfuvC0EJql9s4GCoze/bsUcGKbbFp3dbUsLxs0Jr6ezHMkHgoM+lNFrta1oNW1xOyW13xImpoaOgmWLUSL8ttRcv67XLr2uPkTe/12/1D2O43wvDjJWqFP1zsL5a74WdFRP9F8uFltUa2+ckVK1Z06Mp6yamnnlohx3HtsGHDGux6rQvgWj/oKd7ije+rC3qTBhxoOfzZ4d64lr6kO1ha61rstQAOlra38d7lB1oGuoXFb0O50mf7u+UVcJ1Y1Jf5g3sW/v3pKU9XdPeM3vReEL9/FseTq6wcUYJdb66yxJtjNmA3uUtXYvi6bavHi8BB9wN/cHjdZF3pu/LBZ+MzSfFHApn03khxe1itxOducOshuUMPhfW8b/pX/dnsn8cnz/O4xuNZKs/5uXffffdqd2HuQgYoJ82Z9+Xauvof1FRX+4vyC4xf9hlPBbSo2tbVYF6+itiComK574z2sClCl1ARUM1tbRLnl3dBh4m0d5hopFPFUyIWN5FY1HTKO7ITP2CK4Z7tCLd/5sVzzvglJ2EyZsGCBQXhjo4bystLP19WVjphX0sbXniZZxvesWPG1JvJx483HZ0xs/2d3Sbc3mmK5TzgB+mSkmKpFzjDn/Cpm6gIVXyjvNOph6ihroC6SXYdpm8425PGp3SSIlbl3PshVn34Md0py/7ImEzE/1/E+H/0zKOP7swsJGSA4FzphLx3zhEbJVYvli8VCYxxHCOiraqwsBBNfdXy4K4Xf5EsC8oDulxerPkQdXigo+IB0WdfBl5Rhwc4XOu3hjAe9PZhD2w8JhpCK6oVblKpeU0W/7fY3WLbkPYwgA8DXiD2Ednei7FvaHUFuQQrzO6TxYoS7IMF+4DttvuEFxpebADxEOKSHhONSH0jmpRlTbL+3fF4XHY10in5tos1ShqI8Rax7WIvi+0R6zO33nqrf82aNcWbN28eNnz48O987GMfmy3brb8yY1/sdnr3Kxuv+OoLByozm76kPRgHKuu9rqe3+ZGup2PrRDvLcmHzAfhsbsRnlnjS5OKg6+j2J7MG13XQq7rrTya53QrdTht23cxmqSft5BQvGmltS62TJqnxwNkv/ENAI1y/62KZeJyyxO8WijiNddN582RvmzxlMss0i4Y1tive62JxJs4JIDXidWd0kQY86bpcZ/1yDSCkcbrUOQ6azwnAZ8txkrpxGvC4No+47u7Lf/U5xwPLc1yaNtsxw67f3TbMirtrx7smHGrzyTP2bXnO3drR0YHhDW0rV67Eg/JYb/FhQc6X79TzL3yqvLzsrNK8PF+NiKB8EaP+oAgRfO4KJ0YM3/BMQfSI349xlIVFZu+O7aa2vgFlyGWRMkERuHinpiUfrgc8u/FOicq7sbOz3bS0tJqYLBPxunJCZenCod4Kd+7cufPygsEfBYPBk0aNrPXt2dOsohQz93rf4TiO9fU1ZsqJE0xNTbVpbgmZHTv2mPb2iAkG8kyBjm11vkuO9zje3Wjhhni1k2UlkxCs3X94PzhYv5suLfmTaKlNaDfggIpVvG+7l4NtDgb9Jh6LNyaS6W8Mq6n5L7a2koFEjtcTIUcMCDyoOLi1YlViELPlYmPk5VAhrrxXA/UiXsfKiyFPHt6FUikZIcuqZRkeukUSrtCXL17Q8vKwohdhuOhmA8EqlZhmeQncL9nQmroK+Y8gmDX3Sln/h2V7ptluv3abAF5YeMEBxMt2RiWuVZanJD4q4Xckvk0Wp8S/R2yr+DskTVxciM7dYvBjICz8YTEU6PSHPkIsXbo0X47lKDnWp8nxnCrbM6OiomKEnAOcSx/2hZD3gt4hmbfRkX8tZX4+6fY7it+Vbx4kAkkQ7/frX8QecbodgZ4DR4VDWeOReCLY7RAX+joViURaw+Hwenl+vi3Ppr9LeM2qVauaJcl+p3EgcsnHPjbi3U1bXx3b0FBXVVVtQiJuOkTsYOcDARGgIoSCgaC+//JESOk8tamk8eNHFHHz8wtMMF9etfKuTKTlvQjBJGWghRXvSLT6JSCW5J3kh0mePfv27WzqCJ3w9t//jvfQkOTcubO/kp+X/2+oiOA4Txg/wmzctFPf3egtJpGZXmO4JuOJpCkszDOjRw8348ePkuMeNG1tYdPaEtYW12gkbmJxZxJFGI679xyk9Hw5QtWZmMnZjgyyEs+1LyCBXARp/Kgthh8sZInPj15eqE4hVa47UOLTzpAjXyDfRDs67ywsKLhx5cqV3jk7COm32PuAkIECRNJw18XTeYKYfhdWQKvuWWIQvr8TwwQSx+JhPEvs82JocUbL5gYx3GshMYybtZWBJjG0gPZrrrjiiiKpGB4nL7oFsVhswcSJE88cNWpUEVquCSHkaIEf/2AQDOD111/f1Nra+qQ8m1aIAHi2qqqqcbC0Gl1wwQWn1A4f+Vw6ryBv8/btjmASsaFCSQyfpfH7xAJd8xngcygqYN3ePWi9S4igwm+mcuRUECVF4CSTmOjQmSwRlhTBVFRYaIr8JjH7nPed8bUvfekVyTTkfomcO//93xOx+jURjwGIy5KSQnPcpFHmnXf2mKZ9baaoqFCvvXw5vla84rhDbCbk/BQU5JuKilJTWloo58CZzyMawWf+Ok1HZ8QkRLjih4N4RsBiCI8VquKKvwvx63lDnGNOGtsSixj8gOa2uGsVw5s/G1mexjsb10+BycvPMx3t7f8jJ/+q1atXH8rQKEKOKrjCCSGkRzCWR17OaEF+v1RuFpaXl582Y8aMWnzTVV/U8uLFixl+Qgg5VKwghVkRZsPoMglxhW6V4sb37t0b2rx58zrJ9qwsf1ieQS+vXLkSPwIOihbWD11/4wVNbW0PiCAPQKhCHGEWWjkYshTPWueY4LlrXQv89rg5wO/Ee9PbdBaUUFhQMH/Vn+9Bj6Qh9UC/+iNX/qylOfyZeDzhx3EB6AJ8/HGjxM0z69Zvk3cdvrHuzFmB8akibh3hCpNrFTgiVI6vtoKmTCqNuSXiIlZjcrxxaeK4y3J0A3bdrnOCIU6Id+I0jTXZJBiKkLMm5VgDBztVOPkJyRtVsWp8+KqAM0lXe0f7N+pr6r4/WH7oIYMXe7UTQkhOli5dGgiFQtXyYp4hL9E5Ulc8U17Yxw0fPrymoaGhqLq6OgDxipc4wIsXAtaKWPvyJ4QMTax4glkR6hWjAM8J/PilYytFlHZ2dqYjkUiio6MjLhZpb28Xp6NN4ptl+V5J21hQUIBhE2+JvVFUVLR92bJlaEIaFA+c6efO+0xFRfnP5MDIofKbqsoKU1Jc4szALWAn7fMVz1yIH/vchWhyXKcbKlr/kAbY421dgPK1HCm0I9z+T6+sfmRIfd7mq1/99Ge379z308bGJtGd3X8kwRjVcWPrTTSWNBs3vmvw3dXS0hIIe53gKr9AxKsIV4g/CFxUqyE8YzHnSwc6IzC6AEs4noiJcMUPvGIpz/sRwlX9XefUOb+OHTrutZKKy9mEWJXt8zvzbADsayqVTCWine9fvfpvT0rUkDnnZODR9cQihJAeQCurCNIaqQQdLy/yGeJOlZfxeHmxDpeKYqVQKsK1UNy8qqoqv5gPn+rBCx0vcrz88RJGJUorV64hDsD1VqAIIf0Le69671P4YbaSn+0iD+5z3PdoHUUFHkMJYCI+0yI+U2JJMQjThLgxiFMRpB2Stl3EVpuU0QKT8vYFg8EmcfdK+XsDgcBeiW+SNE1lZWUtU6dOjQ6m77GePv+iOwqLCq9NJZN+fNKmtqbGFBc7MwE7khzHFudFnqnuccZ41IS4EKzo8guxGtMxk86xh0G84txY8ENjQX6Bpo2LkGptbfnPSbVVXxgqLW6f//zH65Pp1Jpt7+yt7uyIdutijeMEGzNmmBneUIcLXidV2t24T8Rf0JSJcMVXAvCeQ3fgPBGuyAf0eIpQhWDF2OEYJltyz4GeB1ne9T7ECe0SrIqcovf2RpTc2mIbExkaV7HqC0Csdi8V7+dopO3v72zddd7bb7/N8ayk3/Le7gdCyFDB98lPfjK4ZcuWssLCwjqpUI6WCuNYeZmPkRfuSHn51ovVSLpKeWGXYsZkEawFUpHMKy8vD4iQhfkxEVVpaalWvOzngLzjgGDOC7zLbLwFfm+FixDSN3LdQ7Zy7q2se12LvS+9IhSGVlEIURGdpr29PR0Oh9PipsSSIkIhSpOyPC7p4pI3Jnkjsh1oEe0Qt13WExILy/OgTawFJsswiRImz2uVbWiVynVIygrLc6NTnh/Ii1mBk4NRXJ1+/oVrRbAeX1pS4hsxfLipqa4yJSpYnR8C5E+XUE2JQJXzgW+tOucFLauY7AeCVc4PTIVTXM8RhBPKgeFZjE+x4FM5HXLu4rHYuz/67rfmzTzxxA2yvOvBO0j57Beuv66woOA3a97aEkCrKN5HXkM1Gd+7HTmi1jQMr9XW1Q4Rtjt37jFNTZis3y/npUiPI4SrbWXFecH9oaJVW1uj7jlAa6uYR7DifHrt0HHvaRWqcZNKynkWIewLYJIoEas9zB5s0iLU8/ynPfzA45hzY9CfczIwYa2PENJr3E/cBJubmyFIy+Vli5mea+UlWyf+enn5DUNY/NXyMq4QQ5pSsWJZVhgMBqWumZ8nL/ag5A+KePWLqIWQ9UPIit8HFwZBa3+91nFCrrDVF6xgX+5Sdsa1Zl/61iVkMIN7IpdlC0+bFnjvH1ScnRYhZ4yopxVUTcQmxKcKUYm3LaOYqRfhpOST7Al8Yish5SWk3Ji4MVkXWmwicu92yjZ0iNshcRCnYQljErqQpA2JvxWuWFjyhd007bJdnXLvR6TsWEtLS3zGjBmJ4cOHJ//lX/4FN/agvblv+tZ3Pv7E8y/8srioMDhSxGpDfb0ZVlOdEaw6xtE+70ScQPw4ghXn0G1RdX9MsGIJn1NxPqkSU2GK84zWtbLSMv1mKMbHIs++5hbzrc99fses9516vRz7lbK+Qf0Q/cznPv6tioqyb2zavCPQ2LjPFBbiR9SgvnN07LC4mNxKDrypri41DQ21pra2Ut9NbW3tZndjk37OJh5L6n2G8a54V+E2ww8JmEU4ocLVOScQsBDGuN/0/LnvK6/1DdzP7u2gXYsxVhUmflkWCOTrrMBd6bwgLmnyAvIMSCQvOeusJx/4l39ht2DSP3HeXIQQ0jd8Il59zz//fB4UqLygi+QFXCIvX3yiqFwqOZXiVkoYghaGMOLLpBJaKi9lpC0Wf5G4BWJ4o+bLC1/qCFJFCAYDUmywuLjYLxUDf2FhoQ8ufsUWoYvuxtrl2A2ri2/gWnPGEzmVDlQiUMmDZVcKZL3qz3a9aYDXT8h7AdehxV6X2ea9Zr3mxV6jEJtWcMKyWzytoeXTNYhMdSUNxGdaKtMqRMVSkjcl8fi0lhSbTMo9oSbrxye1EnBl++LiRsWFKI2I2wlXDC4+s9UhpqJT8qpAdd122WYs65B7FJ/sisgqkB6f+IpJXFzu2YTc64ndu3en5syZkxrs4jQbOU6f+fFPf/6zux643z9+9BgzZtRIM6K+wdTV1phSedbJMdTnFMSQc949594VRWhRdbqhxrqEKn6AiERNp3s9hNvb9TlZUV6hrYZOK6vf7GjcZSYPH23+7Ss3J/2VeZ/wBXy/lXUOWhHzqc9+9CPlZaV3xGKJwNp127SVGuNScWzU8GOpK17l4OsMwdU15aaurkpEa54Iw7Qc35hpb+807eFO09GB775DmMp5kfODbtqYlVnPFWZtRhjjWOX84Tza+xj/9L/nXaM+G3Rvf/sUQMupsxCGcpLiFVe2B0IVEyv5/Xni7t+q2oWkS0flb0r2L/+UlStXvSqRPSUm5JjS/Q1ICCGHhm/27NkBqWgG5MWszajy4i2QF36huMXyYoZALRUxWiLLyyQO/jKJK5PKUKnkL5a4EnFLxC2SOAjZQrECSV8gcXnix3d5YfimBSwg6aBu/TApD8LWX1BQ4IPAFSELsasCV1zEQczC3631FoZlcGWztZICV8rLCF74UVG0WL9sS5/Mm8f6Sf/Bnlevm+3vybLTgOzzK9ewVlytC4PQQOuLNQjNXKITfghM+GVZRnS6y1VsYjnEpxiEZ1rKT0v5EJwAG4MWUIhPWEKubQhQNfFDhEKMQoTGxNXWUbGohG33XYjSTFdeSYPuvJ3WJNwp64SA1XxuXnXlnorLNqkK3rNnT6Kurg5uasKECal77rknJemG/M0g5+bG+Dut/3nJFz8lJyNpJo4dZ0aPHGFGNAw39XV1OmYSQOzodQOh6l432nqHLr8QqyJMI7ZVFX78UCHXCT6t0hGV66ajUwUrnm+VFZXo2aJiGJMHxRNxs2bDOvON+Vea2UsXG1MW/ydfIP8uOT+DUrTe+OUbhwUTiTcrK8trQ6FOs2HDO3Ie0iLgnR8+vYbjhW/fyg0u4aC8W/DewLsBP3Y6IhSTKqEVG5Mz4dg7raluK7j+uCD3PUx/dPC8G+DqFjl/9QniPEawOteLZTAdvJzJq/90EVqCIawhUg8kVIFI3lRUBLkPz5Vn62pb59x77xp0sSekX+LeDoQQctjxLV26FBMw+eWFGNiyZUuwsrIyKC/+vHA4XCAiEC2zEKVqUsktkrosxGqx5FUTf5G8kIvEryJW/IXWlfRomS2QZSpoxYWozRfLk3JU2Io/AFcsAL/k9buGgUYqdF2x6xPXJ5VqHwSvbKL6IXQRdgWuughD0FrX9WdELio2EMAIww8XFR0ss67XZD8yLWpAtlVdGwbW740DNi3cbL837OVgYYA4rCvXMi/e5dnblotcaXoTZ8NwD+b3YrfPu53Wb9MjDJPrIyMirXnjIAqsuPQKSizT1i0J22VwIR496SAoVVy68Rp200NUqsBEWMpLuZaW9QPZvDTEAjzqiqnolOsGQg+uFZ1eFy2ianKdxSQv/KiQqoD0+mUZhKiGXb+abIMVqzG5dqOyfTG3LLhxuFiXbDvWkZD0SRE/2M6k3OMpK0jvvfdeHHRrJAdybOcH2gMP/vG2O4L/9uBd5sSJk8zYsWPN2JEjDboFj2ioNxXlZXpN6jVlrzP3GtM4CFTXIFDVRKSiZR3dgGHtEK7tHUbOj8mTZ1NVZaUpL3PmFsAsxHK+zfbGnca/O2T+8+rPm/zTx0eTFQVz5JH4vCwblOfv05/9+A3V1ZX/GcwLBCKdcbNx03bT3h4x+ISNPtshWO3zHH4xPLvlVeI+e/AcwXMCY1PFMF41HjVxPB/kfOGyx2MH5w4iNZVEV27nmaO/I8GP5xDSoiwIWdwqiHPzql/TuGnFUmk8o9HWimcZBKp9Bh7oNCGNrFe2NeDXbUglE4nZq1c//zdZcKCMhBxT7NVNCCFHC+1OvGbNGt+mTZv8dXV1GL+qIlIqXUGp8walIqaiUyoL6CKcJ/EFsjwfJvkhUDHdIUSvtsC6frsMYSxHKy8Ebh7yyXsZ+SFktfuxGOIham3LLcStClyJs34VujYsrmRxRK+EM354LLIdEMFwfVKZVxdhiGBrNozKEISvG58RrzCkgVnha/3iqtk0Un4mzvqz45BWNk3N+ntyvZYLb7xNJ8fFjXGQY+P6urBxSAu/NW8Yfhv2unKOVRR6XWueeEnufBoFhso8DPHZri0XZuPdCj/8EJDqoly4YimJQ3qISG25tCZIFGqd2NwuP3bVxskxSsnxxcRAKjBhCFu/nCN8uD/T6il+Na9fylFX0kAoojUUYRWhCEtaFZJuWM2NU2Ep68C40m5+WY4WT4hNLQ9+iVcBDBfbVVxcrAJZ8qFFND1s2LAUuuuKm54yZUp6qHXZPRLIsa4xzdGXEq/tHHvFT282LYG4mTx+ghmrXYJHmbGjRppRIlrLy8q0BbSzs8Pp5huFYHUEqopVV6RG0JIagThFF1VrHaYdY5IRL4I1FG7XH9aqKqtECJdnRCu6wyL/C2++Zj5de4q56MoPmtTEkjf8lUVnyXWBcceDki9++cYf11RXfTEQDEL5mZ079+qMwPKI0LHDhYVuDxwxK1oxwRJEKy5/dPt1WlDdFm8rWuMxk5Q4dOGW8ywPBH0s6LPNmvxx/bpE0nUtc/xIAr8m1ZsNQtUBLmIOhpMen7hJpaLaxRllRWLRj58/98I7B9MM22RwkrtGQgghxw59LllRK5ViuP5QKAQBh2/C6rhWefmj67EKXfjlhR6EXyoSEL1obVUxKpVu29qaJxUuCGGMlVW/xGmLrJRrRStaalGO5oErYY0Xf6YrssfN+CWNDWfEruuHuM3Eyfo07Lradwt+cX1uWPff40c8XBXGnjDEoiL74vocv13kiVd17cmjQtNjdhmcTBxcF/XbsOsHGpbtgYFM2HUzNSl4EXZdGwe8YY1rbGzMq6urg9jKxHncXKAyiJY9LUa2Cx418Ts1xKx4IMcHfu2OinQwiYOwRBgCMiXXj4pKSY5lKMsKTfXbsPVLOhuH5RCV8OtkROJCECYgECVdJux1YXKNQjTaMaMQkgm5RtVFGOuAa/1ueRpnt8GalJsUYaKtniJqdLIktIJKHGbyhT+9adOmNFpCXQEqRWRqwNYlR5Bke/SHvqbAPy//5a/9tzy3zBw/epwZj9bVMWNEtI4y48Stqaw0hSImMWMtuvhi3KTT5VdEKrr5ZrWmtotIbRdhq5NluYI17IrWsIhVpCktKXVaWEWwYiwrugZjPgCwdutGU7itxXx/1mWmcMkZJl3nu8VXUPB9ucYGrbD52k2f/3pxSfF3y8tKMZOCiUbiOhswJmOCIC0sKjTFRUXut1chWNHS6jym5T6TNE63XwhWx9Bt2+mqDeHqdAt2fmCDcJV7Uk3+OH4pR8PiU8fFexNmnsi9BjmkvFRCW1XFI6I7D9vXnEqmb5w797llnGiJDAT6fu0TQkj/wT7D0GprIHB3797tk4q4Tyrg8KMF19fa2qoiNxaLoVXTL5U6vxW7EofJnAJSmZd6v9Y+EKd+qTyoCIYhHq5UOPBxeV2GOPilAoKxtBi/m0kn0dpSi7CNs3ly+FGMuhKnNSAhI2itH4YFNoxlbpzm8ca5+ay4VVfMUZ4O6trl8Mv22sXqIowAwtZ10+dE8ti6VTdX9k2yqVf/ZKdzw+rfunXriLfffvu0OXPmLIdIc5erqBQgvDICE343n4pNNw7sF4bZOJteyOSV5d0EH1wYTq8bp2lsPPxyjXSLRxiuFizx3uVSQUzm5eVp+YLGyTWYKUuuq5SE0ZKLCY9Scp3qBEhy3SI+HQqF0hCaLS0taVmWrqmpSYmwR1y6qqoqvW7dOrR+6jH0tHxavH7Sj5BLZXRqV+h1/4s7Kj7x+x+b1zt2mRPHTxKRKoLVFatoXS3EWHsRSkWF+SYqYgiTKNlxqZ0RZ0ItFartzszOYRGrYfEjDNGKMathiFhZFgqHtHW2srLCVFVUmoqKioxgRStrYUGhaWreZ5554Tlzy7CzzGnzzjPpmXU7/fXlM+Qe2etu+qDkpm9+aW5pScmPKsrLTs7Lz/dhrGpnZ8w07tpjdu9pNhERsZg1GN9dzZdzgkmZ5Jio0JRzqWJUJ1dSsQpXxKoKVWdIgY5hlTRIizyaz3XxYIX73tGS5D/WAXEsjx1ZH74xi+JTycSKzs70V59//vm1TkJC+j89VjwIIWQIoCLuW9/6lj4LreCFH6L31FNPNdu2bYP4Q4XQJ6LWV1tbq25lZaW6EMFSEdGZiyGERfxqWMSJH65UTtAyDLGsE0KJGNEJomDwS8VFuxHDlXRIr37ZLrSQdouXdBoPvyetxgtQhZoHLvJZP7YfrqRT14alDHSFRVmI6rYsV/pcLkA6Wb92oYWLuGxXticTtnEJqcDJcdIw/HAfeuihn4l/ogiyX59++ul/wSFAvJSdlvXo2E6EEY8y4dplkk9dd3kmD+IRJ/sJEYiu0hCFmTDSIL1si44fhdvW1qbLZZmOMYULESnnGPFqEJbYD7Rc1tfXq6iEmISoRDz8e/fu1TgRnhpnWzRFGGjYdq2VaxDbiCiLLieDG7kAv2T2+H70+l33+a9/6HZTU1OtrasQqhi/OkbcuupqU5Cfp6IVkwGhJc9pUbUtqWhBRUuq24qKMaoqUtGiis8ROeGQGMRsWyis60Z34EoRq5h4CaIVglVFa0mp3puPv/iMOXGP33zl7MXGf+F0uViLPmoC5ndynQ7qFrnPfe5zBaPH1lxfkJ//hbKK8kkiWuVZH9PJrEKhDtPaGpZj6swGDLGJqnTm1pWwTqikwtUdsgChav1ZYtVrTvb3etvLqcHveCpURaTKdskLQtcfjyWek8gfPfXU839xEhIycOj2diSEEPKe6OmZqi3A6G65dOnSTBorjgEEMlyI5ObmZvWjGzRciOVx48aZLVu2GLQYIw5EIhH1QzzDhYCGwQ8hDdeLVJg0rqqqCuvQGZR1gSAiC60r++URoeUT8aZ+qWxllqNim41sr7oQd3DR1RACTyM9QOxhfbLdGsb3PbFNy5cvv1j26Q8ShfU0ipA7SSrs+AwKxo9pOVYQikA0jY2NGkY8urjCBbJf6sfx8gpFuAAtki+99BL2Nz1nzhyNe+KJJ1Q83nvvvQhm0gL33HWLExDGdmbHE9Jrks3tj/jeib//57f/3PeLN1aZyaPHmbFoXRWxOhoTLo0YYarl3ijMCNYC4xMV4nwX120xVVHqWDjsiNRQRrS68WKI03SSJy8vT7sDQ6xawYr7Ffc1xrPKfWVeX/umeevZl8xPT7nc1C0806RHFi7zlRZeJYIVPQMGPT/84Q9LSiv8l8ttfl08HpsjxwQ/OOp4d8z+G43E5PmGbtlRcRHntKpiUiUIU2cmYPgdAWvDEJKOLrVi1fpdFw7I8WSxwlgdt2MKpl3SxChLdChEqtPpRt8DmMn7oUQ8ccfTT7/woERRqJIBiXvpE0IIIcecl8ROcbzKP4v9VCxH1Y2QgY2Il+r03vbX0m81jbr+l98za1p2mIkiVseMGq3dgEc0NJjhYmh1LcrPV8FaVFggYjOo3XpDobC2mlphquI0LMIULa3tYR2rilZW73JMtgTB5Uy41CVYYeUV5Spay0sdd8euHeZ/lt9nvjj6bDNn0QKTmlC6zl9dMss/iCdf6on/9x/fPSkRTy9MJhIL4rH4qcG8IGa3N3FM1gYBG3UmWkKrq9Pt107C5PohWBOOYFWDOtX/XsHqPOYcMdpVQVeRqmH7GHREqpPepwLVSexToZxIxJtTqfTzxpd6MG6CDzy96unNmomQAYy9HwghhJBjyWIxdFXzvpd2iU0U01ZWQgYTIlxONHs7Xt7z/LrCq277rkkFfI5YHTHCjKyvN+hFgO+v1tXWmLLiEpOfn6ddgn2+dEZ8hsIiWlWYiolf41WkQrCK24Flrt8VrfheaHFRsbbcYuyqzhSMcazuWNby0jId34qWw9/++Y/mHF+9ueGKa0z6+Ipmf03JdBGs77q7MCT5wQ++MzHc0XxmNJ48JxmLnxKLJyaLeKxAyym6/Tqi1BnTipbVlMRrGC2tEgehiTjVrPInjZmArQDV/7pA16WOnG+4riZ1/kgYZbndjDGu+E05ry+ZlO+pwsLAcw8+uLpR4pxCCBkEULASQgjpD2S3rlrYykoGJSI4ppvm6CtvPPZ84Ppf/bu2akKsDheh2jBsmKkfVmdqq2tMTXWVqa6sVLEaDAZFoCTQ/V/Hq0KkdglWiFWI1g7HDUmcClZH2NrZgVHzszMEo2W1u2DFd1nLxO90C/79n+8x1Y0d5v9ec6NJT6roDNSWTZNN34wx4c5ekJtv/uLw1vbQ5HgscUI00jk1kUxO8BnfCDlPI4zxV8jhLvAFJEbn08Nhc8SpDusXV2PgqulSR8RKIIkW2hTGo6bbRfC2StJ3xb9DTuL6tM+s8QX8a+Md6Q2rVq1qkmWEDFooWAkhhPQn7hC7TmyS2CZEEDIYEcF6omlPvfLY//614Mt3/MwMq6kxIxsaulpWa6pVTFapmCwzJUVFJhgISs0trZ9N6YxEjU6oBFGqgtTpIpzpJhyCeHXDbmtsBJOM+fwqjrsJ1kqnddWOZcW3WQvyC83/Pni/2bl2o/nFDV8xgQlVrenKoml+v3+7uwvkAFx77bWVJSXB2m07362qLquojSYitXJOSouKS0pNMl2aj2nC08mCeDQeKCjKjycSyVg6mYrGYtG2aDTeUVJWGjKp9O729rZ9I0eObtq48d2m1atXOzNmETLEoGAlhBDSn6BgJUMCEazDTMK8tnLZAw1fu+2npqG21jRArA4bpuIVXXYxi29FmYjV0hJTXFho8vOD+lkVdCnFxD+YLVgnVXJbW53WVIhUtLB2jXG13YchdDHhEsqFYK3o1sIKAVthKtEtWNYpwtTc/9CDZvMba83tX/2W8Q8v3egrKzjV5/OhpY8QQo4azjRihBBCCCHkqCGCcLcJmrcra6vTAZ9+91gnzYGoxEQ+aEFFF160oGKCpdZQyLS2hUybCE98zgbdguOJuDv7bFK7kWIyn8yYSbebKcq15q7XBIJBEwgEtcU2EAio5Ykf3xWFoPX5A1putDOq3+80tRXGFOStkexs4SOEHHUoWAkhhBBCjg0Pjxw3Mg3hCIGISXQgWNF1NxKJ6HdTbXdefDZKZwaWMFpNO2Q5Zvx1Jt7pEqUQqzoeEqLV9TuT/KQNvvXrCFVHpGJMbCDY3YX5/T5df+Pe3aa+otKYCqku5vkelu3l2FVCyFGHgpUQQggh5Njwp+Ky4mhNZaWKT7SsouUUXX07Ih2mo9PO7guhGjZt+jmbkIpYfG+1s1NEa9wVrSJW0zBXnNp/tqXVEvD7RZA6ghWtpwHXr4LVbXFFK2xLa4vZuWunmTBxguRKoxvwfSJ4+R1PQshRh4KVEEIIIeQYIMJwQ/Wwmj+edvLJKXT/hWiNiGBF6ya6/YbVIFodweq0sDoTLDmitdMRrbG4SSQd0aoC1boZc1fok/9+n7agatdgEatw1XxiImDR+poUAbxpy2bTsm+fOX/ueVj+GxGrO9xSCCHkqELBSgghhBByjBAh+O3pUya3BIN52sKqXYFFvGp34KxJk+BiDCtMBSu6BotgRassRGs8kXS+/YmuwF7Rqi2vadGrzr/90G+ryH+kFe+u3Y3m5VdfMcePn2BGjh6BWYF/INuZRFJCCDnaULASQgghhBwj/H7/1tNmTPvc5EkTk50QqmKdIlbbYfpdVRGrrrXZllZXvGJCJnQNbo90asus0z048+1OKFBHhMKfAfHyX8e42nGvzoRPEL279+w2r7/5hln/9gZz+aKLjD8v8CkRq3vczIQQctShYCWEEEIIOYZMmjTprsry8h8G8/JTEK0qVrWF1W1ldVtYbVdgbWUV8doG0YpW1g4RupiEKRrTSZsgPp3Zg93xrK5ghYtWVxWoImqRDuNf0RW5U0TvvpZmFarPvfB3c/LMGebsM2Z9LRgMPiiC1at4CSHkqBJwXUIIIaQ/sFjsJLGfiTUjgpChwAt/e2pV/Zhx0/Pz8k8U0an9dlVsirjU8alJEZmJpImLwITITCTiKk7jcRGc6oppt2DXxB+VOLSaoqsxxCnApEr5+flG1uPMDixh9BJGmc3N+8y6DetNk7iXzD///8465eR/F7HKiZYIIccUClZCCCH9CQpWMmSJ+M1DpSVl8/ILC0dGo1FfV3ddiFanNTQu4lXdmFhGtLoiFQJVwzEVqugirHEiWFGOBd9a1U/b+J1qYDKe1Nbbd3e8a9Zv3GjKS4u+EIh2/nju3LkUq4SQY06OkfeEEELIMeMOsevEJoltQgQhQ4mxU2Y1DBtR8z+lZWXvS8TjPgjLgoICFZl5+p1U9zM0IjZ9OsOvT7+v6hdDz198cxUTL8VE1GIypkgkqt2LIViRDhQXF5uy0lJTXFQkZRdqHD6l886721P7mpo/8cbfHr9ToihWCSH9AgpWQggh/QkKVjLkqZ40qXz8uIk/LykquRrT+kKAovsuxKq67vdSVah6RKs7n5KIU2d8qu0ODOFqxSq6GSNPYWGhCmEI35Tk2rNnz45Qa+iGN59d/QCSaWJCCOkHULASQgjpT1CwEuJy0uzzry8sKvx2YVHRcHwbFcLVilQIVnXFEGfNTrKEFlXtOiyWDZYjbV5+vnYZbm/vWLZjR+NXGte9thWLnVSEENI/oGAlhBDSn6BgJcTDqJkzRzbU1H85mJd/nQjXKvT7TSZFvHrGpFqx6sUKV288/E6LbEDHvEaj0dXt0chP1jz5+HJZTKFKCOmXULASQgjpT1CwEpKDcSefPLa2pn6p3+dfGgwGTg7m5+c541admYTxuRqI2QyuiEUan8+vYXdm4d2JWPzhjnjyt289vWqVpKRQJYT0ayhYCSGE9CcoWAk5CCefd/6Jgbzg+/Ly8qamTHpGXiAwXGTrMF/alIr6LJDKHfoOd0rSplQqtUdsfSQSfVOU7Uu7O0Mv73jhhSanJEII6f9QsBJCCOlPULAS0gtmz54dzMsbVhIKtFUV55eWJFLJkrTfnyeiNOhPpzElcMKXSncm076OZMLXsiO2r23r6tURNzshhBBCCCHkEIBgxeC8CRoihBBCyJDG77qEEEIIIWRwMFPsC2Ks5xFCBjx8kBFCCCGEDC6+KfY1sWINEULIAIaClRBCCCFk8IDW1cViw8U+L8a6HiFkQMOHGCGEEELI4OETYrZ+h5bWEY6XEEIGJhSshBBCCCGDgwaxa8Vs/a5Q7CtiAQ0RQsgAhJ+1IYSQIUI6nZ7jevstEyZM+OrmzZsX3HnnnR++9tprd7rRA50tPp9vi+sn5EjyI7EviXkbJPApm+liG8XSiCCEkIEEBSshhAwBUqkUZgz9N7GoRvRTRKQW/+EPf8hfv35928SJE/F5m4EOhEOrCNZxYoNhf0j/Ba2py8RKxCaLYQzr78TwY8lzYivFKFgJIQMOClZCCBkCiGC9VZxbRTT16+f+2rVrza5du8yZZ55pCgtR/x74pNPpvXLY6ylYyVHkP8Q+JXaG2EtiFKqEkAELx7ASQgjpN5xwwglmzpw5g0asEnKM2O26Fa5LCCEDFgpWQgghhBBCCCH9EgpWQgghhBBCCCH9EgpWQgghhJDBCT5zw/lKCCEDGgpWQgghhJDBBWYGxkRLHAxOCBnwULASQgh5z2zbts20tra6ISe8e7ed96X3IM9PfvIT8+qrr7oxR5bXXntN19fY2OjGEEIIIaQ/QcFKCCHkPTN+/Hjz4osvqn/9+vUafu655/BJF43rLZFIxHzlK18xTU1Nfc57KOzbt0/X19nZ6cYQQgghpD9BwUoIIeSwgVZWCMCbb77ZLFq0yNjPviIera59oa2tLWceW5a3RdeC+J7W423xhR/5j4YoJuQYUu+6hBAyYKFgJYQQctj4zW9+oyLwy1/+ckas3n333aaqqsqMHTtW41555RXz4x//2FxyySUZwYh8ixcvzoTvvffeTJ5vfOMbmfgVK1Zk4isrK80f//hHXQbxifzjxo3TZRDLW7duVfEaCAS0jIaGBvPoo4/quuFH/nvuuSdTNiGDCNvHnWNYCSGEEEJI/yeVSt0qlhJxdkTw+/3pG264IS2CNP3MM8+4sem0iEZd9tZbb2n417/+dfrGG29Mi2jtFi/iNX3XXXdl0t9yyy3pLVu2pEWQaplIZ5fdd999aezKY489llnW0tKSfvXVV7UsgHSPPPJIJg+2be3atelnn302U0Zzc3P6m9/8ppaxefNmN+fhR7Z1jzj8gZgcTWaLJcS+LcZrjxAyoOFDjBBCyGHhoosu0pbNBx98MNNq+fbbb6sfLaNo2XzppZfMbbfdZmbMmKHL0dqKMa9YfvLJJ2scmDt3rhkzZow566yztFX23XffzZR17rnnatzEiRMzy8rLy7XlVUSs+dOf/qTpMHGT3Y4rrrjCHH/88ZmxqigDLaxYD8oghBBCSP+EgpUQQshhoaSkxNx0003me9/7ngpHLwsXLjRLly7V5Vu2bDF+v9/cddddKi4hYrF88uTJbuq+s2HDBp3oKRwOm2HDhlGEEuKAMay8GQghAxoKVkIIIYeNM8880/zoRz8y8+fPN7t27TKjRo3KtIKixbSiokJnAgZoUUXL6tVXX22uuuoqjbM8/vjj2vL6zDPPaCvp1KlTM2WtXLlSx6Z6l23fvl3zQfhOmzZN/bkYOXKkuigD5WM9thWWkEFEixgubI5hJYQQQggh/Z+jMYb10UcfVT/Gk2JM6m233aZjTZcvX67jRGUz1DBW1W7Kpz71qW5jSO2YU+S1ebzpvWWJOM2Ml21sbNR1YhniMU72V7/6lY6DRXkYz2rLwDhab9ne9R8JZL0cw0qONmPF4mK/FQsgghBCCCGEkH6LiKYjKlh7A8RoNpj0COKyr5sGgZoLiOXe0Nt0hwMKVnIMoGAlhAwa+AIlhBByVECXYC/4FirGu1544YVuTO/BONVcoMtxb+htOkIGOBCuhBAyoKFgJYQQckyA6Ny8ebN+j9XHSZIIIYQQkgPWEAghZAiALsHi3CrCkM/9o0w6nd4rh71eLOVGkSGG3H+LxTnpaN5/3/72t79ZWVn5zqc//enfBYPBI37tyXX+muzefbzOCSGHG1ZcCCFkCCCVyXFi1x7NCjPJ8KoYKvKY6IkMQUSw7pTz3+AGByXuDzMjxDB2lhBCDhusuBBCCCGEHEEoWAkh5NDhGFZCCCGEEEIIIf0SClZCCCGEEEIIIf0SClZCCCGEEEIIIf0SClZCCCGEEEIIIf0SClZCCCGEEEIIIf0SClZCCCGEkH7A7t27zbZt29xQd+yydJpfRyKEEEIIIYQQcpjAZ21EaB6UYDAINZr+wQ9+kE4mk25sOv3aa69llj388MNpKc9d0n+QbdojTp7uMCGEHEbYwkoIIYQQ0k/45Cc/ab7+9a+bXbt2uTHGrFq1yvz85z83gUDAjXFobW3VVle4veWdd97R1lovthwRnG4MIYQQQgghhJAhQV9aWP/yl7+kRZiqi5bUlpYWjX/xxRfVtS2sy5cv13RSvNof/vCH9JYtWzTNxo0bNc1jjz2maRBGOUuWLEn7fD5N/9RTT2mau+++u1s5WA/i+4rkYQsrIeSIwBZWQgghhJB+QklJifnlL39pRJhC6JqXX35ZWz5nzpzppjDaGnrppZeaZcuWaRoRpubaa68169ev77GVFOWIyDV79uzRNNOnT9fW1g9/+MPmH//4h5bzm9/8xtx+++3qJ4SQ/gIFKyGEEEJIP2LWrFnmV7/6lVm3bp2K0t///vfG7++qsm3cuFFF57nnnmt8Pp+ZNGmSugdi4sSJmubmm282jz76qCkvL8+Us2LFCvOTn/zEvPTSS+a2226jYCWE9CsoWAkhhBBC+hEzZswwixYtMnfddZe2tqJ19WCC1EskEnF9XYwePdrs3bvXzJs3zyxYsEDLtq2xCxcuNEuXLtWxs5s3bzbBYFDjCSGkP0DBSgghhBDSz7jqqqvM97//fXPRRReZyZMndxOso0aN0vDKlSvN1q1bzTPPPKPic+rUqRr/5JNPavdgtM5aUYruv+DKK680t9xyi07qNHLkSE2/fft2FbQVFRU5xS4hhBBCCCGEkEFKqg+TLtlJlURwahiTKdlP3PQ06dLChQvTf/vb37pNooS4//7v/85MuvTqq69qfpt+06ZN+5UD866vL0hZnHSJEEIIIYQQQgYaIuZ6JVgPhcbGRtfXBWYE7olc6cG2bdtUwB4qFKyEkCNF7wdEEEIIIYSQPgPB6vP5GtzgoETE6l7ZxxFicTeKEEIOCxzDSgghhBBCCCGkX0LBSgghhBBCCCGkX0LBSgghhBBCCCGkX0LBSgghhBByZNmKiYlc/6DE5/NtFWdQ7yMhhBBCCCGEEEIIIYQQQgghhBBCCCGEEEIIIYQQQgghhBBCCCGEEEIIIYQQQgghhBBCCCGEEEIIIYQQQgghhBBCCCGEEEIIIYQQQgghhBBCCCGEEEIIIYQQQgghhBBCCCGEEEIIIYQQQgghhBBCCCGEEEIIIYQQQgghhBBCCCGEEEIIIYQQQgghhBBCCCGEEEIIIYQQQgghhBBCCCGEEEIIIYQQQgghhBBCCCGEEEIIIYQQQgghhBBCCCGEEEIIIYQQQgghhBBCCCGE9BZj/j86FMldIJk9fwAAAABJRU5ErkJggg=="/>
          <p:cNvSpPr>
            <a:spLocks noChangeAspect="1" noChangeArrowheads="1"/>
          </p:cNvSpPr>
          <p:nvPr/>
        </p:nvSpPr>
        <p:spPr bwMode="auto">
          <a:xfrm>
            <a:off x="1238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20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Four Components of a Computer System​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6" y="762400"/>
            <a:ext cx="5819970" cy="40715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63297" y="2391508"/>
            <a:ext cx="197952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Application SW​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5134" y="3125037"/>
            <a:ext cx="109527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OS​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4893" y="3748035"/>
            <a:ext cx="130628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H/W​</a:t>
            </a:r>
          </a:p>
        </p:txBody>
      </p:sp>
    </p:spTree>
    <p:extLst>
      <p:ext uri="{BB962C8B-B14F-4D97-AF65-F5344CB8AC3E}">
        <p14:creationId xmlns:p14="http://schemas.microsoft.com/office/powerpoint/2010/main" val="315130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What is an Operating System?​</a:t>
            </a:r>
            <a:r>
              <a:rPr lang="en-IN" b="0" dirty="0"/>
              <a:t>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91" y="1239419"/>
            <a:ext cx="7130018" cy="2679437"/>
          </a:xfrm>
        </p:spPr>
        <p:txBody>
          <a:bodyPr>
            <a:normAutofit/>
          </a:bodyPr>
          <a:lstStyle/>
          <a:p>
            <a:pPr fontAlgn="base"/>
            <a:r>
              <a:rPr lang="en-IN" sz="1600" dirty="0"/>
              <a:t>Layer between applications and hardware</a:t>
            </a:r>
            <a:r>
              <a:rPr lang="en-US" sz="1600" dirty="0"/>
              <a:t>​</a:t>
            </a:r>
          </a:p>
          <a:p>
            <a:pPr fontAlgn="base"/>
            <a:r>
              <a:rPr lang="en-US" sz="1600" dirty="0"/>
              <a:t>Operating system goals:​</a:t>
            </a:r>
          </a:p>
          <a:p>
            <a:pPr lvl="1" fontAlgn="base"/>
            <a:r>
              <a:rPr lang="en-US" sz="1400" dirty="0"/>
              <a:t>Provides abstractions for applications​</a:t>
            </a:r>
          </a:p>
          <a:p>
            <a:pPr lvl="2" fontAlgn="base"/>
            <a:r>
              <a:rPr lang="en-US" sz="1400" dirty="0"/>
              <a:t>Manages and hides details of h/w​</a:t>
            </a:r>
          </a:p>
          <a:p>
            <a:pPr lvl="2" fontAlgn="base"/>
            <a:r>
              <a:rPr lang="en-IN" sz="1400" dirty="0"/>
              <a:t>Accesses hardware through low/level</a:t>
            </a:r>
            <a:r>
              <a:rPr lang="en-US" sz="1400" dirty="0"/>
              <a:t>​ </a:t>
            </a:r>
            <a:r>
              <a:rPr lang="en-IN" sz="1400" dirty="0"/>
              <a:t>interfaces unavailable to applications</a:t>
            </a:r>
          </a:p>
          <a:p>
            <a:pPr lvl="1" fontAlgn="base"/>
            <a:r>
              <a:rPr lang="en-US" sz="1400" dirty="0"/>
              <a:t>Use the computer hardware in an efficient manner.​</a:t>
            </a:r>
          </a:p>
          <a:p>
            <a:pPr lvl="1" fontAlgn="base"/>
            <a:r>
              <a:rPr lang="en-IN" sz="1400" dirty="0"/>
              <a:t>Provides protection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8084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Four Components of a Computer System​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6" y="762400"/>
            <a:ext cx="5819970" cy="40715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63297" y="2391508"/>
            <a:ext cx="197952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Application SW​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5134" y="3125037"/>
            <a:ext cx="109527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OS​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4893" y="3748035"/>
            <a:ext cx="130628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H/W​</a:t>
            </a:r>
          </a:p>
        </p:txBody>
      </p:sp>
      <p:sp>
        <p:nvSpPr>
          <p:cNvPr id="3" name="Oval 2"/>
          <p:cNvSpPr/>
          <p:nvPr/>
        </p:nvSpPr>
        <p:spPr>
          <a:xfrm>
            <a:off x="3004457" y="2346912"/>
            <a:ext cx="1396722" cy="4629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662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Machine language​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6" name="TextBox 5"/>
          <p:cNvSpPr txBox="1"/>
          <p:nvPr/>
        </p:nvSpPr>
        <p:spPr>
          <a:xfrm>
            <a:off x="562708" y="834013"/>
            <a:ext cx="697355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Machine language, aka machine code, is the lowest-level programming language that a computer can understand</a:t>
            </a:r>
            <a:r>
              <a:rPr lang="en-US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a low-level language.</a:t>
            </a:r>
            <a:r>
              <a:rPr lang="en-US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made up of 0s and 1s instructions.</a:t>
            </a:r>
            <a:r>
              <a:rPr lang="en-US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difficult for humans to read and write.</a:t>
            </a:r>
            <a:r>
              <a:rPr lang="en-US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​</a:t>
            </a:r>
          </a:p>
          <a:p>
            <a:pPr fontAlgn="base"/>
            <a:r>
              <a:rPr lang="en-IN" sz="1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​</a:t>
            </a:r>
          </a:p>
          <a:p>
            <a:pPr fontAlgn="base"/>
            <a:r>
              <a:rPr lang="en-US" sz="1800" dirty="0"/>
              <a:t>​</a:t>
            </a:r>
          </a:p>
          <a:p>
            <a:pPr fontAlgn="base"/>
            <a:r>
              <a:rPr lang="en-IN" sz="1800" dirty="0"/>
              <a:t>​</a:t>
            </a:r>
            <a:r>
              <a:rPr lang="en-IN" sz="1600" dirty="0">
                <a:latin typeface="Arial" panose="020B0604020202020204" pitchFamily="34" charset="0"/>
              </a:rPr>
              <a:t>​</a:t>
            </a:r>
            <a:endParaRPr lang="en-IN" sz="1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22998" y="3047556"/>
            <a:ext cx="1627833" cy="381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268412" y="3047555"/>
            <a:ext cx="2230734" cy="381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509204" y="3047555"/>
            <a:ext cx="2615087" cy="381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622998" y="2723103"/>
            <a:ext cx="1627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Opcode (8 bits)​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250831" y="2732665"/>
            <a:ext cx="2230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Address 1 (16 bits)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481565" y="2754622"/>
            <a:ext cx="2461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Address 2 (16 bits)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758650" y="3066680"/>
            <a:ext cx="1356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00001001​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75232" y="3067294"/>
            <a:ext cx="1843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0000000001100011​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4733605" y="3084584"/>
            <a:ext cx="1957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0000000001100100​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508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IN" b="0" dirty="0"/>
              <a:t>High level language​</a:t>
            </a:r>
            <a:r>
              <a:rPr lang="en-US" b="0" dirty="0"/>
              <a:t>​</a:t>
            </a:r>
            <a:endParaRPr dirty="0"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779732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fontAlgn="base"/>
            <a:r>
              <a:rPr lang="en-US" sz="1600" dirty="0"/>
              <a:t>HLLs are simple languages that use English like keywords and mathematical symbols like +, -, %, / etc. for its program construction, </a:t>
            </a:r>
            <a:r>
              <a:rPr lang="en-US" sz="1600" dirty="0" err="1"/>
              <a:t>eg</a:t>
            </a:r>
            <a:r>
              <a:rPr lang="en-US" sz="1600" dirty="0"/>
              <a:t>. C, Fortran, Java etc.​</a:t>
            </a:r>
          </a:p>
          <a:p>
            <a:pPr lvl="1" fontAlgn="base"/>
            <a:r>
              <a:rPr lang="en-IN" sz="1400" dirty="0"/>
              <a:t>Easy to learn and use </a:t>
            </a:r>
            <a:r>
              <a:rPr lang="en-US" sz="1400" dirty="0"/>
              <a:t>​</a:t>
            </a:r>
          </a:p>
          <a:p>
            <a:pPr lvl="1" fontAlgn="base"/>
            <a:r>
              <a:rPr lang="en-US" sz="1400" dirty="0"/>
              <a:t>Need to be converted to machine language for the computer to understand  ​</a:t>
            </a:r>
          </a:p>
          <a:p>
            <a:pPr lvl="1" fontAlgn="base"/>
            <a:r>
              <a:rPr lang="en-IN" sz="1400" b="1" dirty="0"/>
              <a:t>Compiler</a:t>
            </a:r>
            <a:r>
              <a:rPr lang="en-IN" sz="1400" dirty="0"/>
              <a:t> is a program that translates the instruction of a higher level language to machine language</a:t>
            </a:r>
            <a:endParaRPr lang="en-US" sz="1400" dirty="0"/>
          </a:p>
          <a:p>
            <a:pPr marL="133350" indent="0" fontAlgn="base">
              <a:buNone/>
            </a:pPr>
            <a:r>
              <a:rPr lang="en-US" sz="2000" dirty="0"/>
              <a:t>​</a:t>
            </a:r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" name="AutoShape 2" descr="data:image/png;base64,iVBORw0KGgoAAAANSUhEUgAAA6wAAAG+CAYAAACXuon9AAAAAXNSR0IArs4c6QAAAARnQU1BAACxjwv8YQUAAAAJcEhZcwAAFxEAABcRAcom8z8AAP+lSURBVHhe7J0HYBzF1cdHvVtykS13XClu2MGm4wKm9x4INZQkpJHwJSEJIXQIPUDoEHrvzWDAgGOKKcYF4957t2VLsur3/nP3pNF4dm/v1E6n97OfZubN7N7u3t7M/Hdmd5UgCIIgCIIgCIIgCIIgCIIgCIIgCIIgCIIgCIIgCIIgCIIgCIIgCIIgCIIgCIIgCIIgCIIgCIIgCIIgCIIgCIIgCIIgCIIgCIIgCIIgCIIgCIIgCIIgCIIgCIIgCIIgCIIgCIIgCIIgCIIgCIIgCIIgCIIgCIIgCIIgCIIgCIIgCIIgCIIgCIIgCIIgCIIgCIIgCIIgCIIgCIKTpHAoCIIgxDHV1dXXU3BMKCU0A/9MSkp6k6wmnBYEQRAEoQUQwSoIgtAKIMG6jsRTYTgpNDE1NTWv0PE+naw67BIEQRAEoQVIDoeCIAiCIAiCIAiCEFeIYBUEQRAEQRAEQRDiEhGsgiAIgiAIgiAIQlwiglUQBEEQBEEQBEGIS0SwCoIgCIIgCIIgCHGJCFZBEARBEARBEAQhLhHBKgiCINSybt06tWzZsnCqPn55Qdi6dav6+OOPG7QOQRAEQRDaFiJYBUEQhFq6du2qevfurW677Ta8izTsVWr69OmqqKhI53300Udhb3RAsI4fP16tXLlSpyFesV5BEARBEAQvRLAKgiAI9bj00kvVn/70J7V27dqwR2mR+uCDD6qkpKSwJwREKEZMEdpwHtOrVy9VVVWl9t9/f52GeJ04cWI9YQz81olRXkEQBEEQBEEQBCGOqK6uXkfCrslJTk6ueeONN2pImOqQPrdmy5Yt2j9t2jTt//DDD3XZt956S6dp87Q9++yzNUuXLtVlb7311to8xLEezsPyt912W71lV69eHXGdf/vb32o/H+trSmj9L1MgF3UFQWgUqE55kKwqVMMIYT4hSwsfIkHwRBpjQRAEoR45OTl6NPW9997T6W+//VaPgg4dOrR2hBUjoCeccIJ6/fXX0RHTI7Bnn322mj9/vi5LIlctXrxYPfzww7uM1oJzzjlHr4tEqFqyZImebmyvE1OGzXVu2LBB/fjjj2rIkCG7jPQKgiDEOcPJpOIyoHp9MJloESEicpIIgiAIuzBq1CgtWufNm6defvll9eyzz9YTiQsWLNAi8uCDD9b+/v3718sfO3asvt+1b9++Ol1WVqZDpnPnzjosKCjQU4XBwoUL662zX79+9dZ52mmnqYEDB9YuKwiCIAhC4iOCVRAEQdiFYcOGqeOOO049/fTT6oEHHlDDhw+vJx4FQRAEQRCaAxGsgiAIgpOzzjpL3XDDDeqYY47RI5smPXr00OGECRP0VN7PP/9cj47ao6J+HHvssfUezNS9e3e9bEPWKQiCIAhCYiGCVRAEQXCCUVUA4WoDAfvmm2/qe0wx9feZZ55RU6ZMUcnJ9ZuV7OzscGxXLr74Yi2Id9ttN7V582a9zjfeeCPiOgVBEARBaDvIJWtBEIRWQHV19bqkpKTCcDKuwKtmGvu+0qZYZzTU1NS8Qsf7dLLqsEsQBCFmqA6fSsE+VKdI3zsM1bMbKeienJy8M+QRBDdy2VoQBEFoEE0hLOXBSoIgCLGxfPlyfVuF+S5r9tl+gLwgPkFoKUSwCoIgCIIgCEIrZ/369erkk0/Wt1ngtgo8hX3y5Mn6WQADBgzQPvbfcsstqqqqSi+HvC+//FK/Toxx+QShpRDBKgiCIAiCIAitnGuvvVaLULy7GkITryVr165dODf0kDzkv/322+qqq66qfbCdIMQ7IlgFQRAEQRAEoRUDkfrQQw+p8847T4+w4lZZjJLiFWX2bbNDhw7VvpKSEhGsQqtABKsgCIIgCIKQ6Awj+5BsUhPbMWTN3r9euXKlFp8sRl1gyjDuYf3iiy/0CKy8MkwQBEEQhEaDOhfrqDMiNBN0vF+mQC7qCkLiMJqsggxDik1pF5HtUndQnTKVrDpUwzQ+kyZNqklLS6uZOXMm6q+wt46MjIx62/nKK6/UVFVV1eZNmDChNg1cvsaGtnMDWQaOjyD4IY2xIAiCIAiC0Fa4niyVDEOLTWGPkDX7k4q6d++uR0tx3yppwbC3Pk899ZRavXq1Hl3Fw5nMd1xj9JXB04G91iEILYEIVkEQBEEQBEFoxeB+1UsuuUSdfvrpauLEiWrp0qVq0qRJ+km/LD4LCwv1K8PsacAXX3yxOv/889V3332npwy//PLLMmVYEARBEITooM6DTAluRuh4y5RgQUgseErwdWQpcDQnVKc06ZRgsG7dupo77rijJjU1VU/7PeaYY2p++OEHPUXYb4ovlrvssstqUlJSapf74IMPmnQ6MKDtkinBQiDksokgCEIrgBr1uyk4JJQSmoE7k5KSniKTeXGCkBhAsOKhSzeT/ZMs9BLSZoLq8KkU7EN1SrP0vTGtNz8/P5wKDqYGd+rUqVlGVkmzbqSge3Jy8s6QRxDciGAVBEEQBEEQEp02JVhbAyJYhaDIdCdBEARBEARBEAQhLpGrPIIgCIIgtAkyMzN7lZWVXUBR6f+0AB06dHhx06ZNP1K0JabaywhrnCEjrEJQ5EcjCIIgCEKbID09/eT27du/1K1bt+Sqqip9nx4bXvFhpm0z8UtHKguC+GJdJ4kAHZqwD6Fdzq88E6QM8FpnSkqKvjdy3rx5N9Jx/we5mlUshhHBGmfQeSKCVQiE/GgEQRCExmZvsjvIniL7L9muPVtBaBlu3Gefff68++67a8HKIhWCCnEvQxlTZ3DcFZrlgOnzCkFj5Zli0RaQjZlHAkyHJuyzl8PxLS4uVi+88MKStLS0oRs3bizWGc2LCNY4g84PEaxCIORHIwiCIDQ2Y8g+JsPrI9AxrOvtCkILkpGR8cZ+++13XMeOHZMgrmxh6mXQGKbO4LgdgiC+ps6zBSOHwCsvSBkQTXmzTGZmpn4/6Ny5c0+rqqp6lVy7Kt6mpaUFK57yPoa+J3l+TBg6P6bT8XiDrLnPBaGVUVe7CYIgCELjIIJViDt69OiRtWXLlhkHHXRQf4gn4BKnbBCACDE6iDiM4bgdgiC+ps7zE44tlZeWlqZWrFih3nzzzddIvJ1GruaeFtyiglUQhNiRqzyCIAiCICQ8W7du7UFCtWtGRoZzOitjii1gpxMNU+ja+OX54VquoqJCde3aVRUWFo6n76AnuWJbuSAIbQ4RrIIgCIIgJDzFxcW75+TkZGLUNBLRitREF7UuohWzOEbp6emqX79+uSReTyWXCFZBEAIhglUQBEEQhISHxNKQdu3a7SKSIKRM88IvTwgGRll322033Ev8U0qmhrwROZfsMbIUnRIEoc0hglUQBEEQhISnurp6WF5eXhILz0gCFZhlXURaPhaaYp2xTu1tTLANlZWVqmPHjqqoqGhEamrqvnCHcp1AqC4gw5PG+5LJiKwgtFHkxy8IgiA0NvLQJSHeSM3IyPj64IMPHpaVlaX7PuYDlrwMIsuMm8KP414haKk8l9C2fS2VhwdezZ07V3344YcPVlVVXUYu++FHEKp4V6spUpeSPUnWkKfJ9iI7j+xGMnnokiC0IupqOUEQBEFoHESwCnEFiVQ8cOnH/fffPxeizhSlpkXKc4lDOwSx5PmVAdGUj0ZAgmjKBykDvPJwLDHS+tJLL63dunXrYHJt0BmkZcn+RAax2pTTf68nE8EqCK0ImRIsCIIgCEJCQ0Jur7y8vKzU1F1vm4SQYmtJmuLzTVFr45fnR0PXiSc0Z2dn417WLiRejyEX90XLyK4l60f2KJk5mjqd7DCysY1guB9W3vspCK0IEayCIAiCICQ05eXlu5NI0mqKhWEQkRqNiPQr2xR5sRKrUG0o5udWVVWp/v37Y7T1Z5S0+6KY/nsRGaYEs3DdQvYp2SeNYIvJGv/ACoLQZIhgFQRBEAQhoamsrByRm5urH7gUi2BrCuHYUPy2KVZR6rdcrHku8LTgLl26qM6dO4+m5O5krhWYwvVVMhkVFYQ2ighWQRAEQRASlhdffDElMzNzT0xDxcgehF4kAWqWMctGWq6l8du+WEVsQ3F9LrYT07P79++fRvl4xY1ffxTC9d9kIlgFoY0iglUQBEEQhITlsssuKyTB2p+s9pU2JuxDyBYN0ZYPgt86m+LzYh09bUheeXm56t27Nx6IdRq5MkI5giAIuyKCVRAEQRCEhKW4uLgPidUCjOg1hdjzo7mFZ2sCo935+fmqR48eA1NSUvAwJG+FKwhCm0YEqyAIgiAICUtZWdmQnJycemIIYpGN0y7MfLuM1zJtgVhHVm1wDAcMGIDo2WTSJxUEwYlUDoIgCIIgJCyZmZlD8/LytIpyCU8XZrkg5W38lollfaAp1ulHNMIzKPY68fClrl27qoKCgqMoWRTyCoIg1EcEqyAIgiAICQuJucF44BLe/+mCxR7CphB+TJB1N8XnN9ZoaFOA7yQzMxPvZC1ITk4+iVzSLxUEYRekYhAEQRAEISHJz89vn5aW1hcPXPISrDaRRKNffqyCsynW6UdzjJ4GBaOsJFgVfU9nUVL6pYIg7IJUDIIgCIIgJCQlJSW9Sax2cz1wCWn2eYlCM9+rTFMR5PP8ysQqIJtiRNZrOfgrKytVp06d8E7WUfQ9jYA7lCsIghBCBKsgCIIgCAlJSkrKMNy/yoKJhWckMWiWiVQ2En7Lx7ruWNfpJzhjzYsVc53JycmqX79+KVVVVZHeySoIQhtEKgVBEARBEBKSnTt37pmVlRVOuTEFXhAB2RTirTXTUKGLMpgW3KNHD5Wbm4t3suaGcgRBEEKIYBUEQRAEISEhATqMRJC+fzWSGOX8oOUShYYKThfRLofvh74n1bNnz+5paWlHkkv6p4Ig1CIVgiAIgtBY7E02JhyC3mRIwzLhEITmYvz48TkkggZmZGQ4H7gE4RmNSDXL20RaPhGJVcx6ge+oT58+OJbnUFL6p4Ig1CIVgiAIgtBYjCb7mOxOMvRmzzPS5WSC0Gx88803fTIzMzFiVysoWXT6CUy7rNC4eAldTAvu0qWL6tix47j09PQ+5GpcRSwIQqtFBKsgCILQWDxItjoUrce1ZNLzF5qVbdu2DcjKykrDA32iFZ5meb9lYxW0TSGEm2KdzQEELAzbj4sLvXv3zqqsrDwdWaESgiC0dUSwCoIgCI1FGdm/yMye8/dkb5C1zt600GqpqqraOzs7O5yKLOiQ35iiL9Z1+S0X6zobe/puY8FCleMYZSXBCuF6JrnSdIYgCG0eEayCIAhCY2KPssroqtAiZGZmDsnKynLevwoglEzzI2g54FcmyPIuYl0u3sF+mWK6qqpK5efnq65duw7OyMg4iFwyyioIgghWQRAEoVExR1lldFVoES655JI0EkJ7kmjVD/MxiUb8eZVtCgHZFOv0G1n1y/OjKdZp069fP1VeXv4ziko/VRAEqQgEQRCERodHWWV0VWgRnnjiid5paWnd0tPTkyAEbTHoJw4jlfVa1m+dsRJkndF+bhBR2VjC0ySS0GXDtOCioiJVUFBwbOfOnTuFiwiC0IYRwSoIgiA0NhhlPZvsNbLG78ULQgQqKyv7Z2dn55oPXELoJ+7MfL+ysYi5SJ8bC02xzkiiMhaiXSe2PSsrS/Xo0aPT5s2bjyWX9FUFoY0jlYAgCILQFHwSDgWh2cnIyNg7NzfXVyxBGJnmR5Ay8UBTbGMQoRqrmPUC97Li4Uu0XpkWLAiCVAKCIAiCICQWO3fu3NPvgUtBsQWgS7g2t5CN9fP8RGWsgrOx18nLVFZW4n2sqn379gdSchCydIYgCG0SqQAEQWgRqNMl9Y8gCE5IuDREBSalpKR8M2LEiOGZmZm0qiSFqcGmuXwu8yoHP4zhuB2CWPL8yoBoypsCl+N2CFo6DxcXTEtPT1ezZ89WX3755S1U5m9UpEoXFAShzVFXwwmCIDQh1OEw6xuOI6ymjlVdL0YQhDYH1Q+pFJjDobpOiKVu6NmzZ7etW7fOGjx4cHsWl7bg9LKgZVEOxnDcDkFL57EgBBy3QxBNHoimfJAytmDF9peUlKh33313cU5OztD169dv1wUFQWhz1NVwgiAITQR1SLiuwW0IyZROps5ICsXLKKyePHnySWVlZX3Ky8t1ocYGHUx0gITmA/egmZ1P9gHTx3Ezj0P2c5zhuJ2H0P4MVx7AlEPO4/UAcxlzXSgPXGXtzzTjnMfL+5XndZs+YPrNfHs9MC5r+oHtN7HTvF6APPx+OO5FpN+YKx++Tp06bdlvv/1ef/nllzdRvZBNbhQyrYbqiDqVEwASN2Nzc3MnDhw4MIW3388gjFJSUnToyjfNLAtjOO7nC5LnVwZ4lfcrw4IQcNwOQTR5IJryQfLwXdmGUVZqH9TixYtPpPPyLRTThQVBaFPU1XCCIAhNAHVGUM/AUiieSp2odAozKF06e/bsLps3b74uIyPjTHQC0XExO14m3KkBkco0xzq88kFD19GY2wkauo5YPgOdTeRzx5PjCNm88myfq4zthwEzbeabIYAoQ9wsb6btOJcx81x+FntmPotF02fGTWO/Wc7Ms+NmWb88s4wr3+XnNH+3SLuIlA9QxpUPHx2fWd26dfvDm2+++UVhYSFEK9T9TlqmgkIc0KhmYaSmpv6ye/fu9/bu3TsZx94lPE3Dtrn8LjPLAqTNENi+aMqApsjjY2+HoKXzAOJ87vFvE2FaWppasWKF+vjjj1+m/J9S0dCVH0EQ2hR1tZkgCEIjQ50O1DEwTPdLJ8slXw6FKStXrhy7fv36v+fk5PTYvn17vc4LcHW2TCLlAy4TKR809DNAomwn8CsT5DNs4WMa53mV4eXNfPbZIedzHLDP9PMywGs50x80H2b77WW8loMhz6ucy2/GgemzlzctyDrs9XAeY8ZNXOcF4ub5EOncKSsrq4LIvOuuu57s1KnTVnKV0zLFVL6UQoiUaETrw3vsscfPaT36HaxegjOI+ZUHyDdDYPuaMs+vDOA4H3fz+Nu+IGWAV/kgZYCXD4ZzjwWreZ5OmDCheMeOHUN37ty5FMVDSwmC0Faoq9UEQRAaEepkcP2SSnGI1XyygjVr1vR+6623LiooKDi5ffv2unNidqoQNztcAH4mUpkg62DMMsjnZb3WgQ6U6bPzzXUAOx8gn0Pkm2Xs5Rm7jE0s6+D1wG+XBfbn2GXsYwHszzBD5CHOIcA6vPBa3gY+l58x8/22z4VdBqFrHQBxM98rj/12OS4DvLaT48BcF8NlOM/1GWZor8OVz9jlzDyvzzHL2NjrwLlQXFysSJTM6tOnz2OnnXbaJ2lpaVuozCbKLiGrpHjdRniTlJGR8RkJ1gNzc3P1B7DAxOeZgtNlQcrAUI5Nf2g4BLYvHvLs7wbYvobm+ZUBkcrDcB7YRt+nmjZtmpoxY8YfKX0XFfeuOARBSEjqajVBEIRGhDofqF9wvypGV3Op41S4bNmyAY888sitQ4cO3b2wsFCXQ+fPxOxsmXDnxisfRCrTWPmgqbYzyGcAlPPbBuRFKgOa8jNszPL8+UyQdbjK8Hqi2QYTczti3QYQzXa4yjR0PyKB8tHuK+By5rI29rpjAcvj4lVFRYWaMmUKXmdy64UXXvg0idYNlL2ZPgMjrnU313rQo0ePDhs3bvxxyJAhnc37Uv3uUYU/1ntYYYBDEMQXJM+vDIimPH8/5vdk+/zygFf5IGVApDyYLVZhOO5bt27FKOu3dH7sT8UxVVwQhDZEXe0mCILQiFDnA/ULHqyEe1Y7UMep03/+858rqANydv/+/VW7du1UVlYW7jfT5RMVdBjNjlm8ItsZHa3heGEbQbxvJ7YPhoeuYZR17dq16ocffth27rnnXtCrV68ZmZmZ66nYDrIq2iffnaH6ZF+qWybvvvvuaVinLThdhuPk8rvMLIs4H2MOQRBfc+eZ5wDH7RA0Z55dBsYi1YzDcJHgk08+UWvWrDm4srJyChYJLSkIQlugrnYTBEFoJKizwXULHrSURZ2mQgp73H333bcXFRXt06dPH4yg6KleZifLBfLReWkL8L7G+z43xva1pe+1LdGQ75WECKYEq9WrV2P6pxo0aNBfjjrqqDdofetpvcVUpIJC35WnpaVd0KVLl0ciPXAJ2+ny2+ZXDnkwwCEI4mvuPPM74bifL5oyIJryXmXYzHtY2fDwpYULF6rPP//8fsr7DS0ScbRdEITEoa52E4Q2zttvv30INYqXLFu2bOqSJUtmUXrR9OnT11JWaaiEEBTqUKBugWGENZvSXSjc7f777/9X9+7dh/Xq1UsVFBToTggwO1rxCjpQIN63tbm2E5/TGr63SCTKfrR28D1AmJSWluoR1lmzZqk+ffpcd+SRR75M2WvIttL3hKmgvq+5SU9P/zeJ1V8XFhYmYX2muAwy7TdoORjKwBiO2yFo6TyuFwDH/XwtkcdmClU2gBH4iRMnrs3JyRm8evVqTBUXBKGNUFe7CULbJnXTpk1ftm/f/idIoNHcuHEjpqdtI1Zv3bp12fr16xetW7duzpYtWxZ8++23i1955ZXVVBQPBBEs6PihboFBsOZQGoK1z8MPP3xzUVHRMOpQqvz8fD0d2OxkCYLQNmGhUlZWpqiexZRg1b9//+vHjRv3KtURqGu3kOFFzZEE6wcDBgw4LC8vT1csprg0xaZpyININeN+5dlQBsZw3A5BS+fh+DIc9/O1VJ4tVGHIw6gr3sk6depUNX/+/HPI/yyK64UEQUh46mo3QWjDfPXVV2eNGjXqmXDSF7yCZe3atVUkZDdQfDkJ3aUbNmxYSL55a9asWUQN6mJaH0YEykJLtD2og8F1C25Q5RHWvg899NDN3bp10yOsEKzcSRSERMIUDo0Jd+oTEewbDCOs69evV7Nnz1b9+vW7EYKVsleSQbBihNXv9TZ5GRkZswYNGtSLL4bZItNlQcvB7LLmd81xOwRBfNGUAdHkmecOx/18zZ0HEHcJVfbjeOPc+OSTTyZUVFQcR4vIO1kFoY1QV7sJQtslZd26dd8WFhYOC6djAiMDaEw3b95csnHjxrU7duxYQvHFZAtI0M5buXLlUhKzy2fNmoUHiCT0lWHqYHDdYgrWPiRYbzEFqznCijg6JOicNBfN+VnNTSLvG2ju/TPFQDyB44Bta8rj0VzrhigxBWv//v1vGjNmTK1gpf3ECKunYC0oKBhCwXcDBgxIxTGBmeLSNL8801DOb8QVIM8VgubM8ysD+FjbIWjpPIA4DCKVBSuLVzYc8w8//HDntm3bhpeXl8/BYqGlBUFIZOpqMkFoo3zyyScnjR49Gp2iJgEPEsEj+VetWoVwE9mq4uLixZs2bZq3ZcuWhSRuFywjvvvuuzWLFi3CC/MTAupsoH7BQ5eyKeQR1l0EK8BUr5KSEj16zZ1AG3S80IExO2BBiWUZEO1yQcrbZWLdJ5vGWIcXzbVuHAvg5eM4iHWbolmOy8b6WY2F6/P5vIGhI98cxHIcvJaBH/tg/t6xHyxYf/zxR4ywRiVYMzMzzybR+iQeuMTihg2fF3SqL8ws57UcfGyAQ2D7oikDoikfpAzg348dgpbOA4jDWJy6DM89mDNnDt7L+k9KX0+LycOXBKENUFeTCUIbZcWKFZO6d+8+JpxsViBk0TnbsGFD+bZt29aRgF1OYnYJxedS3kIKFyxZsmTFa6+9to6Ko7PWaqCOB+qXiII1Ly9Pffzxx+r666/XnRGzIwjMDhf7zXzgl+a4nWbsfGCmveLA9ttpxuX38wHTj2PCuMpH8gG7jBlnvMoATkeTz5g+0xgz7Qoj5TNe5Vxx4FXGK4xUBpjlgJn2C9kYO4/jHMLQucdTdXfu3FnrYzPLueIcRooDPv/sMhyaZvqA1+8Z4qNLly6qqKhIj6ixj2eqhKcERyVYSVhe17Nnz7927twZ73/Wn82GzzXTfha0LMqxAQ6B7YuHPBwTMwS2r6F5QcoALx+MxSmb6QM45ydOnDinQ4cOP1m9enWJdgqCkNDU1WiC0AZ58skn9z3ttNO+yMzMjKvfAkYaN2/erB8+smnTpuKSkpKVYSG7mMJ51EFdSB27pcTyZ599dnN4sbiCOhk4pqZg7cf3sOKhS3gPKwQrdTrUE088oa666ipFnU3dKUEHy6vjxYYOI8M+M85p4MpnOB0p3xW3Q698l49DVz4w82w/h0HzOW2HZj4w09whR2eR/Wa+GQeufDt0xQGnXX4OXfnA9rtCVxzEUsYvj+M4djhuZprjXmHQPDaMRKLjDrFniiezXJB40DwOOW5+pnmOmHn2uQM4jpkn+L13795dxwF++/zQJZ4SPHbs2Fcoi+9hjfTQpbf32GOPo/mBS/gcbEskC1oOZpdFGsZw3CsEQXzRlAFB8vic5BDYvpbOg7E4ZbN9aDemTJmiVq5ceSSd/x9g0dAaBEFIVOpqNEFIUObNm9cD4cCBA1dohwF1ih7dc889Lwwn4x6MpGzZsoVHZatJwG4gMbucOnkLyL+4oqJiLtliatRXkNBddeedd7bYK3mok4H6pd5Dl/CU4K5du9YTrHgf63PPPaeuueYaPeKCzgk6WF4dL9PYZ4dmPjDTdpxDVxy48ux8Ds0822/HAafNfMbMC5oPOB5NPmOmg+YznI6Ub8cBp01/pHzG9ttlIuVxGLSMX54dB3aeVxgpD4apqagDeFTVFExs5jJB4kHzOLTjfnlm3E5DpPbo0UN169atnmC1H7oEwUrlV1G2r2AdP358zueff/4dLTPQnKlhiks2+INOD45UFn4Yw3E7BC2dh7qV4bgdgljy/MoAr/J2GRgLUzNuGtqNFStW4J2sT5NgPZ8WlWnBgpDg1NVsgpCgfPbZZ+9Tg70/dYp+pI7MNOp8fJuTkzPtyy+/LD3xxBMnFxYWtg8XbbWgw0fiVYtZjE5s3LiR+n2la0jMrsjOzl5AIvaHoUOH3jN48OBmmVZMHQ2uW1iwFlHY95FHHrkJghVTgm3Bet1116lOnTrphdDBsjtbgP2ufDM084GZtuMcuuLAlWfnc2jm2X47Djht5jNmXtB8wPFo8hkzHTSf4XSkfDsOOG36I+Uztt8uEymPw6Bl/PLsOLDzvEK/PAgmdNQhVHGvN2CxBBCymekg8aB5HNpxvzwzbqcjCdbwa21uIMGqpwTTMri/31Owdu/efUBxcfFMWiaDP8MWljiOZtwuw2bnRyoLYzhuh6Cl8yAAGY7bIWjpPFOcugzlEH744YebqW0bTOcMLmgIgpDA1M2pE4QEZNWqVYU7d+7clzpEedRojyLXpdTQPbR27dqvi4qKvuzQoUOrF6uAp9b27dtX7bfffuqYY47JOvXUU/ucddZZB5MwvIA6cpmDBg1q7lcAcM/JDncBHSqzoyUIQuh3AVEEkbphwwa8F7rW19YgkVKncByQyN0rIyMjDcfGryjnRVhdvfxIZZubWLfHr46Ntf5tinV6Ya6PvmtcpGhP7fmJlJS+rCAkOPIjFxKapUuX7p+ZmZmP+6Jw5R4dPrbCwsJcXDlPZL799lvYI5deeukN1NjH5at0uPPV2J0bQWit4LcA4YX7Uzdt2qRnTiCe6PUVYwkynaBj4ltBVFZWDqa6PpyqA+vi9UUSemZZP7hc0LJeBFk+WppinU1RNzd0nfg9YISeBOvZlJS+rCAkOPIjFxIaEqrj7NEIpCFg8cCPRGbBggXqzTffnLNz587Lw66WhvpSwTt6ghDPNEUnHvAIIab4Y2os6ir4murz4gVXvRCuu2nXI+98Wlra8IyMjCSeMgoi1TP8mWwu2B+kTGPSFOtsTGI9H/2Wc+XBx8ZpgGnkBQUFuI1kv6ysrL2RpTMEQUhIRLAKCQs1+HgX38Hl5fVv20RDRw2c6tq1a9iTeOBet+eff76Gwl9ec80128Pu5oZ7XAi1uTph6IAE6ZxxRyVaYl0ONGTZhtBSnxsrLXWMW+N36wW2BwINM0Ew/RdPCmdfWwP7DaP6m4KkJKoftCErVKI+V199Ne6VH4D3OXNdEqROiYWg64318/2Wa4p9wnFubBq6TizP5gd+G927d08uKys7C8mQVxCERER+4ELCMnXq1P7U4RlkClY0gLgfDE+jTeSO4Ntvv40R1sfvvvvuT8KuloJ7WAg9e1voiPl1xhraAYqFhnxmW1s2Vlrb9jYF2A/URbiQhum/MEx3bGtCFcfB/k4pzULVl2uuuaYHHa8+KSkpeoTVBdcvXNf41TfALBOpbLQ09vqA3zpj/Tz7+2hpzO1BvKKiQr/HNzMz81Ry5YZyBEFIRESwCgkLdVwOyM7OzjA7MOgEQsDiyZSJCqYCv/vuu5up83ZV2NXsoJ8ZjqKz1Pi9MyFuiLdObWuCRSnuqceoKkZX4ZNjGt15lZ+f35/q+mzXPb6ofrgK8qqKzHyzvAuzjKusnTaJNS9WmmKd8XBu8jZg/+hrh2jtSd/94eSSPq0gJCjy4w4G5o4uJDtWp4RWAQnTQ+0GGyMXeKJuok4Hxv4+//zzeEjLHY899liredS/dNCFtgTOdwhTnv67detW/dtlASvsCh0zT/VVUVGxN+5fDSc1jSXWGms9DcFvG2LdPr86tynq44asE8vy8vZ6cEE6/PAlmRYsCAlMW/1xDyfbQIaanu1DMq8pJT8h60u2u065wbJYxxM6JbQoy5Yty6JOzEF4ub4JOogdO3ZUuNcpEfnyyy/V5MmTV7dv3/7esCueqO1p2J2OhnRmBKE1gVFAXDjbvHmznv6LaY3wyW+gPhBiZPqdqzB2h8N6lJSU7AnByuINIY4np71AvrmMH2bZaPFbrinW2VLEeg67loOPzQvkYSo92nSyI4cMGTIM7lCuIAiJRFu/GnUFGSo3hIeSjSFz8TYZyt2uU27yyPqEokJLs27dumHUmO2GziCD0QsI2ESdDowODEZXd+zY8e8nnnhiS9jd0tDXoHscuhOBaChZRzx2vAQB2OdqQ+Cpvpj+i6f/4l56mf7rDx0fqh4CVRDDMHMGo21c3F4Madv8MMtEKttUxPq5fsv5nW/xkheNn/d1jz32yBw3btxhV199tfcHCoLQapHpEyE+JttIhhFUjL7ODRtqwj+GfRiRxZRgzn+eDPmwqWRvkGEU9lwylEU5gBFXLgcz12F+htCIlJWVHYJ38rkabjykIRGZMmWK+uijTxZR+K+wq8Wg4252GhDX5tURkY57dMixanoa6xhjPTi/8XqadevW6Xeqol6CT/AGx4ifP0BxjU5YDB48uEv37j16pKSkOL8wLAbz+z551VyW034ELdcaaG31CbbX3GY8UXvEiBFq/PjxSYMGDWpdOyMIQiCkxQzxe7KOZBCQAHE8Jh9Dca5RVeR3IsOo6pNkEKr/JFsUTiNvGhnEKQTscWSoRJGHz8L04UifITSAioqKMZgqZII0XmeTn58f9iQWjz32mCrqUrDtD78+94yRw3rjvXTtQjktht1x8OxIcAck1o5TrMuBlli2ufeVO9aNsa+xdNIb43NjoSHLNgY8/RdTf3GvKuogEaqRsc4xnaDv0vllLl26tN3RRx+Ttdtuu+np1V7nZ2OJS3s9jbXeeMXvNxTr7yuadSLNxmkT/MY6deqkjjjiCJWbm19x2mmnJfYXIghtlLbect5GhsoNohLTgjH1l/kd2epQ1MldZHi/5Us65YbveX2LjD8H04YhdEGkzxBiYMWKFR2p4zLKfp0NRjjat2+/S4OXCEybNk199tln6tJf/HrvE0+74Nk//uXGaY8/8sCsu267/qO/X/mrOy8598Sf7Tu489De+aqAirfUAdAdCVcHT0ZYE5eGfK+t9Zzg8xnTfzGqKtN/GwQdNu8DR8d468EHH7LjkksuVWlpqfoCAdcx0YjJSGWR77feaD6rLdDQcx3LR1oHLlB06NBBnXfeeWrkyH3Uhg1rwzmCICQabV2w8j2ssKYa5cRU4xFk/Dn9yESkNiGrVq0alZmZ2dEcYUXDh/tXE3U68AMPPKAwwoD7c0tKy1WnzkWq38BBPUcdeOi4o4496/en/ewXT/39hvunjxh39JtUvLmfOIWenDa7w8chvh/p8AmtHZzHGPFBXYP7VPFgJZzXMqoaHYZYoSAUCWPGmXXZ2dnrjjvu+JrRY8ZowYq633ydmQm+D9tcBCnDRMoXGhccb54xNXbsWHXwwQdrn9d3LghC60da0cajmGwxWXcyftowphhj6u84nRKahdLS0kPRabRBv6dLly7hVOKwdu1a9fbbb+spUaGHjlSrivJytWPHdrV1yxa1bRudmkkpKi+/k1q6dO1KWqT+o5ObDvTiuCen4+hUcOeOQ4Dvpn6/VBBaFxCl+P1h+i9GVTHDA/WQnNexQ8dOHzyqK/AEYM8DScd6Ga4JXPHHK9QRhx+h8PwCHH+MwIXqxJCYQRjJgpaDRSobzbpgwOU3rSnWGQ8WZDux7xCquCiBkdXjjjtOHXPMMdpXUlKq1yEIQmIigrXxwPRgiAE8bXgJGR6shCnGuG+Vpx7D5LU3TQg1aknUmI02pwMDdFzwgvFEvH/1xRdf1I358OHD9dRDF3iNz8yZM9R3331rTntvMqifGeqBELRtfO7Xw9WRDxUVhNYDhCoMD37BxSNMA2afEDtcP6BO1xEfqNrYUllZrXr37q2u+sdV6re//a066KCD9AVKPD2YR13RDtjGfjNksYt4JEM5Xr/LkGca+1x55rrsvCAW7efFg2G7XGaWgVAFuBCBd66OHj1aXXTRRerkk0/WF4VWr16tl5HfnCAkLhEbAiEuySR7nOxusi/hEELMnz+//5IlS2ZSA5fJjRyAkMO72tDQJRqjRo1S/fv31500PIHUBe7dvf/++7c+8cQTuJCCmQBNTrijmUJhNoUY2u770EMP3dK1a9dh6Fji4gE6kwUFBeqNN95Q//jHP3QcoLPKHVY7zqErDjht5tuhV5xD0w+88uwydj4w00HzGU5Hk2+HrjjgtJlvh658YOa5/GbczufQlWf6guQztt8uEzSPQzYT28+iFNN/t23bpu+RZ59Zzo5zaPtjzePQ9geNB83j0I775ZlxOw2BAfGB2xgQB6izcRwxnXr27NmqX79+N40ZM+ZVysLF4C20HK5EVlNY78rWs8++9OQRRxz5s+Tk6qSCgnaquqZaLV+2XC1evFitXLlSbdy4Ea/7qv0cfH5yMrYn9ARn3iYz7kq7/Bzn9TJmHLjy7DLAaznX8sC1DuAqwyFfGDQvEJpxG7/y9nKu9fgtb2KXQ4jjm5aWpnJycvSoKi5CwJDG727FihX6AgMevPT9999fccopp9xJ+ylzgwUhwXDXdEK8cyTZe6GoupLs5lBUmDx58nnUWP0XoxwMGjzcSzZ48GA1aNCgsDcxwMOWMJJw7733qj59+ujOng06KWjwL7/88kkzZsxotunp1NlA/bKLYKUO6rBevXo1q2B15bviHLr8IGienW+GZj4w03acQ1cccNrMt0NXHHA6mnzGzLPzzdDMB155tt+OA06b+V5h0DyOA9tv5gHTj1EdiCt0mCGE0LHm2xDMcmaa4xza/ljzOLT9QeNB8zi04355ZtxO+wlWTKmGYO3fv/9NY8eOfYWO7ypaZjMVgWCtoXg9tfPMMy8+NX78EWeXl5ck5bfLIzGTpZKo3sd6sT5cVEAco3U22CzoI94+SoVFUvBb/bEszgGh8cGxxfcBA/gO8bvDbAY8eRu/O7QlhYWFaA9FsApCgsI1tND6gGjFKCueIvQJ2U/J1pC1aT799NMnqAE71xSsaNBwhX3MmDEJ99ClK664Qr355pvqkUce8ZwOjGlUCxcuVL/4xS/+Rp22G8PuJocFK1kOxbVgffjhh2/mEdZ27drVE6xXX3117ZRtdFK4A2nHOXTFAacj5bviHLr8IGgeG8Nxr7xo8xlOR8q344DT0eQzZp6db4ZmPnDl2fmc9soz873CoHkcB7bfzANIoy5BWFpaqmczQASxj8tz3E5znEPbH2seh7Y/aDxoHod23C/PjNtpHDuXYMWxNUZYb4RgpfKrKBvTR5yCFSOs48cf/rOyspKk3JxMlZGRrj8jheoXCB2Iyepq3AeJ+z913aTTLlC+rKxUrVy5nNbRPFNME1Xs4jtoCKHvKXTfKi4MoR3n0XJ8TxhVxcwptBuIi2AVhMSlYbWJ0NJAfT1HNoYMjTlE6wSyNgk1bpkffvjhbGrI+tj3sOL+MjygISMjI+xp/eB+pyFDhqhx48apc845R23dujWcUx8IwieffLLq/vvvP4iSzTaFnL4P1C9413A2xSFY+5GwvgmCFSOsIlhDmOmg+QynI+XbccDpaPIZM8/ON0MzH7jy7HxOe+WZ+V5h0DyOA9tv5gGcq/jN4XcGUYUOMwyY5e3l7TiHtj/WPA5tf9B40DwO7bhfnhm305EE6w8//KAGDhx4w+jRoyFY8WR9T8H63HOvPnHYYYeeUytY09NUNYkdCB4UhDgN3Q8J8cMP7nFrGrQRS5cuoTrzUfp+5aFZLQ0LVrTpODfwLApMCcbFZximCYtgFYTER2rixOAvZDeFonp68DVku84NTXA+/fTTUSUlJV+hY4JOBncm0cnElNgjj8SgdOLwxRdfqPHjx6sHH3xQkQjUDboNjgMe/X/FFVf8+PXXX+9DLvcwbCMTFqswc4QVgvVGEay75kWbz3A6Ur4dB5yOJp8x8+x8MzTzgSvPzue0V56Z7xUGzeM4sP2cRj0C4YNZG7jwhQ6016iqGffK49D2x5rHoe0PGg+ax6Ed98sz43Y6iGDt37//DWPHjjXvYa2gMGrBCnFaUYEHJOGBPni4kb9gXbRoobrnnttFsMYJ5neANoLvY4Xh+QwiWAUh8ZFHqiUGEKn7k+HpxBCvk8j2IGtTUEfnEHQkIVDRAUKIDhDuYcJV2EQDTwfu2bOngvhziVWApwMvW7ZMTZ8+fQolm0WsCkIigE4yxCoEFO6XwxRgCCDUMUKzAoGqCadjBqsIZsn6YppYfBh+czD8Hvk7EgShbSGCNXHAVE88AfZ5sv3IviA7n6zNQB3LMRCnLFYRYrQVD9zA1ddEAvv37rvv6qceo0H3AvevfvvttxC0H4ZdLYkeFUGn36a1d0CkA5VYoHOMugMPdcFoH35v8Mn33LyEZ8nIQRcEQWjjiGBNLPg+1gvI+NU3sNCjVxOYzz//vAOJ1X3x4CFzhBUjjxhlTbQRVojQ5cuXq/3339/5ZGAG+/7NN99spOjkkKdFgEKtJ1ZdohU09Op5rMu2xGeC1rYslmvIsrHSXMvyCA7uU8W7HTEFmH1C84JjTvUXBUlJVF/wFyBfhCAIQhtEBGti8l8yjLbOIcMoK0Zb9yZjcL8rBG3CQJ3LURR0gniDUGXRitFV3L+al5cXKpggvP322/qBE3jaLvbRBfYbne6ZM2dOpSSestnc2KqU+p1uoerljwYRFcGQ47QrOCYYQcVvCdN/N23apM9J+ISWwxSrHAqCIAhtDxGsiQvEKkTrA2S4nxWi9fdkELC4z/UXZAnDjh07xqGDCZFqGkZcIVYTreM5YcIEdcABB+gpv17gYUvTp0/HaNHHYVezgX5mOEpfi1ajbIIQV6BuwEwEvC4DYhWiVab/tiw49nL8BUEQBEYEa2KDuaK/JDspHL+TDFOEwZ/JEmKUFVfey8rKDjGnA5uCNdHuX50/f76aO3eung7sNboK0OH7/PPP8VRNvKdXEAQDTPWF4em/a9asUdu2bdO/mfB9k0ILwUI1dJ2rDvLLRS9BEIQ2irTMbYPXyTDaat7siHe4JsQo61NPPbUbCdaheJonC1VTuHbu3DlcMjHA6CpGVvv37+8pWPEgJjwwZsaMGXMpOTPkbXFqh0xk9ERoKXDuYQQV97dDqOJ3ggcsyfTf+ABClcUqhfoVNmGxKgiCILRRRLC2HX5HZo+oJsQo69atW/dPTk7OQgfUFKtIQ7glmmDF04GHDx+u32OKqYwuIGjxHkPqjH9GSe9h2GaAOptQp1qhhqKC0DJg9BRiaPPmzfr+btzzDp+cl/ELRGs4GrdgE8UaZoIgCH6IYG0b4CnBGFHFq29M4Ls6FG29UKfzUBaqLFYRYsQ1NzdXW6KAh8FMmzZNHXjggXpUyAs8cOnLL/XXPVE7mhnqgLACMJWA1q4NFQcNWb6llo2VtrSvTQn2ByOouEUAQhXvVAUy/Td+CYsY/KFoCDhaGlwk5AuimOGCix4wtDfxYrxNfuZarqWMtwnHky88e12MFQShbSKtdduAX3ezPxl6opgejPQ1ZHggU3ONsqbk5+fvFo43Ci+++GI6NXKHoNFDI2caOqeFhYXhkonBV199pfdryJAhuoF3gU44OuTffPPNOkriYVstBasehGwtRmsSfy3ZN2+pfW2qz4VQxcWddevW6Ycq4WKWjKoK0YBzFOeNKfZYXMGQh3Osqcxu29hcZWF++UGXtc1VtrEMx4+PJV8EYDGLPBGvgiCIYG2bfE/2PNk/yfiBTE1C+/bt87Ozsw/Pzc29nWwaNU4zc3JyppL9Mysra18q0qAbx5YtWzaEGrR+aODQsLGhgUXjh1e/JBJ4nQ1eZYNpzthHF3g68Jw5c9TKlSvxOpu1IW/8ECcDJUKCA1HKF29WrVql36kK8SqjqvGPVUfoKwtJLXSFAYKKRwHRpiBtgs1q6k3jzzCNL7q4/Gyx5rv8TYn9Gfj+IVLRlrN4RVwQhLaLtNxCo9OuXbv+eXl5F5I9T6JqFnUS36fG6A9kQyg7lxrEkWRXk/9LErMzyO4kAXsY5WXrFUQBdUIPoXUloTFDR4KvBrOYSyTBiv2bNGmS2m+//XwfEJOenq5HYolmf51NBKgfEuqIimgVmgp0fPH7wEgNhCpeV4Pzze83I8QXLF4gngClW0CsJtWKVW5PWmQzCHwuG44JzPT5+f0smnW1BPy5+B74orQgCG0TEaxCg+natWt2QUHBISRQryWxOoVcs6iheZTsDIr30IUM0HlkwUKN4l5kv6eyE0m0ziJ7JCsr62TKCvQuGupMjMFVb3QoeGSVr8qSEE6oKcE//vijWrp0qRo5cqTujLtAA79jxw41depUtOwfhbwtBqtShNpsocpp85wQhFiBKMV5hCf/4l5V/E7g446v0HrAd1ZdXU1BUhJ9p9rgDuU2D2hLMNLX3OcPPo/NJShtC1LGz1zL+21Hc4PPxO8a34e0E4LQNhHBKsREhw4derRv3/5MEqqPkkDCa1M+pY7hVdSwHEDxDF2IsBs3rwYv3Aj1Ift5WlraK506dfqhR48eR8Lpxc0335xPHdJ9eboQC1YYv38VT8tNFDC6mpeXp3bbbTdPwYr9XbhwoVq0aNFsSsJaGu5dINylp8HngnRChIaAzjQM035XrlyJJ4frcws+ofVC3yEL1Rahue+dxDlrm5fftCBlvIxx5ZnmVUYQBKE5kNZcCEpax44dR5JI/TPZR9SQQww9Rw3WhdQp7AvBwaLDbsRcDRuneRm8fgb3XkKQ4am+JFo7U+fzxuzs7GfI/4uMjIx+uqDBmjVrRtLyXSDeWKiyaIWI7dmzZ7hkYvDBBx+owYMH62PEx80GgnXq1KnI/4SS7ptcmwH6fms3kLYlohq1i9jnSzS0xLJYriGfGyv8mQEO8S60xHECjXmcsC6MoGKWBR6oBMP0QZn+2/ppzPMkNqL/TcUK9tU0l8/PzNHPaI0v9rjyorHmoDk/SxCE+EIEq+BJ165dO5FIPZ4E6r0FBQXfk0idSo3FzZQ1jiwPnWTuKNuNiKthsdMQqZi2CwGWk5Oj0+h4YpRk27ZtEJ7DqeN5Ftn9lDeTyk7Kz8//v+HDhw/F8uQ/BKE5uspxbBdGIhMFHI9vvvlGHXDAAZ5X/XF8Id6/+EI/GPhD7RQCY5+fzUVLfW6sNGR7G3NZ7mTjoUoYVcVUeAjV1nY8BTdG26Ij4bDZVGQM14CiBueqaS6f7Tfjpg/Y/iDGuPLYzHyvuOlrKpp6/YIgxC8iWIV6dO7ceUinTp1+26FDh7dI/PxIrjeoY3gZ2V7INwWq3Xiwz/RzHMshjveDskhFiE4n7jctLi7WQhWC1bxnyPi8LLIxZP+qqqqaNmTIkP/NmjXrvPXr1+sRFYDlEIdow7oTaYQVIhSi1e91NnjYEu5xnTdvHp4MrJ+6FEfgC609Mfj7ZfA983ctCH7g3IEwxSwKCFXcrwrgExILqhN0pUDfeYtUDvh4u64C8DXU+IKLGdo+02+aXx7MLw+mlw+HzjzDHylulrd9qPFDYeymlw9jxgVBaFuIYG3j4LUzJFLHk93asWPH70jw4ZU3d1Ojcyw1Dp1MIYHGwm4wXD4T5EFIYQQVlpGRoYUlOpsQqLjXFCOjXNY2m/C2JJPwPXDNmjW9Zs+erR9GtGTJEj3SAsELQYfRVYjiROG9995TvXr10k89xgiyC0yp/u6775APsbo+5G1x6Gus/SKNaH34HBMEPyBKcVEKF6rkoUptAqoaQoTTzQY+0v5YnGdoY3DxEBdZozJq79DmYSbArlZSGy8psfPCtr1+Gm2nM03lSoz1uQz5JShHy2jTvlBeqfaF0jCktc8RR7laXzhulivV27GdwtisBH0EWh9/D/I7F4S2i/z62yCFhYX9SJCOJuF4ODUEB1Ij0AMNARoFr+mmdsMNTJ8ZxxVWdCIxxZfXC1EK49HQSLg+D9uGdUKM1ruKS6A8PhP3cCI89NBD1S9/+UtFIlznt2awbyNGjFBDhw5Vv/jFL/QDZVyQQK/54x//mPTVV19dRsn/hLwtA20z1y2pZDmU7kJh30ceeeSmrl27DoP4bteunf4+CwoK1Isvvqiuu+662u+Lv1dgfs92nEMvP4dmPnDl2fmcDpLnymdfpDxXvivOoSsOOG3m22E0+cBMB81nOB0p3xXnkOMsStHx37x5s65LcO4ALsdlXXG/PK+4mebQ9vvFvfI4tP2x5nFo+4PGg+ZxaMf98sy4ncZ32KNHD9WtW7fai5Z8MRMXJH744QfVv3//G8aOHfsKZa0i20LLVZDt0kg999yrTxx22KHnlJWVJOXmZKqM9DRVTfUm6k60JFVVeKcn2iC8+qxKx+FzgYuqixcvUvfcc8cus1mwnXjyfGGHjnr9AG1ReflOLRR3IbTLVCGScbyWXRxh6hdGTNem7KYQhxL7FoqEAoS6COKhJBevh53WhJetJZwIHb0wtWVCkdocxMOf6czjlD5e4YK15S2oTFZ2jj6mOL76PKmoUEsWzVd51F7gu0Eb0aVLF/0ucoTt27dX+fn5+iGL06ZNu+KUU06503WOCILQuvGqNoTEIotEwci0tLTDqCI/lBq6EdQgZOrGPGw2Lh8w/RxHowJDB5KFJDoeaNxh5jLIC/p5tg9pfEbv3r1rPwchx9kAOj0YYYXIO/jgg9WBBx6oO0etETz1F4L1hhtu0PuDK+I2mGq9adMmdd5555XRvv+EXC36hGD6rvBFwDBPkwVrPxKsN4pgrZ/nynfFOXTFAafNfDuMJh+Y6aD5DKcj5bviHOK3DbGKkVS8TxW/axavZjlX2oz75XnFzTSHtt8v7pXHoe2PNY9D2x80HjSPQzvul2fG7TTaBi/Bum7dOoXZMy7BSmENhfUah+YSrNuLt6vjjj9OxxcvXqzrXWxvJi0zeNBglZoWuohSi92s4RDU89XKuToi5VvofPpjlgv56pYNNaXhNP0J+SkdLlAb1vqMPPqH/zpOTvaHc3Qelwml9V8dIhZK8XLmMghDuRo6J2ro+18wZ7bKyMwIXZAiXwX99mfNmKHad+ygL0hDoIpgFYS2R6gFERKOyy+/vPv69esPXr169eEUHrJly5Z+6PR5jaACNEYuTL8ZR8cRhk4l/Fg3RlBhXusycZXxWg5+GBoxe4TVFK0cYruwHRB32G+Io0GDBumHFkHAUkcovOb45+GHH1ZXXnml+u9//6v3C2AfTdBgv/322+rGG2/8lpKjyFq0wabvChsI20WwFhUVDcNFBxas6HA8//zz6vrrr28WwcohMPNcflfcDs18YPtcoSsOvPK8fBwHnDbz7TCafGCmg+YznI6U74oDnBuoUzCjANP9+fdvl+Nl7bQZ98vziptpDm2/X9wrj0PbH2seh7Y/aDxoHod23C/PjNvpKATrq1ReC1aycrKWE6zbt6ujjz5an4+4kJieka42rF2vfv2bX6the+/t276a6I2nP3rrwgkdAPaHoV2ojehatS6rdv9CRn+pAPt0ebjwLxzq/2G/9oTT4VQorv+Hy9AfBNX10lYZ7Q7FzeX1f11eFwg1SDptlA3lapDMy2unJk2coKb+bxIJ1E66DKZgr1i2THUsLNSCFRc4RbAKQtsj1IIICcOkSZNOXbJkyaUrVqwYtW3btnaYPmcaGlp0CLiDgI6Di1BjEoLjKGuKQ4AGGuvSDZNRzlzexOUPWhZpCDYWrOa2sNk+xLEMthPiFfuOBzL17dtXi9eDDjpIP8gIZeOVE044QY+e/vOf/9RTIrE/5r4CarBr/v73vyd9/PHHt1PyCu1sQei7wgGFQbBmU7qIwr4kvmunBKOTEatgdeWzzxW68oGZ5/KbcTufQ1ee6fPKt+PAlRcpn+F0NPl2GE0+MNNB8xlXHhvOa/xeMaqKDivOefN3zctwaPujyfOKm2kObb9f3CuPQ9sfax6Htj9oPGgeh3bcL8+M22m0G35TgiFY+/Xrd+O4ceNepayVZHEiWI9R23dsV4sXLdIjrDvDz0ygnVKVVZVU6YX2syVxbkFwZ7A9iFgo8lrsEql0PLdtK8Yr61RWVugd6vj9L164SHXsTIKVvhsRrILQNpGHLiUQb7/99p4kUl/q2bPnYXvuuWc7jCJSg69HEwcMGKB23313tccee+gptR06dKgdwbCFoQk6FiiHByehcUanEcugEcHIJT8AiDshMFea8fNFU5aFGsM+szzHsX/IwxRhdI7Q4OHpohixxD2hZ555prr99tvVl19+qTtL8QRGl/Be1X322Ucfb3TscMw5hGE/N2zYUEONNRaZqBeMD8wTC3HqQ7rPNb9zUGg78MUljLDhoUo4v/kCjdD2oO9df/FUPyTB4EK6OfCuk2pUCrUnOC9hKFdJAhgX2zp26Kjb1pa29i5r77L2TisIYgX1rf0uVqDbWoS7WPuQFZDlhw1xlE9JwYXY0CwpbcnhWUX0LzlJuqyC0FaRX38C8f333+82b948NX/+fC1ounbtqgXqXnvtpcXqwIEDtXhFfNiwYdow0oURR7NTiBAiFQKVp+Bhei0LJMThgwg0hSN8bCZ+viB+02fm2WkT28fluBOCJxbj+OAKLZ74+Prrr6s//vGP6uyzz1bXXnstRqq1v6XB62wwKo7vDFf3TaHKcXxH9N0nb968GdPmvgwt2bLQsebeHh1yfdB9FSl/L0LbhOsSXKBZvny5Du36RWhbcB1OdcOuFXwz4GhWwqDtC434J1O7iTCb2hNcEM3NzW2zluMwL39OTp3lhg1xHMOszKza337oGIe+CNKwOPSCILRRpDeQQMyePTsFr3iZM2eOnk6Fe2wwhRT3CkKoQrxCpI4dO1ZPMz399NPVSSedpEaNGqWvDpujrRClLIgQwo8OBBoQ7kgwdhrA5yrn57fx85vY5TgNM7fXDGHYJ+wz7ouBcO3evbv2ffbZZ+rqq69W55xzjvr73/+u7w1duxavNm1+JkyYoEeFcdUc09PwXdhG21wzZcoUFMcf9yOEBSEOwe8QF1wwY2PVqlV6KiB+k7iAJrRduK6OVzAKyCOA2Nbs7KxdBJxYbJZB7TFGUvn4cl3A740VBKFtIoI1gSCxmgzBilFW2Ny5c/WrASBgMb0OVy/xtNnRo0fr+zchYDHCisf0434QGMQR7gXBfTxeoNGwGw72efltYi1rhl7i2c/nFYdQhWFUGccD06bxXtPvv/9e3XnnnernP/+5uuKKK9RLL72k3/naHKDj/tFHH6m9995bb5s5sgpDHGU2btxYg/evEvE0HdgXPu5C24U7orhPdcWKFfodkDyjQ2jboL5j6HzQiXDY4lMxcHry6B+mBiNEWwGxxe8bF4vN0EfJzMwgcRqaEhw6znXPbBAEoe0iNUACsXLlyhSIKQhVGE8P5pAfYIIRRTyACQ0CpgkffvjherT12GOP1aOtPIW4Z8+etQ/GYUFngkaEzcTPF8Tv8gHT75XHIG42cJxvGvtRjtMA+4kRZhwf3M8DUQ8Rj9cYPProo+o3v/mNfsfrE088oY9tUzFjxgy1YMECNXjwYN2ZN0dVWbhiG3/88cek9evX4+kgn4aWjC/o2OLgajOPcxCiLc/Euhxoa8s2N9hW1Cl4qBKm/27YsEH/5ljACgIItzkaOmdaQKh6/6ZCQio0CojzGYIVU13t0UKx6C0jwxphxT2sdIxxvOlUCH8DgiC0NUSwJhBUmSdDaOHeS4xYQKRidBXiFcKHhSts0aJFWrQWFRXpJ+ZCnOLBTGwQshiBhSEfo44QuuHP0aEJGm2708w+L79N0LJeaYS2+ETcNMaMm9h+7CuOKYB4x3HCva+4xw6jrf/3f/+nLr30UnXffffp0ViMeDYWb775pr7qjOnK6NyzUGWxihDb++2332KjZ5A1nXqOHfOA0ubu+n2CoL54BedJQ7a3rSyLDiiOFabY48Fn/ATghmyHkJjgPKH6PC4VCgtWGMCFzU4d4+OBS63Z0M/Ib9dO4dnO5jFOpvpB6ghBaNtIDZBAUGV/GlXqL7Kg5BDTXPFgJYwSYqor7mdFhxH5++23ny4DYYSrm/DhvleMxkLQ8jsQOcTrVSCIWUChEXE1JPzZNi5/0LJIY2SmT58+tZ/LDZqdhgHOs33s5zy/kONsnObpi7i3FMcKAhLiEu97xVN9hw8fro9rrOC7wdTss846S4+wcsfe3BbKr/rHP/6RsmLFiptokb+Glmx56LvikwJv0q/3HlZ+rY35HtbnnntO3XDDDfVeawNjOM5+O8/0BclnzDw73wzNfGDnAXwfjOk348CVZ+dz6MqLNp/hdDT5dhhNPuA0n6+oWzCiit8K6iUuy+XYTJ8Zt30c2v5o8rziZppD2+8X98rj0PbHmseh7Q8aD5rHoR33yzPjdhrth99rbXA7C7VV+j2slKVfa0PL4bH0Tf5aG1zQvfde92ttjjnmGF1vYcYNnp5fvK2YxFZ7XeeX03ltEtrjAKAg75G9kN081uZTxMxzfZi9bC1WhmPZWtcunx/KCblrqJzrg+uDEq5NCa8qTJKuEz7+6GNVUV2lcsNt586dZWrm9BmqqHs3vRK0G2hn5bU2gtC2iFzTCK0GqrzPpAb6OTTSJpxGJ4FfvA0BBD/uZdWPsScfX+VkIYGOA0QqxKspWtkg0tCAY5QE6zI77Cb29jAuv19ZGBo0fg8r9gfGnWGOu/xmnunjtF9Z02/6TD+2C4ISHRwcJxxf3I8D8Tpy5Eh9HyqObVAwCo77jc877zz9aiJ08O3PxTS0ZcuWVZPQw4EfS/aJXjgOoO8KdQsM8zwDCdYbb7yx9hjxcWU4zn47z/QFyWfMPDvfDM18YOcBfC+M6TfjwJVn53Poyos2n+F0NPl2GE0+wDHB7wJ1BIQqfhfmOexa1vaZcdvHoe2PJs8rbqY5tP1+ca88Dm1/rHkc2v6g8aB5HNpxvzwzbqf9BCtea4QHB7JgpfJ4AnqzvYfVW7AWk2A9joRqmhasoGu3rqp3z1763LYJbSS2Q0fCjtA2hWJ1f2rLGPkc8SpX+ze8nybYdx3qvyHg4pKh7HCK/aH/Rsj5doj/9I8T+FvPF3LURcPxcJnw/5CjliSdl5ebp4o3rVWlJSW67sDr3GZ8/z0d5276OxXBKghtk1ALIiQEVIGfRQ3DM2gc0CFwgQ4B8tAQIA7xh1EtVPgwCFcWr2gIIIrQmcCoKgtXW7zySCwad54S6/X53IiauHzA9iMNgYNtNkcbEZpxOzTz7fKusrGUM/3YRghYiEwcG3Rk0AmCSNt33331fcJobP2444471D//+U/1l7/8JeypGxmGAXxPmDb81ltvLaPkYLJinREH0HeFEwBmCta+JFhvKioqGoaRfhlhrYvb+Ry68qLNZzgdTb4dRpPPvwnUEZiZgboB3zewy5pp22fGbR+Htj+aPK+4mebQ9vvFvfI4tP2x5nFo+4PGg+ZxaMf98sy4nQ4iWAcOHHjD6NGjW0Sw3nffnbpNM9shzBA47rjjdBk8LyKNzucq2uY99txTdaQ2k9s/htusFLKdWFfYb0bq7YhO1PlwxHbN56Aux9jEMOQwfIgapev+hp3uuLFt4eMYguJ1CS7Kf4y8cLouSgFFQv/D1MUAHrC0ZeMGtWbNSn3vKs6TnWU71ffTpqkuXYv08RTBKghtk1ALIiQE1Nk/hzqJT5oNLEClb4MGF9N60ZhiujAqfFT8XPlDDLEPIgKjhVgPlkHnE0KMBSsMgpV9/L5Q4PpsYG8j4/KzDyG2F/fUsjhAyB1jDiPFvdLR+oOUg7CGeMV9sHyMkEZHDQ9TgnjF/thgOjCWOfXUU3UHzv4cWFZWVvVdd92VvHjx4udokbNCS8YH9F3xFw+Fkk1pLVgffvjhm3mEFeeXCNZQ3M7n0JUXbT7D6Wjy7TBIPo4DznvUFRhVxfmLNJ+/ZllX2vaZcdvHoe2PJs8rbqY5tP1+ca88Dm1/rHkc2v6g8aB5HNpxvzwzbqf9BCumBEOw9uvX78Zx48a9SvXHKlpmMxXBnNtqitdrKJpKsGJ0D/UwbzsLVlzIXbp0ae0FGMwg4GcdmCB/5fIVagPtz15DBuvfALbJJLRmYtdIo+O75gCZUW2ZR+H67vopfFsQqqnURuI44VU2O+l8ICGqOpM4hU8EqyC0Tep6WEKrhyrzZLsxBPC5/AAdBDTCeAciHszED2nCA5pg/GochLjqDbGFBw/hYUx77rmnfpowHtCEBzUhDj+msKIhQaMOXJ+PDgB3Akxc/oaU5ThCl6AwywLb5xX3wyyH/cZIK0I0rPwQK3SEJk6cqN/3+uc//1k988wzuoMGcKzRQGM6MTpv6MxhHTCOg5UrV9bgKavEB9rRCvA6D4MeW5tYlwMNWbaheB0HP1rDvkKYYt9QV+DcxAgVOu0teayF1gudN0l0PumTh8PmwvuUDc1QMg1tnf20Wzy/ABd+cZ/rju3FWlDh4vAu5dhy2NyvfGkMy/azbD/L1vuY6WFZyLcsMzOLPhNP/c2ithcXrEKWVM+S6xny8R5WHFO016nh44tjLghC20YEa2Kh3wuBDqOrQ2z6zXwWcuhc4so27s2BaGLhivspEcc7XiGqcGUZggujYRCreA0OhJgpXGGI4wo6T/10bRc6smwmXj57lIZDU4wy9vIgyPJIm8vaaeBVhn1mHoN9h9jElXh0VHB8MMqKiwBTpkxRt956q7ryyivVNddco/NxBRkXE3D1HkLVNGzvnDlzkileSquOu9fZ0P7zF027rb90NicoEioWHNcxDkosy/L2Nffngpb4TBB0WZTDbxyzK1A/4PYB+Fy/S0EIQkPO28Zh13ofwIXzOpJBaOGC4z6jRqlLL/sV1R/VznKtweiXrJKqslRVZRK1YbhoGrLqylSVVJ1V+1s3De0abofZunmTykzPUJkZESw9U6VTHbJmzZra2wd4Xbi7taXPBkEQWhbpTSQQ1KGu932yCAgqBNDowCCIMH0VIyQQrPaoK9IYdYWQRccUV15xXymEK0ZdIVzZWMjiyb64wozpVsC1Tfz5Juyz/boRc/iB6UfIZRnOZ2PMOLDzTGNfkHW70oBHTHHlG8dn6NChWqjitTmXXHKJFqyYio3PgGhF5wcXCrAMLVtN3wFW9B1Z6OkfrRycE3xshNYDOuboYGKWBl6nhfMaPvkuhViJl3PH3o5QGvV+/RFWL8Po6rr1a6mtXEC/kfD9rI5y8WwQq3kdMtXuh2xThxzTRx13yhHq+FOOVseefKja76gOqu+o7SozO0cfG3M5CNZt1I845dRT1fk/v0Cde955/nb+ueqXv7pMHbD//mrjho16eV4XjrkgCG0bEawJBFXsmD7lFKkuv8sH0PBwQw2RhFfg4J4ec9SV3+uKEVeMvOKdihg5xFRgjK5CvPIoqyle8UodCDIIM3yG3+fzNjAuv5m246aY5DwzzbjiXNbMAy6/ywdMv8tM0OFHRx8dHEy57t69u26w8V46jFIjjQdhwYeyS5YsqV64cCEWfVevoHVQu9P2/gPsl9B6wO8LnUlc3MKoKkKk4ReEhmC2C1RX6IcswZClnc2Eq56CKyWl/miin6WnpesLtfzbaHWmMlS7whpVsMdUVbTnctV7yCayzaonhZ33XED+6SorO53KWcvR/qampoXaLH0Pcei2Fj+rrqmufV4GHy9MFRYEQZCaIIEgwegcYbWBDw2CmedVFuVgaEzwwKBly5ZpoQqRCvGKUVYYTxeGiMIThdHo4F5W3IfJo67mfa5I40mxEGEQaZE+34R9Xn4T02fn2XBZs5zps/26MTV8wFXOhNNczpXP4hXHgx/kgVFsjLjimGE0m4RsMl6VQ8fyG10gjqF9wk7qHbX3V2idYKQI5yguVGFkFecpOpiC0JhQHagJJ5sdV/0MUPfjfG8LlpxarapL89SOpSPU3Fkb1edfTVZTvvpEfTn1C7XkxypVvnIEfVGpVK7+McH9p3iC8tKly1RZSYkq2bHD10p3lKhi6jssWbpU38eKY83rklZDEAQRrAkEtev6oUtsjOmDcaNr+hiXD2AZGMQU7ktZvXq1Fqc8XRiiFUIWcQhX+FEGy2B0EKIVo64sXHnEFQIWwraoqEg/2AHgM7w+34Wdx0LS9LmW5TKusqYYNUOznInt9ypn4rcM4mYaxwSiAMcFYoGOWzIe1nTVVVc9+txzzz37wgsvnPXee+91DRdvcWg7eePNnaRd8j6GMsIa//DvAk8Kx6gq7rHG+ej1nQpCrITbAPyhaAg4mhPzvK6Lh9qHtmJp6Slq28YStXzqbmrFV/3Usq92I+utllO44qvd1fJvC9XO0h16JNVcrrq6Su3Wp4+aPnuueu3tCerd9z/2tXc++Ei9+Opbav3Gbapbt1BTxuuig6+PuyAIbRcRrIlFvSEOtO+uNt7l9/PZfjTcMNxPiXtY+SFNEKk84sqjsBCveF8dXnGBp+RCrGLUFWLVnC4M4YoQrzvBkxXRCfb7bO48mKFu2MKY5bgM4HJ2nuln7HzGjJtweTvf9tlxuzzjtQyOCe5pxTElkdeDjtVPyZ7Ztm3bzJdffvl14uKJEyfu+q6c5oc3GiGbE9d3zXgdnyA0ZNm2RKTjhHz8JvGbx73tuBiFCwwY/RCExsarLmhucN6bvw1sV1pa6FVwmPWSld12LC2jWqVlKpWemVRraRl0PDKSVHYOngxcvzyeEpxL/r69uqkOBbmqQ/sIRmUKO+Wr3j2L9BTq2uNLof4OpCoXhDaNVAEJBAm931LFfnc4uQuo9NHgopOJBgFP9NTTbYwGmQnqA9y5QD7Wi6cCQ3RCoPL7XPmdrpgCDB/KofOL97ZC9Jrvc+U4piBjBAflePQN04cxIovPYmOhidCMe5UxfZHSdjxSebucGXK8MfyufAgKNO4IidLCwsLPp0+f/vqll156b/jY7UXf99bS0tKVSDcldE7gZIFB0eRQGu9h7ffII4/cyO9h5adH47x49tln1T/+8Q99vy7OJ94vwCFgv5kPzHTQfIbTkfLtOHDlmWkObR9gfzT5gOPR5DNmOmg+6gj8/vj9y1yHcL5dPlLajLvSts+M2z4ObX80eV5xM82h7feLe+VxaPtjzePQ9geNB83j0I775ZlxO42Hx3m9hxWvRcLFzv79+98wduzYV6j8asreQlZOxvez1tIU72H9z3/uolSNKinBg9hDo32lpSXqoIMOUZVVVWr1ypUxX7Cp3XiO4NDU2yOwiyOOCH2XtZjbH87iEtod7iPULUbnQDjmAucHFsEpg/Z/MX0f3Xp01+eHvIdVENomMsKaQFDjrL9P3UiHzcT0oUEAkcqafpcPYF28PrwaB50NjLpixBWG0VZz1BWGe2ExSoiHCmF0lV+NYz+kCWlMKUYjhc4BpsWi0YLQ4c+FsXjzg/PN5cy0C7sch+bncRnTbD9j+oL6TWHqB08ZRvnVq1dn/fvf9xx63XXX3pOenvoH6oQ9Qf7pdOxmUvxlsgsyMzN7hxdtLvSJY58/AD58r5H2UWg+8F3gd4ZbADD9F6+8ArF20gXBD1fbgrqMaMFKoX69m5mRqWbPmatWr9+ialIzVVVyeq1VJ2eo6pSwUR7ytaXBspSqtWyVnB62jBwyM06WmaNSYBm5FOZpS82Ctau1tGzT8mvD9Jw6SzPMldY+vaxpdeut+8zQ5/O2YLuwjdpc2x/eN1qJ3t8k7LNOU5gaMhyX2mOlj19G6DgmpalKsvKaFApTqVyW3pbCLkXOdkMQhLaD9A4TiPz8/D9Q43p7OFkPbnRR6aMTSmJFj16awoux00w0fu58oHOLz4LgxJVQvhoK41FYvM+VBSkEL0ZXMZrDI60wjLxidAeGK654yjCWxboZbIcp7sy06UfcTkfKc/nNPJffzPMKOW76o8lDiOOGV+OkpKTqCwMTJrynpvxvsirbWa7S0jDy6n6VEKV3kH1B0XfIPigvL5+tMxoBWi+fFBjuzaY0Rlj7PvTQQzd369ZNj7DiHOAR1meeeUb97W9/06/3YeEKAxwC9pv5wEwHzWc4HSnfjgNXnpnm0PYB9keTDzgeTT5jpv3ycU7he4BIxe+PfWZ5jkebNuOutO0z47aPQ9sfTZ5X3ExzaPv94l55HNr+WPM4tP1B40HzOLTjfnlm3E7bI6yon3DO8fvAMcLar1+/G8eNG/cq5a2iZTbT4hVk1RSvV5k11Qgr6liM+NoX0xBLSq7bL/2P0jpPl6P6GaH+jz/6byhPJ0PL4D+2keOhZevnmz44ECAP+xXKqvPVUhs1fLWED50ZhI8TUhTVS/GxC/nCMfgQ1//r+3g7a6rJT9GQXxfQcZ0XDvHdaH943WY+LPQKoBT6HqntonUlJSXX5skIqyC0TWSENbGoN8Jqwj7bj0bG9nuVdfmAy4/1orGHH/da4mXg5kOaeNQVcbzTFaOuuC8O4LU3GHXFg5r43laMtLIPr31BB4KfUIoODoQPjMHncwNqhiz6OG3mcRxw2svPeMUBp/38Zp5dzsSVBx+exoxpwDNmzFA33niD+vOf/0999NFH+rjjPisWqy5o+Rw6FoeRoYH/Pj09/Quyf9BxHEXZjTWMtusJ44Hr3BKaF5xT+B3hYhZmSeDCEYQq/2YEoSmx6zlK41Vt2slh8xESYTj3uW7iNF61AhFVa1Za/16oLOKhkDY9bNoXUmGh0Iq78tmn10Mhtobjpq8GcWM5gHy2EOE8StfWuLX5oVD77fJh432yfaFDRGnse9in10mmX00Tjut02Bcqs6uhzsErcUKvtAn1UQRBaNugNhASB7QetaCSZ3OB11Lg6jEaD0wnxRRdu6xrefYFKQt040SG9fPTRSFYzenCMH5IE65u4/5ajMDiva2YLmy+GgdThQcPHqzvZcU9rRDD/B5IdBTQ4ebPNC0SKKM7I+GyZqg7IGH81uWVB78rz/Zz3Ks8ji8ac1xlxlMZP//8c3X11Vera665Rk2dOlUfDz3aSo29/VV4rROQP432cT8Kr6H1f5WRkfE92W1k4yg79PjmKKD11H46bTPibJ7gIoTQcuC84gtBeLAS6gfzIpAgNCV23eRVVzU32A7XtjT29pnr47jXZ3htj+nVaauc7bPzbTjfbz275IVDP1zrM0Eaba6rPyEIQttEBGsCQZV7Cip4NhPTZzYOEKx4ENJ+++2n7yeFcDUfcsQEWS/jVRafC8NnQJBidJRHWXnUFYY4hCvCtWvX6k4zpo7xq3Ew0sojrhCuELAQcBDDGBXasGGD/mx+zL752QzHEZoileHytp8x/a6ynDbXbaZ5u4BdjrH92B+IeHw3H3zwgZ5Ce8cdd+hjlZ2dpadJY1owH3cshmVd63X5geEbTPZHso9IBP9A9gjZCZTugMzGhs8X1zbFKw3Z1njaT5xjEKt4fzJ+P5h2j7R5jgpCS0O/mfoNSjPh+h14/X5dfva58uw20g+/dZvA5/KbmGXMsn4+YMaDEml5l8/VHgqC0LaRHkliUe/7ZBFgYvvQMEAA4R6QESNGqFGjRukpt2gsIFwhLm381uvlN8G6uTHCZ+B+JYyqeglXGEZQMfUX97tCrJqvxuE0DPe04CEx6HhDEGOUyBSujLkNAHFuJF15ZggQN9dplnE1tnYaePnYGNxTBaGK/XrllVfUlVf+RT3yyCNq2bKlJFJzVB4JVUyj4uPsWofLB/x87KdwN7Kfk70O8Urb8zwd07Moy3u+8a5gZbUfxOs2cZ0rQXCtKyixLtsSnwkasr2uZXExCPcPrlixQhviMqoqxAtUH+gnAsPYFQ6bDVy88frdefkjYS4XKW5/hsvv5fMyhuOmzwtXGdtntkGxgmXt9loQBEFqhcQi2dXpt31oEMyGBYIVI54w3PeIUcv9999fT8eF2INQREfWxvVZwOVnn+3H58MgjDHCg6mILFYR8nRhTB/Gva7w4TU4eNhS79699YgrjKcLYxQW24+H+mCbIXRhuI8WHXHsDz6PP9slLr1wlec0mwvbb6a94oAfVoUR46eeekqPqL744ot6BAz3rubm5lGp0P1GWNZeHnj5bD/7vPwM7W8RBWfQOfMMhYhHghavXYGO1iXr47o4IjQNOG/REce5hItFmE4vo6pCPIG2gs5HCqxGo5kx6yxX3eVVn7nwKhvNOmxc22bH2RgzzrDPDm2i9TOufC+f1EOCINhIrZBY1D4oB2283c7bPghVNA4IMdKJe0wh7PDAFXReIQAPOOAAPXKJ+yJRBiOWXuv18tu4/NgObrwwTRlTgfGQJghXvtd1wYIFOuRX4/CIEEZVMdpqvhoH4ZAhQ/R9rhCpuC8PHXM88RT7ZgpXL3ibzG0DdtoLvzLmOsxyiOOiAab3Qrw//PDD6qqr/q7effddffwhYLOzc8Kld/0Mc70M+4KUBS4/dyDw/YdH3jdRcqd2OqDv11wB4jrt+jzGda4IjQ/Of/xucH7hN4QLBfAJQjyB+gBtUygaQmc0I/hI1FmxCCi/us4P13LRrIvLIrSXM9NmuYbSGOtgcKwbc32CICQGIlgTCOp46ntYTZBmM+E0GgYWrCxaEUK4YsQTnVmMVuIe17333ls/Qh6iBeXCnYl6eH2Wn98G2wTD5+C+VLyzFUKVnzCMEVdOY7owhCxGiDDq2Ldv39rpwhh1Ne9zRT7eEYvlEQIIV7Mzwp8NM3H5GNPP5Uxjv6sh5jQEAy4K4Im/2K97771XXXfddeqzzz7TeZiyjTxgHzPzcxj2eflN/Mo6hKpOE3jFhKdgDVN/hbum6+E6F4TGAccW3yXOJfymcPEGv2/MOjDPf0GIBzzaBd/6oylp6G+kBTd9FxprW4KsJ9rPQnm5eCYIggvpqSQWuqZHY89m4vKhgYAIMcUqQjZMB0bHFn6MZI4cOVLf51pUFHqRN/wQrva6OW36gMvv8gFsGzoK8OP+TdyT6vdqHPj51Tjdu3evHXWFcIVBuELM4uFSELhYHiNMEGN4ui43lNzI8uebaVcccNrM55DjgNPsw/ohpCEcvvvuO3XbbbfpBykhjpFW3LuakRF61ywfH3sdTCS/SaSy3EHjc8IxJRwjrOWhaONgf/9C44HzC98lLv7gd4TfrHQMhVYCVUlWRdWMmPVhvNZRLXh4GhWzvRUEQTARwZpY6HtYTZC2fWgQ2IcGAp1XCFMIE5excMVUYYy8YrRv+PDhetQV95FiHSjnEq7A5QN+ZW0/thmGz8E9rEuWLKk3XZhHXXm6MB66BJGLEWGIVfPpwohDvOLhUlgfRDDKY98w4hr0oTPYHrOBNUOOAzsNIBYwvRf7OXnyZPWvf/1LPfjgg3o/2rXLUx1ou7Et5rFwrYd9Xn6TSGXNPP7OIVTt7yIMRlh3vbHZH1qV+/sFrhF7E3u7E5nG2lecnzDcB41RVfyGcX63pWMptA486gU6VeudrM1+4mKbzHo+Flz1XWPS1Ot3EeQzo90uqZcEQfBCBGtioZUWGgm7oXD5uHGAUGBxCoNY8TLk4+FM6PjioUAQfrjPFWIQT7NFPkZs/bbBy2/j8mObYdhmbAPuTYXI41FXFq6IY7ow4pj+ixFUfkgTHsyE7TXvc0WHBCIYy2P0FZ16CEYbfDbK2rgaWpcP64RQhRh8//331c0336yeeeYZPepVUJCvXzGEV9NUh/eb99eEfV5+E5cP2H6OY7QZ9xAjdH0nBmvJKkJRT3gFCLX5rdMvz7UPQYl1WfsYRUNLbC8wl+VRVTx0DOcXjq+MqgrxDJ+/CMOmHXTuJsF0ZgvAF36iwa8+88O1XDTr4rIIzeU4beabYVBc5aNdB2Muh69a6idBELwQwZpAUOVf7/tEY2A3JJzmDgEaYXRqWaSwKHUZ5yGEYUQS4g7rwROFIVyHDh2qHxiEfBY9XtsRxAe8/OG+jBZ//Gocc7owC1eMuPKrcbD9mBKMUVe+1xXiFcIVQhbTcDFNGOvBOnF8IMTthhR+/nwOAeJ2GmAdmPqLhz699tpr6pZbblFvvPGGFt0YBcbUX/vVNCb2ehmX389n+3k/+PtE6DrWDnATsOeQKK2TV0Kr0ytkc4JtQLGAny34gO8U5ytmImD2AC4wyaiqEO/Y5yenqU6IixPXS0xFU2d5lW1IvcfLmuuw4/b67TRgnx0GJVL5SPmotwRBELyQGiKx0A9dshsG28figOMQlujcQkxB/LEghZmClcWqncYyuM8V00d79OihX4mzzz77qE6dOmlfEOFq+l0+4OXHPsDwWdgH+9U4MB6FhXhFHK/zgDjdbbfdap8ubN7nive9QrBC6GJ9GDXGiDI6/vz53KFiXGk8KAkPU1qzZo169tln1a233qo++ugjvb6OHTro0VaUwzpdy3v5GlrWFKqYOo3QPq4RWBUOG41IU4KFyJijqph9AGTUQhAajnmRkrHrzKB1qFkuUtxep5cf2Mt7GcNx0+eFq4zt4+MTZH02IlgFQfBDaojEorZnigaDjTHTHKKBYcMoK54gagpXHnVlY5Fqpk3hihFDhBCreEDTvvvuq7p166Y/D+V4G9hM/HxBymIf0OjBj9FCiER+SBPMni4MHzr1EEpdu3bVohWjrPywJoy64uFNGKFCeawL+2YLV8DHEGAbIIZRDqO+TzzxhLrrrrvU1KlTVUZGuj42GIWmBZz7wOth2BfE7/IB9nGnAN8XhCp/JzHQIMFqbx+IcTsEAt8rj6rKvapCIkHnsK4YwmGLVRJcd0ZbTzVWvea3HjMP8UifaZaxlzVDYMYZl8+LIOvCsZW6ShAEP0SwJhAkvHZ5rQ2Az+U3QWPBjQaEKzq+GIWE8INohbEwZZHqlWbhCqGHabB4Hc6BBx5Ye68oyvFommvbvLY3mrLYDxi2h1+NA6HKo64sXiFaWYxilBgPlMJ2YpQV4hWGac7wYVQU5fFEYoh63BeLqb74HGwD9g1CFEJh1qxZ+h2qeJDSzJkz9Uhq586dVVZWti5rjibytpqwz8tv4+WzjYUqvqMGjmjiHtZA0Odi47SFom68vkvBHx5VxT3YmM6OYyijqkJrJ1wf6AqB6o0WrxhQd/HvKrxtOh4UV3mzPjTzOW6HjOl3xQGnXcZ4xRn22SFw+YCddmGWwTHgiwGCIAheSC2RWOjvE40Bmwn70ECYedxocohGGXGIGog9GEQOj7aaApVFKpudxnIQr3jYEEYtDzroIC0CMfqIspjGC/y218tv4lWWG0OIMwhoPHwG722F8DTFK4+6IsTILJbB6CqLVoy6Yrow4rjnlPcLghWv+MErf/DZX3/9tbr//vv1g5QgIFAWeSiHbUAZbBObicsHgpZln+nnNL477D8uRjRQqAI8bCnoCKu5kbQpu263iV+eUB+co/it4gnAOKdlVFVIJMJ1OQVWpd5C4HcVVFj5bXKk3Qm6rFc5+E0z4bSd54qbPhOXHz673nGt04R9WE7qLEEQIiGCNbHwfK2Nyw+4oXA1GGic4WfhilFXc8TVFKm22X4IJTygCWC0EiOueDUOHjaEslgf8NteL1+QsoD3EduDTj5eZQOBCvFqjrryq3EgOLHduJ8Vr8OBYMUU5yOPPFIdc8wx+j5dCFKMtn777bfqvvvu0w9UwlOJ8bRfPNwJQt0WqiZ+voaUxXcHw3GFkMH3hhHiRmILGV5r4wntLzaIN4rj9TfSwN7+aGnI8i2xLJZryLI4r/Dd4hyVe1WFRIfqE0042SLg4/Ebc4lW5PHmmZtp+1x5+D375XuFwPSx2dh5Zhnb71WGQzvf9Lnwy2OCXgQQBKFtIzVFYqF7rNyI2I0Fp80G0uw4c9z2sfhxjbjCWKCaZvs4DQGIqbdYDve24l2uo0aN0tNlMdqKMrxtXvsQ1O/yAd4/fB62BdMoIVbNUVdzujB8EKUYKcV9rZjiDOGKqcJYD8Tqd999p9/rin3BaCzuYYVAdI1m8ufDGJcPuPwuH0Aa3xNCHEcIVXxPjShUmQ1km0LRxgXHy94voQ58vxhFxW+Qp7HLqKqQaFh1tk7QOR71SY71pJLIxMPvcJGH14swhX5LmZn1/ZHA7w9l0Y6hPYSZ8ZDtVGXU3iGOds9lyK9NlxsXeHU85DfbTa+wooLa13C8nOJoV3U8bBW6TKid1nHDQssjDyHHOR2Kc5m6sqH8ytp4hY6jLdU+KmeGptWuIxzCV01tU1VVaNlaqzRMpyv1cRcEoW0jtUACQQ3pLvewBm2IXXD/gEN7qjBGXDHNFI0PGiM0orbBz2amsQ4e+cNoJB7QhNfiQPQBlGWxh31w7YfXvnmVtf3YF943dDowMooH1kCgwnjEFSGmCWOfsa/YXgChunbtWnXIIYeoCy+8UI+84t5XjMbiNT+YUox7eLmT49ou/nwTc7tM/MqyUMX2sVBFQ99EYDpwzCrYdRyEyECY4jvFqCruycbvAz5BSHCoanNUfgFAm7Vl61Zdn69bt7729wL/9pIdasGCeWrNujWBf0f4zeGp7wP6D9Azhfr26aP69UXYV9f3uAjbrVtX1a2oqPZWkc6dw1bYWc+6wUP3OnXsqDp27ERtSUfVoX1H1Z7C9tSutG/fQeUXtCcrUO3y87Xl5bXTlpubpy0nJ1dbVnYOCXEyCjNJkEN8Z5BlZmRqyyBLJ0tLzyBLD4chS0WYBkunfad0KuVTPGScl6HSOQwvl55O64Rh3ZQOfQZ9Lj4nHE8jS8eFAPgpRDw9M5u2MYfS2SqDQsQzs3N1mJ5O+bwcWU5uvsrObkf7laeyc9tp32Zqe5NjOwUEQUgQpAZIINLT058i4fIzFgSuNh4+TGOFsIGo4SmrgJcLEsJ4OTx8CI047ktFRyCooZNgpnGfJ9aF7UKHHCOfEJJczsRr31xEU5b3DZ+H/YHgRCcE04EhRHv16qXTM2bMUFOmTFEnnnii7oBgezHNGA+qgmH6Mwwjs0gjhLiHWAd+n2/j8tng+8SxQtgMPE12TijqhrYZOwjDF5dN6S4U9nv44Ydv6tq16zAcRzzgCt8tzke88ufSSy/Vo9f8XfMxQmgeL05Hk2+HXnEOTT/wyrPL2PnATAfNZxDHxQgcJ5xDq1ev1t8x0lzWXMYVj7e0GXelbZ8Zt30c2v5o8rziZppD2+8X98rj0PbHmseh7Q8aD5rHoR33yzPjdhoXX/AaNNSnfHENbQrqMX6lGInCG8eNG/cq1R+raBnchoAKrpri9SrF55579YnDDjv0nLKykqTcHBJr6dSuUb2Zk5ur7n/scfWH31+uTj/7LPXQnXeptes2qBwSeW+8+6765e9/ow4/fLz67333q00bt2DjdDuEC5f/+c+d9NsLXaRl0DbR9tS+r5un5pfuKCGB2kUlmSOBtIX1a+6QI+QL/w0XoFantjMGH9xIw19b/RvtgI7SIdCesLsuHnYQoUXq0iC8VNidVC/NJUNh+C87w3A6tJz5PAxjWwmz3dJldZMQ9iEZihEcS9KzgTZvXK8Fu/YkJ6mdpWVq1vTvVdfu3fT5gQcYhi4EdNYh2g+0JWiHp02bdsUpp5xyJ31nDX5QgyAI8UVdTSy0ekjsPUed2zPNhgKYDS7iLFgxuomOL8rzMmbo8pkhGg8uh/VAtEJwIg5DRxviA3GEMPbZftOwDn4oEx6ShHdKYuoj8rCMiblvJi5/NGUB7xtE6+67764FK15/g4Zx8uTJesrwaaedpo8nGlF0YtDxglDFaCwLVwgNhCxcEccIMxpnfLbf59uwj5eDAOb7ipuRG8n+Foq6oe3kncIXxoK170MPPXQzdVA9BeuwYcNqv2M+LvYx4nQ0+XboFefQ9AOvPLuMnQ/MdNB8BscC5wlG8nFO8e8HcFlzGVc83tJm3JW2fWbc9nFo+6PJ84qbaQ5tv1/cK49D2x9rHoe2P2g8aB6Hdtwvz4zb6SCCtX///jeNGTPmVcrCjdpbaDlc8YtKsN77yKPqd5f9Rv30/HPVo3f/u1awvv7OO+qS31ymjjjicPXUAw8GEqwlEKyHHqqWk1hdtHChLrt2zRp18UUXqdFjx6qaatqsuuK7Eq6/zY3X8fAfjtfm15YPOdkfLhnKDvu5bXCF4aheDnFeHoHON/N0FuKIJOnjGEqHy4YK6DR2V+dxfsgRTsMR8sODLP6sWj/9oV4EPPqwZeXkqndfe1nN+PZLVdChgy6DKc+Y/dSD2gxMIRbBKghtE7+qVWhlpKWlvUQV9amIm42sCfyY0srTctH5rWuAwo1MGDNtl4GxgMRVZnSkuQw+A34YygQ1szzWx8IVHXY0WBCuGMUE+Ex7H/322SaasuhEYTtw3NAw4tU1mA6MY4gRVjw4CoZ8GAQu1oOr8RCpEBosVE3hCkMZFpte28THFXAZvuDAI7bNzK/I7g9FvaHtxsZimno2hSxYb3EJ1ueee05dcsklIliNfBwHXKjBRRt8z0h7lbV9Zjze0mbclbZ9Ztz2cWj7o8nziptpDm2/X9wrj0PbH2seh7Y/aDxoHod23C/PjNvpSIIVD77r169fgwXrfY8+pn7729+rs8/9mXrYGmG9+He/UUcdPl498Z/gI6yHkmDlh/ahHSorLVMjRgxXlbTtVeH9aDC1H0mR2j2tt8v12CUnssNnbUQUmZziTfZc1MwwCptuHPstW7eppYsWqsysTH3sUfetWrFCde3eXUZYBaENI/ewJhBmIw6RYwodwGlugO0QmHFgprE8hCQaFYymwhA3xSpAXE+Too4HzHU/q8u4HJeFoEaHHWncD4QHNO2///56lBMNF/z255ppxuWPpiz2D58F4YBO1NSpU3WHCkIaD77BPa780CZ+SBMENgQ37snF63xgPEo7cOBAHYf17dtXN7x4KAjAfvE28HbgO8A2wNCxwzGB2MUxaiFWh8NGxz72Nvb5GZRYlwMN+cxYlsUFG4Cn/6JTjN8Si3hBaAs05PfaHHB9nJIKQUsV4urV+h5L/s032Gr/4ViwUTtgW3LIUrTR9rCl2Oa4QOxntF/eFroYzZYWNju9i6XVWTqltVE8w7DUlCRVUVaqkmmbcWEY25mchG5qfJ8PgiA0PSJYEwhq0P5CHf5/k+0Iu5zix8RMc9z0YTmkcSUZU15hEKlomDif1+0CAssUrRChHHeZLWA55Ac04WoqHtCE97lC7AGeXsvwNtnb5eeLVBbHQHdQqAFl8Jn8kCbXq3EgXjEqjO3H1V+IVQhXPEUYopUNaTykCSMNGJ3FsdYNNX0ewGezUMXoLNbXwgR9B6tN7YllnmMm9vfQluDfGUZx8F5VXPQwzwNBaCtYda9OhMO4qCDwuwxZ6NaXvHbt9H2XGOlrSuMHMdVaO9PatRrD8XIZ9iOL+hj4/jt3LtRlRasKggCkJ5RAkJBZVFFR8TuyEVTh309WGs7SoBHgjgCHjCkgkIc0GmSIU4z+IUSa83l5czkTzscy6ISjUeepXrgfD51xpE2ByuLUz/DgIgg3TNHFa2VGjx6tRSC2D8KVp5Yx5rYy7Avid/kwCgqwb/g8jHYuX768dpSVhSunf/jhBx3H1GAcy912201v85577qkFK4+64r202B9MOcOTh/EAIghdCBgsi/2LA3AxZGMoGgw6R3CS6BPF63xp6+D3AcPTqDFqj+8avxtBaKuE610N1Rv1K+sWJXTxkg11WjbV6xgR5JlHYrEZLthmZmbQEcYtEWmqa9duoTZDmg1BaPOIYE1M5pFo/RVV9PuQuHqU2vt6c0dZNKCxBZwGEGF87yiMO820jnqizcRcHiCN5SAiEYfIhKjD/Uq//e1v1VNPPaVOP/10LcQwlYrvxTSFqS1kzXzEsQzuB8U+QOyxwEODx2VMvLbfz2/DPlOwYv/4OGKbWHBAqMJ4xBWjsBhxxcgrpnpidBbTnDEtGK/Cwftbx44dq8aPH6+OPfZYLVzxmgSMaPOFgjgBYjV0I3EwzJODDhd1RazzxSZSfqKB2Qo4XzFaj2nnfE65zkFBaGPgR9DoPwT8vtLRtsX4G8PyqJe5DcCFyDwSrBCtYg0zvCIHT1tGO9uhQ3uVS0KWH+YkCELbRQRrAkOd4NmVlZUXUXQkVf5PktWbS8odYjS4LFQhNO3pvsj3ExFchteB5TF6ive0oiHHg4kgUvEamFtuuUWdfPLJ6uGHH1YffPCBOuOMM/RoEkQcC1cYi1NTpLrSWAYjrhCAvXv3VgcffLDad9999fvucO8fypgdf94nG5effbafpx/booKPE7YNU3fxqhsWq+aoK0QrRl0x7RNiHlOB8bAhjLDiPl0IVYh5NNg4nnEGBOv2UNQbOi71hKphvtjHOpHB+YPfCn4nOC8w7R1pv9+aILQVjLogieKacLpB4HdXQu3TitWrSRhFfzEQP0+sQ4tWsqSkZN3OuUYMxaKzXD3CmqnvzwXojxR27kxtbiM9zEoQhFaLCNY2AAm3GSRczyOhdQAJoGnc7kNgokFgkcodZa9+gdmR5jJotLE8hBUEIqauIsTDke666y79+penn35anXLKKfrqqcmIESPUo48+qj766CN1zjnnaKGHESaINcRNY5HqSiMOgQzhihAPMcLnH3jggfqhRxB+EMUIGWw/m0kkP8cBjoerLPwwfB4EKUaRIU4hXGEsXBGHqIVgwdRiPGEYyy1ZskSLFxieRol1xBG4fzXoExidyss+Xo2JeY42J9F+Ln57uPCBe5xxDuBcgU8QhF3qCEwJ1oTTDSIzI0PNXTBf3fbAfSotKzPsjQ78Vtnw0CN9j6m+B1OsIZaf3y70lH39MKnQQwY7duyosrJC97UKgtB2EcHaBiCxOGj8+PFXHnTQQbf16dOnL64G83Rfsw8QpD+AMmhIIHAhUtHRxtRciEXci/m3v/1Nffjhh2rChAnqF7/4hRaMkRgyZIh68MEH1aRJk9TPf/5z3UhhxJWFKwSpbSxWbUMehB5EHhrAffbZR0+vxbahcwHhyiOkDItOu0F0+TnNx4Hz2M9pho8ptgviE2IUQhXThTF1GFOIcU8vQryI/r333tOvzOHpwxA0ptCOAyBYY+050OGpO14u4A9yHjY2DfnMaJZFWfx2cI7iogUu8CCNc0kQhBDGbwqRJqkQYq3EaOP07xWGNgV11mKq1yupXUHbVVlhGXyNbHh9TmCrclmV0/Ce06it2suqPa3Gw7C9ixYu0MeVyS/IV8N/MkJfCBcEoe3SJA2B0PJcd911/TZv3nw0iclTqHN8IFX2qRCAMIxCwjCdFkIKDZXZ6XaJCeTD0EijwYEgxHJ4gNBhhx2mTjjhBC0MIYIbCgTdAw88oF588UU9+ogrrBDYfEU7WsO9tFge+4yHI0EEQjAgz2t7zeNhgmUg0LHveGKxn8Dy8uP44Thim/CkYzwlGNOZ4fv000/1PmM7IWRRNs64muzaUNQbOi6885hfnk1pfg/rza73sD7//PPq4osv1g+jwtQw7DcfP4RmnEM7zmngymdcea589kXK88q3/Th3AL5XGHd4zbKuuMtnxl0+Mx5vaTPuSts+M277OLT90eR5xc00h7bfL+6Vx6HtjzWPQ9sfNB40j0M77pdnxu00hJffe1hx0a5fv343jhs37lWqP3ChrFHew1pcvEPNmP2jOuOSn1M7tkMdetCBUb2HFc8ZwPaiHUEeZvSkp6VTm1AZfgVL/fYzkDCmQlyuhmO1C+JCaDiqCZcwfPDYzXaoTMhZm0URs33fpQzydQqEEqG0+Zn4LBwTzgn9CZfQCXNb+PPq+UIL1APHcieJUv2AR0Xiv6JcX3RGW7t0yVI9jRsLwSfvYRWEtkddTSy0el544YXuJCSPDIvU0SRSsyEsIc5YpHoZrl6iYTEbZ4A0OtYAAhcjlGgYMN0W03whVjGVtSlAp+H+++/XYgYdGDRMeAgRd/Rtg/jhOMqYaRhGhCESsa8Y0cQ7LjHChX20R5tNTD/ieIAU1oeG02z8gyxvgs4ZtrGgoEA3vBDCGHXF94FGOk65gOy/oag3dFx4p6HScijdmUII1lv8BCuenIyp44kmWHF+4beDCxH4TfL5Zpd1xV0+M+7ymfF4S5txV9r2mXHbx6HtjybPK26mObT9fnGvPA5tf6x5HNr+oPGgeRzacb88M26ngwjW/v373zRmzJhXKWslWdwIVmwnBCu3LXh2Aqaywm+C9gH5yWSuEcLa5iMcqRV9FNTtYChhpmvjhj8Uhhw6Hg7NNgqfwyn4Q1mmT/8NxznUQV1ZDhEgVlvOCo0/cIW8BOLkCKVrvRq8Jqh462a1cO5sncZyZXQ+fD9tmurZu5c+viJYBaFtUlcTC62Wd95555SePXv+dO7cuYdSw1+ADjHEDwSmKUptQwfaTJujrSxS4UMjjWnEuOf0pJNOUkcffXTtO1CbA9zjh4c04cFNuB+UhSt3FiKZLVyRxv6g0cQ0XQhXHs2EkOB9t8FxgUHkolNjCysTlw/YfmwDrwNCOI6FKnMk2fuhqD+0b9jZFAqzKeQRVl/BitFmvqrOxwqhGefQjnMauPIZV54rn32R8rzyYTiXYBg1x/3Z+K6xz7yMWdZMm3GXz4y7fGY83tJm3JW2fWbc9nFo+6PJ84qbaQ5tv1/cK49D2x9rHoe2P2g8aB6Hdtwvz4zbaT/Bino5PMIal4IVPrRL+C2jDsc2Y9ttcC/m9m24YFymOhV2CnuDU/fJYeo5QgkciF3K8dGplxFy0tHXoRNHVn2XfwGfNXtgL1Gjj3k6fQcATwtmwdq5SxEdaxGsgtBWkRunEoAbb7zxhI8++uiU7t27F2A6JUQXxBSu+LKhkrcNlTxGRzHCBwHHwg4NL8QT7kvt06ePuuKKK/QTffFwpF//+tfNKlYBxM11112nnzL817/+VU8Zxf2e2D7XPawun2kQ6jzqjEYOT+bFa3EwvRm47nMF6JjAjxDHCSH7Oc64fMD2o+ODdXmJ5DgDnYDVoWjT4DpmrRX+LeG+ZYzGYN/gEwTBG1MgmpA/DiqH0CbwhSgYftNob9GemoY2tkvnLmrrlq1q2jdfq07U1rI/qOXZlmdaqG3PR/tuWV5+2NqZlk/l81UuLbur5YUsd1fL0eYop+O5+qJATk7Isi3DMvhc219nOfWN1oX1cpuIpzCnpKBtxDmROG2DIAjRI4I1ASAh99fLL7988t///nc9qgqRCRFqCtXaxo0aTLzyBUINwhbCFNNjMQKEkUMYlv3Zz36m7yH93//+p66//no1cuTI8Ke1HHjdy9VXX62F6z/+8Q+9nZhiidFkU6yyMLUFK6dNH4QrDB0OjCDjXagY5cP0YQhXXPlnEYWOFF9FdwlMFqMox3HGjANXvusKfZyxmWx9KBoTtT1Rr05pIoB9w8UfzHTA/dj4bfEUYEEQ/OG6ketE+t3gKcFcWdavSBsZrBx1e0Z66NVuNlxlQ1DZxgLWNFwUHTNurPq/K69UyVQneC3bEMN0Y9tSkl0WEn9uo3wfQ91VXZGqKnbWqJ1l1HaWo/0sV5XlyaqmErOSQhdeTUMdiGnQa6l/UVleoSoiGZUtKylTa1ev0ceO16NHuem4Se0pCG0bEayJwQqy0R9//PEfL7744i2vvvqqFqUQeHzlF1Nnunbtqu/hxBN4v/76azV16lQ97QqiDw0Dpjrhab0QhA899JCe+ovy8UZRUZGCOMd23nDDDfqhTBhxhfi2BakpVE2f6YdhqheELxrZQYMGaeG6995769FcLmuKSjTgZsfK9EEAQ+xiOcR5eqtZluE0j9zGORCsW0LRwNCua6WmLRT1JsgxiLQOL7BcUy/LHVVMXcdTgHHeQKwKghA99JujKqFhFaNePGD9ClFXvKNEzVmwlFL4zYf89amb6u9nLNowvRltLAQZ0q6y8WzY36zcLNV1jwq1x/Auap9R+6p9Ru6nRowcofoNy1Wd+1Wp9PRsfazM5dLS09SG9Rv0cy7O/tnZ6qyzfupvP/2puvDCC/UFYxwzPlb4TgRBEKQmSBzQGt9BAmnU3Xff/dof/vAHPRUR03chWHG/zdtvv62effZZ9e6776oZM2ZokYbXvtx00036lTKvvfaaOu+887TYbQ1glPhPf/qT+uKLL9S//vUvLcohxl3C1ZXmuOnDCDWEKwQkjt2YMWPUvvvuqz8LHQ7k454ZNKZmBwhxLINjinuy8PAgNLx4rQ98yGNQlo3he7jiHEwHLgtF/aF9M7t6iOt0JOFnHpPWBs4JfI945y7OQ+64CYIQPeG6IPQnDOIxkZykaqox+yWc9iA1JVlt27ZDzfxxYbieci+ghVR4BDCSoV5AiAtXdl5rsOSadNW+a7XqO+Zbte9RSh1+Ui91xMl91GEndlf7HF6sdjvoe5WVl05HylouObTPuO2oho5lVXV1REtJTVFdiorwhdceN4wYC4IgSG8q8ZhPdvL06dPP/P3vf7/1rrvuUrfeeqsiEavvQ8XID95JivtSIVzxGhXEd99999DSrRBMDaZ9VV9++aW6/fbb9YM8IBgwvdklVF1i1c7DCCmEK+IQoAcddJAWrrjfFa/v4anCbOjcYPoXPruIyqdQPIXWUUgiGiPdELooY/e5eFlT0MYxEKzRdBrt3l6E7mLrBN8fOle4UIIpwLi3WqYAC0LjQr+nqH9QpVTvHnf4ePXxBxPUn377G/ptbseKwrm7gsoN01vT09O8ayvy88WotmApqbTLlXmqdH1XNWfBDPXZ9CfVZ98/pj6f8bxatGS5qtjcW6UmpZO4rL9cGtWJ5RUVul5MJyGKiwFBbOPG9SRS649EC4IgSE2QYPTq1asvCaTfUXh+fn5+BkZNv/nmGz1qev755+unseK+1FtuuUW/miaRwD26v/nNb/RU4XvuuUffy4sns9rCleO2mcIVob6nhkQnBAhGSXEMMXKKBhh5JhCwuO8V05Mri4vVtpEjVfHQoTrevkMHLWhYlLLIZRBvJYIV70JsMLZob81gBAD9aExJx5NFcR7guxYEIXbsOiIWsQrwe+xM9fYB++6nduvZSwuomFZkgOXNkcREt9T0ZLVtQ7la/eU+avnnQ9XiKf3VIrLFUwaoFV/so1Z9vYd+km9qWv2n8ddUV6sedMy/+HqaemfCh2rCxE987f0PP1Evv/62Wrh0lerWvbs+1ryu0Nff0G9OEITWjAjWBKBHjx4dyM4iofomCZ+ZJLLuWrdu3ZHU6GfiPtRHH31Ui9THH39cnXjiifq+1kQG953+4he/0MIV9+RiRBnCFQ+/MYWpyzjfDDmOh+hAvGLkFZidKtzbilG1ZGpYk6j8optvVqsuu0yl0DK4QowG136oEpZnayWCFfdKNwTa1dAx47A1g+8bFzTmzZunH1yGjpWMBghCw0F9GdaoFIQiYaJSLVgU9S7q8ErUsfVWFRuYopqRmUmWEaNh2dZjeINAenoqHcOdqrKiUlVVVNcaHpZUWVmuMjLSVSaVM/czDRdwOxSo3r16qBQ9ao13oXtbWhod1/Q01a9vb5WTRZ+dET5WFOqvreFfnSAIrRipAlopo0ePTl28ePEYEjpnUPKYioqKrhBU6DTvtddeWpgee+yxavDgwaEF2jAYDX3ppZfUvffeq0eb8SApTCPme2S8DPkQIGYcjfePP/6opxxDsDAQnCiHqdXVJGJ2DBmiUkjcZi9frnaSOIOoMR9gZfbBIN4watsKRNxZZM+Fov7QvvAOYrgxm9J4D2ufSO9hxcUFpHE8+Rgh9IpzaPqBmfbK59CVZ/rsfJwH2G6M3ONhKthWpM3lzGVc8UhpM+7ymXGXz4zHW9qMu9K2z4zbPg5tfzR5XnEzzaHt94t75XFo+2PN49D2B40HzePQjvvlmXE7jdFPr/ewrl+/Xj8QsH///jeNHTv2Fao/MLsj6vewgvIKPJuglD4YU05TydLU9B9mO9/DigcFrd+4Vb3y5ntq8dypKpmWMcGtHfqWEBLAy5ev0KOKsRA6ErHT3C0FtjfWz9Ttmv4uguw1lbPOlZ3Unv7www+qG50rOD/w1gN5D6sgtD1kOKCV0b1792E9e/a8bsGCBd+Xl5dP3Lp160XUce6Kyhod/jfffFOPpv7lL38RsRoGwvKss85SkydPVk8++aR++u/atWt1p4hHVr3MHGFFiBE11/2oECzwYwQ2NTdX5U2bprKXLlWpOTn6s1CWG2GANC+PRthcVxwTeISV9pV3iHZN75znDprHhXH5gtKUy+KiBMB7VTEFGN8dvntBEBoX/i1S9RHzDxrv9nztnffUyP0PVDfcfrvKJ7HTkLo2MzND/Th3vlq8cp0qrUhSxaVVUdvWkgq1eXt5yHZQ3LAtHFIZxLeUVIaN46E8rGMrpevC4LYtbHbc20LbgnBbaaVzn/xse1m12r6zhgxhJKNyVN5cvrQySRW079ha2khBEJoIEaytgK5du/bq0aPHr0msfkYd5O+Ki4v/vmHDhkG4Z/L4449XTzzxhJ7+igcs4am20oF2A7Fx5pln6gdNPfPMM/rdsqZwZXFqilTT4IMoRdzoTNUapi7hycybNmxQVVlZqjw5WS1ZvFiPxGFk1kuYtpLpwBjZ2BCKNh62QGzJTkkksYoLH/j+8WCldevW6d+ZTAEWhPgFv+kdpaVq7ao1asu2bQ3+veLJt9u3bVUlxZtVZcV2VbkzFitWJds3qW1b1qltm9fqsBi2db227Vs3hGwbQqTrfDu2bTRsgyrZtom2ZaNhSJPR+mvjlu1ASPmlKBM2xNnM9fFnoUx56TbHvjStVdCxqq4sVbl5OS3aNgiC0PJIbytO6dixYx4J1FNJqL5Eje7M0tLSezZu3HgwiabkUaNGqTvuuEOPGEJ4nXbaaXqKqxAMdGJOPfVU9fHHH6uXX35ZP3wK732DeMUIqilQbYNgQWiDxpSnDmPkDdOGYbhvFmLVbGwRZwOtRLDiHaxrQ9GmI5JobAl4WjjOD0ztxpRFczq4IAhNB9UJuqIMh1GrFi1SM9J13WzWw7FTo8p3luqpqjt3Rm+471PXcrQtFdSW7KT6hA0PLyorLdFPN4aF0iHbWUZpy4eyu6a5XMh2lmHZ+lZ/mfpWtx2ltJ9lqqqyUj9ACWG5bhvd+9UkhmNMZt4iIghC20QEa3yRTAL1EBKq92ZmZs6qqKh4adOmTadu3bq1Hd4J+uc//1m/mub9999Xv/rVr/BE4PBiQqwcd9xx+njiacpjx47VAhOjZ6ZwNQUsBCtGStF42sITIYQNHvqEECOuEKucZ5ZlkG4lgnU92bZQNGZqexzoRLo6IPbxaWnQycX3jYsQmAYM8N0KgtC0hOtLDYvWxgD1Du6Z3VGyowEiqGHiCZ+LGVJoH/TFL0rzDBwYw+mQKX1frulDGsuxmXm1ZXzynBb+bNRz2DaYzCQRBKGlkVooDiDhuVe3bt2uIqH6LTWknxYXF19GwqkXHiZwwQUXqFdeeUXfl/rPf/5TjRgxIryU0JgceeSR6p133tH3AB9++OH6IUg84mqOsGJ0jRt/E27sOY87Qn5lmVYiWDG6GsuG0qHQB0Obl1CNN7CN6KjRb7F2pBzitTVsuyAkAuE6En8oGgKOhlJeUamKOheqI0aPVZXl9V9P1tygPtRPwyVD/QKwmy6ByT6EtpllzLRprvIuP7aJhapcnBMEIV4QwdpCkEjt2qNHj4vIJlZUVEwnIXTthg0b9kYDAcH0yCOP6PtS8WTbI444Ql+NFZqe8ePHq9dff12L16OOOko/RAliBWIVo6wQsAw3+DZePtuPNHcSWgHLyQJvKO2TqexYsGrBF++iDx02GJ4EjftV8b2j8yYIQvPQlHUi6vLePXupM088WVWV7wx7mx/sI+8nxCqeIg/hyiIRbQMuZpqC0jZehyvPy7g8rxtp1Mn4XPQzYCJUBUGIN0SwNiNdunTJ6dat27Hdu3d/urKychaJn4dJDB1GYeqwYcPULbfcoh8IhFewnH322biPNbyk0Nzg4VWvvvqq+uqrr3Qc717lacE23GkwYZ+XH6CTwJ2IVsDKcBgNtjJtNKXaENHrtyyEKV6DNH/+fLVixQotXKXzJggtD/1uG6X+wFpCU4JLQolmxtUuMCxcYaiLUP+gLLcTtkUStC7jZXA4eTTVS6j6basgCEJzIoK1GSCBuh8J1TupMZpOjcVbW7ZsOZsEUIcePXqoyy+/XE2YMEFNmjRJ/e53v1P9+vULLyW0NHgQEx7MhHtaceUbDTcae+BqyNkXxM9pdBxaCbEIVhvcixaOuoVjI/VJYwKdRTzRec6cOfoCBTpyLbk9gtCWsOtIA/oZJsYP0bV/vN/m/vNoJ4+6sngFZlkWoLZwtX28XqwD9ZwpUpF2rdvE5RMEQWhORLA2EbgvlexPJFanUvILahB+Tw1HP7wkHe8EfeGFF/SU3xtuuEHhqb9C/LB69Wp17bXXqgMOOED94Q9/0A/c4alaaPxNom3gbT8L4FZA4HewOsAOazOPn+v4tAT4XtEfxkOVMLKK0Rd04gRBaBnwewxrVFuotkrh6moPTJ8Z2iIT9RMEJtogU8CijoIhH4LTNPg4H2VNgcrLohzgz0TInwnMOOPyCYIgNAciWJuI9evXv0GNwC3UKIxEJQ9hgifM/uxnP1MPPfSQOuaYY1R2dna4tBAPLF++XF199dX6NTe4kLB582bVuXNn3cij84TvkQUX4nbj7efz8vP6WgHrwmE0mDuNuB5hNTqjLQ46b3iQFkZV16xZU68jJwhCy0L1hIbqSm1hd6vCrvsB+xDa5uenQ6HrJ1uIsoi1jUUri1rA6zNFaiQzcfkEQRCaGumZNRHUCX4AHWDc98gjOHiEPUbu/vSnP+lRHCE+wMjaX//6V3XIIYeom2++WT8ZtrCwsFaooqHHw5bw8KUgjTf7gpRtJSOseJ3NmlA0GOhjhqO0y9ZOW+AYNzf4TtGhw3RvPAV4x44dOi0IQsuAesCsCzhO1UerFKrArvqQ9jIWkAiDmrm8Dfu5nLmMHdrGcNz0MS6fIAhCUyGCtem4nUTplevXr6/Zvn27Fq0wiNY777xTv/8TI3pCy4Gpvrh4AKF6++23a9HiEqoQNbiflR+4ZDfqgH1B/JzmzkIrYAvZ5lC08bA7qMBONwUYccCxX7hwoT4H2CcIQtsA9Qwerqa2bVbFVO8nJTd+vWPX7Zzm+t9lqJdsMWmGHPcq68pz5UcyLu/aXhM7LQiC0FSIYG1abqYK/fjNmzevxfRSANHapUsX/TTgww47TH300UfaLzQfeFXJH//4R3XwwQeru+++W08JhVDFCBuLKPhYqKJjk5ubq/Ly8uo10K4GHHg14rYfaXQMWgGYDrw9FG0YfHzZIhGkjAuv5fAd41VFs2fP1t8tf+eCIMQXqB/pt4nbCGoN7lBuwyjbWab69O6tLvrlZeq4I45QZaU7acWNVw+46noO7TjMS1Cy35XPcNyV74qbxn6vkOPAzmfstCAIQlMggrXpeZvsoO3bt3+ODjIaHnSQO3TooNauXatOPvlkdc8994RKCk0KRMpvf/tb/Zqa++67T0/LdgnV9evX6+m/yIdQbd++vR4Z5wbc1WB7+fzKthKxCjAdOOZeCR1X9AS1YdQ6lAxhxm388qIFn4uLRXhVDe5XxVR9GVUVhPgmLNRirnu8KC0tUwP7D1A3XnO9OvvUM1Rx8Q6qb8KZDcTcXLO+5zgM+8Ui1Axd8VjM/Dwz7mWuz7KX47QZMnZaEAShsRHB2jwsIDuMOsmPYtQOnWV0oCGG8NS/K664Ql100UX63kmh8Zk5c6b65S9/qcaOHasfeIXGGe+4hWCBKILhgVj4bmyhiu8HcAeC4UbcbKhdPuDlN9cX52wki7VHooVqKBoSrDAvGlOkMrgggencGFmXd6sKQusgXF+G/oRBvDFAPYOZM5s2bVbbt+/wrZOiwWsT4XcZtyu2zy/tMhvT51UGmHl2OdPvFzJ2WhAEoTERwdp8lJJdVFVV9Zv169dXYFoiGk10pjt16qSefPJJdfTRR+vRH6Fx+P777/WFgEMPPVQ9/vjj+nizUEUHBWnctwqhivdv4gFI5ogqQCPMIsrsOJj4+fzKYn2tALx/9ZlQNDi0j6ZQBXZaYx8fPtaNAf++cBECo+t4typfpBAEIX6x6oX6lUScYtdlSMOCCE6U8SoXBFc528dpOwSmD2a3dRw302bI2GlBEITGQgRr83Mv2RHUeV4GkQQgnvD6lGnTpun7Wl955RXtF2Ljm2++URdeeKE+ls8884w+vhCq/OArFqqYko17iyFUcX8qpmmzUHWJSfhY7JiNN+PyAa+yrs+IM/5D9hOyiTrViJii0Y67jmG08AjqkiVL9LtV8R3LFGBBaL1Q3RC3V5pc9bsd2uYlUNkYM+6F69DY9SqnTb9r3fZnszEct0PGTguCIDQGIlhbhklkB5WUlHyE0T1MTYKoKigo0PdQnnfeefr1N0J0fPnll+qcc85Rhx9+uHr++ef16BpEKAtVgCc2s1BFwwqhCjGLqb9Ie4lI5LkaYvabeS4fMH0I41iwTiY7iOwysrVwNBL6Pawmdroxpubhe8cFCbyuZvXq1bUj6oIgtC7Cv1uqJqyKIo5w1fN2aBrqfRarpmjlsgz7/XYdeWY+p22fF2ae+dnA3ibeHo67QsZOC4IgNBTpxbUceKfNkSRW74FoxT2UaJwxwodpqdddd5065ZRT9AOABH/+97//qTPOOENPqcboNF6ijmm95ogq7g82hWq7du1qR1SRhtkNPQMfl7HNxM9n+hHnjkqcsZrsl2SjyabA0UB4BxGyOY8x45fnwiyP3w/E6apVq/QUYPymIF4FQWhd4HcNo3qSgqQkqiv5hx5dBdHMcJ2O0GWmQIXZZU34GJiwz2Wo/+y07bPNxE57YW+nuR8mdloQBKEhiGBtWSrJfksV+883btxYtmXLFt1ooNONKcLvvPOOGj9+vB45FHZl0qRJ6tRTT1XHHnuseuutt3YRqmgwIVTXrFmj+NiyUPUbUXU13F4CEz7b7/IB0+/Kb2EeIsP03wfIGnPjzHXRbruPTSyY3xN+M/xgJUwDRh6PqguC0Dqh33GtWOUwnjDrMo4jjNYigfqM6zuOmwZhaufZadMPvPwmvG12CMxtd+UDOy0IghArIljjg8fIxpG4ms+vvkEDhIcxLVq0SAsyPDRICPHhhx/q0efjjz9evffeeyo7O7tWqOK4oZHEQ61MoZqfnx/xHlUTuwHn8lg3m4mfz/aDSJ/fjHxONpbsUjKMsDYKdPxqd5r2H3GdjtQx4o5XULA+88FKuC8caa/PEQQh/sHvN95/w656HT7bUNezmX4u7wUfA9PMEVMz7sqz803zy4MxZpwxt9+FX54gCEKsiGCNH74gO7CsrOxtTAPmV99gRBCNBl7L8vvf/16PIrVV3n//fXXcccepE088Ucdx/ynu++XGGR0CHlHFE2HhY6Fqj6i6GmIbs/HGQ3vshtjVcLt8wPbzdrQg68h+S4Z7VT+Bo7ng4+r6DuBzHT8XPIq+cOFC/WAlvI5IpgALQuvGVS8A8qNiCFY5NDF2HcVphKZxPW/72eeC60Yv4/bOTJt+O22Ws32RzA9zP8z9AnbcTAshevfunXnj7Vf3v+Wua4+++z+3Xfbw4/f88/FnHvzbsy/892dPPPfEQDpmkTspgtCGEMEaX+CG1eOo430TRlohvtC4YKorRNd9992nR1uXLl0aKt1GwHTfI488Uo+qYhowRDyEKI4NRAs6BTyiCqEKH4RspIcpBWmUAcrYHQ8TP19QfzOD4fqRZPeQNeeG6IPtOuZBvgcGZSFM8Z3/8MMP+t5kebCSICQGZh1Jhge1aQtnxx3YTmC2Mbz9AH6Oe4E6zctYYNpCE2nTbJ9djtNBjLeJQ47b2PsVaT/bOrfedevgZ1984jcvvPLUKzff8c+Zu/Xq9V1R505vtcvPvCcnN+vqvNzs63PbZT/ZtUvB15MmT3j/nfffPOrqq6+Whk0QCPkhxCd/pYr/zC1btmzjV99AhHXp0kVNmTJFv67lgw8+0P5E5rXXXtNP/D3zzDP1fkOk2kIVAhVPgoV4gYiBUI10j6qNX4PMuBpmNsblA7bfVaaZ+JrscLILyZbB0QzQodUHVx9gfG+u483Hw/bbYHl8/8uXL9dPAS4rK5NRVUFIUOi3TlVDy1SWXrg2h30IXWbmMVwPcp2HkIWlK/QyMx/xSOVdxsuZy3PcxuUzMffXxE63FW6757aB77z31l8/nfzh1FH77D194MD+/+7Zs9vJHdq375+ZlZlH7Rf64UlV1VXhixvVdICT2rVrlze+qKjw3cOPHvufxx9/PDO0NkFou4hgjV9eIDtkx44dMzBFGNMd0VDgXk2Mvp522mnqzjvvDJVMIFBhv/zyy2rs2LHq7LPP1g+cggjlqdFoSG2hChE7YMAA1a9fP10WYAov8Gp0XXiV444GN+I2nG/i8gH2u/KaEFz1+APZgWSN/k5VF7R/5oFCXJt9/JA2fa7jyz4IU7z2CfeqLlu2rLazJQhC4oE6ki84UlyjEy2MWUdhkyIZl/OC60BeL8e5veEwko/jrrTtt82VZ26L7Xfh2ke//U503nz33UOnTf/u5SMPO3z6sL2H3FDUtWhkVlZWMl6tV7x9hyovr1A11XVvJwiLVR1WVFaozZu3qDJq77p07nzp0OF7vrps2eehB3AIQhtFenvxzXSyQ8rLy1/Eq28wmoSGJScnR48g/vnPf1bnnnuuFm2tHQhyvDt1zJgx+l2q3333nRbnuE8VlTlG1tD4YV9ZqBYVFamDDz5YHXjggapHjx76dUA4NjBMETUby0iNLWOXqWtIIq8LZewGmn2mnzthzcSTZHj6L65uVMDRjNgHKeIXgPPbPob47vF94nvHFGAeTQ/yfQqCIDQmXD+Z9RTX8ZHMhNsR07yEpek3QztuGy/P5so3Q46bftsYM25j7yvjOg6Jxutvvz12wcKF7x+438gPBvTvd0puTk7m1i1bVcmOHbrtT06i48yGY6yPM9o94+Fcus8REq4YsOjUqeNRGzanPTxp0qTU8McIQptDBGv8s5XsDKrErsLIKjrrqOTQYS8sLFQvvPCCOuKII9SMGTNCpVsZeIjUk08+qUaPHq0uuOACNX36dD2lF+ITDSL2FRU4RlTxfk3sf58+ffQIM+5pxcgqnhIMg7jFSCwbngiMdZgNpF8jy6CMWY6Xt5flcrbfq1FmnyuvCZhGdiTZeWRL4IgX7OPlB85zPIAMr6tZvHixPnYQr4IgJC52HUl1hiacbDHs7UI6krngXeHQSxzCb+Zx3Az5NguzXCRzrcfMdxljpk0/MPeX417HING47rbbes6ZN+eJw8aO/bBf376H024nY5QUs7308U0O3c5iGoRqclKKStFxHFdcoMX7xEMXaREmJyfpp98XFnY4u7Co4zl0PKXfLrRJ5MRvPVxPdgIJt/UQrmgEUOFBtM6aNUuLVojX1gKmdj766KPqkEMOUZdccokeOTOFKhphjLpu3rxZP1QHQnXkyJHqD3/4g7rsssvUsGHD9CgzDELVNFO0YrQVosfEbHD9QBkcY55eDHhZe3mXH98RG2Onm4AtZH8m24/sfTjiAN7haq99h988fjjuaLAxs2DmzJm6wUbaPL6CICQmRl1AQb0ffVxUAFyPuepzrzoO8H7BQoLFLRoRZzPTrjz22Xl+5lqPmbZ95mfAeF+CEs0xao1MmDDhrJ+ffdbXA/sPPJdEZnJx8Ta9j/r4kSgNCVMcu9AFBjxIMycHF9lzqc+TrdPoZxQX76A2b4NavmK1WrZspVq5ai31gbaqiooKvZ6C/HY30sd1CH2qILQt4qLyF6JiD7InqPM+CgIPFR1GIDFdGCLw8ssvV9dee62uKOORkpIS9fTTT6uHH35Yjwrz6CjgRhGjrrjPA2XDDdvXlDf4+OOPzzr11FP1/uKJwNhf3m8vQz7WgzhG6rCs2dB6NZzYDpTFslgOjQxwlfdah8uPz0bDhHU3Ac+T/Z1soU61ILTvfJAxHJpN6S4U9nn22WdvKSoqGta9e3d9cQIiFOcxLl7gQsSgQYP0sUcDjadh4/gHgc8djrP5pc24l89Mm3H7s8y4aabfjEdKm3HTgGs/Oc8Vb4q0bXa+X9qMu9K2z4xj300fh2xm2oz75bnisX6OGffK4xAW6Twy02bcTHNo+u3t94sHzePQjnPadV76pXFBsmfPngp1AeIA9SLqakyDxL3q/fv3v2ns2LGvUP2xirK30HJ4r1s1hfUq1+eee/WJww479JyyspKk3JxMlZGehqtjKofqmPsefUz99je/U2efd456+M671FoSBJWVVVQP71oHp6WlqvUbt6pX3nxPLZ47VYsEYNflSLNhm11xmAvefzaXj83O4zRj+8y8INjbyOmgIWOm7W1wbS+IdlsBPgcXovEAys6dO+sQtw7hORZ4K8DMmTOvOPHEE++kdTfXfTdJX3z1xR3Dhg75TWpqWkrJjhLqK4QurO4sL6O+zE5VXlFO211Fvhrdt9mydYtaTf2XJUuXqSVLlmlxun79RrVt23Z9XyvOTe4fYD0Ycc2j83i33XqpIw4/VPXv1++kjz746M1rrrmmWe8tEoSWJvoaQ4gHcsjupcrsfFTWGEVEBQchhNHXo48+Wj344IP6Hs94ASOkLFTREbGFKgwixRKqH5Hh3st3yPAaltuokTrkrLPO0qOtW7Zs0SOwtmiNJGLxOfg8E25w0elCHOvYsWOHPqahqTn174kFdhq4fMD0c+esEcF8cAjVt3QqTqB9xkFOoRBfNARrXwjWrl27DuvWrVutYEUHBK8u+te//qUfnIVjjw4rzgPk83flFQLE7TTjVZ5B3CsPuPJd5dnPae7AAzNulnGFscZBkDxXvpfPjnMa2Pkc2nEzbYdB4hy64oDTZj6HQXzA9tt5HEbKY8y0HQLOh6Fu4LiZx3E75Djw87vy7LgdchyYaVcZMw6iyQNos1h0uAQrngJO9cFNY8aMeZWyVpLFJFj/TW3h5b/6lTr1vPPVU/c/oNasxUMMoxOsgOtwDk1xasZNs+HjYJqXn83Mt+PAK87YPnu7zDTHow398Ns+1/b6gc/zEqydOnXCOfN/xxxzzB203uYQcxnfTfvumSFDBp1UXLw9GedAKonV5OQUfYE7NZXOHdq9bdu2kjhdqr6fMUN9/c13avaP8+j83kCLJ9G+5NJ2dyAroP1op/Lysmlf2qmc7ByVkYEHAyfR72GnWrd2g/px7gI1h2zD+g23rFm2+G+UWTf1SxDaANHVFkK88XuyW/Py8lJRYQNUmpg+iY7/Aw88oA466CDtbykgKp944gn12GOPqTlz5mhxjXtLAXfizRHVMB+S3UH2nk7VgfP1d2T/2G+//dqffvrpupHClGGISz+hynn4DIT2aKstVMMdKPz5d0ZGxoFUbl+vxtnl9yvbiIIVT9u6lew2sjI44gnaVxzciIIV3wGOP9+Lpac/UdoWeUEIWg64yrLP/v5MP+Icmj47Hs/4baO979HAx4axP4fzXP4gPhexbC9vp2tZ08efH6mcie2PJs1xl8/Gbz2tCXO7USejfsaFV1zYbKhgRZ2yfOVKNXvuPNW5sLMaQO1iaUkZ1TGVMY+wIs7GQpVD00z4PEIY1MzyrrgrBGY8EuZ2ctwv9MoDZtzGtZ3JVB4puKglVjUBthuf4SVYkf7yyy+vp+/8n9Q3aGoxl/zFV5+/MmL48OO3bNlMJ0mo/UqBWA23aQsWLFQff/Kp+uiTT9T8+Qv0w5V69+qhBg/aQ+215wDVo0dXlZebpSqrK9X24mK1kfptm7dspb5JBZ2fdG7S4cxIz1C5eXl46JIqov3LyMhSM2fN/rZrYdcDjz766J3hbRGENkHkGkKIdw4l+y+Jqh6YWolKE5V6MVWAiN90003q0ksvDZVsRjZu3Kj++9//qscff1zNmzdP31uK+00BhAgqdIhGbCc6KGHwctnbw6Ef/cluys7OPhVThPEKHIhedHKwLjY/AcuGjgbAtkCoYj1h3iS7luxb2u6vKBwFJ+NqnL0abNOPeCMJ1pfIriKbq1NxCO0r6pd6gvW5557TgpVsF8FqdmbqdWwgXlOSVHUa+eh/TTl1bzy6I+ZyfniVC7q8EAyv30Q84No208fnQqRyJpHK2vlB80xcfq+yLUWs28OC1Rxh5SnB9H1spiKooEnbBBOsWF96ejpZBtXvJWpb8XY9uorNy8oMXTjV9w5u366/710FKy5s6GIa3i9ToHKcQ8Ahg3VHa/ZyZprjjMsH7DSwt821zYibfruMywfMuE3tNpJRba/KUjNUGUYkaZmcygqVVlOhqhzba4L1ewlWxD/++OPHqV25uKkF6wcfTbjvwP33/8WWLVuT09PSVWZWFvU3QrcOFeQXqEmffqbOueAiVVjYSR2w/75qzCEHqqFD9qJtzdcPkFy8ZIn64ce5as6ceWrp0pXUd9mkSml5nEN8sRYPWwI4X3lWWK9e3dXBBx5Q3W/AbkN+dvrPfiSf9wEXhATDv3YQWgu9yR6nynIsRCuEISo+iC9UjhdeeKG64447akc2mxI8JAdCFSOqeKorRAk+Fw0NKmEAcYgRVXRMwuDhQBCq0b4j9EyyG3ffffc+P/3pT/WoMjo6mH4cSayiAcB2QOTytOIwn5HdQKZFMzWOHajscoriPky4avFqnP38+F7QQWoAP5Bh+u/rOhXH0P6ifjEFa7/nn3/+ZtzDyiOsaODREJsdq3pxsuqMZFW8hb6fWTvo3E5T2Xvlq5qCZFW9PfRuYhM7DeCzvxOvckLi4/f7NHGdNyDo8sD02fl+eSCoD3j5WxuoH1E/8z2sVKffCMFK34W+h5UsKsGK44KCGE3FqCo6/5iyuYgEw78feIB85Wq3Prup317yC7WzrHwXwUo1U+15wMeY4yxQOWTjMgDLwsx4tGYuy3EObR8w45Hg7QT2tiOMNm6GNnp78W3UJKt1uXlqRV612pZdoVKqklSn7RmqV3GFaldRiuHz8BK7gnW7BCv73nvvvXfWrl174jXXXNNo05hsnn/1+dPGHHzws7QrqZgxhnN1ztyFap8Rw/WUYDxXZM3adWr5ihVarKalpqj5C+ar/035Qn02eYqaNXuO2kL9MvTTMHLarVtnVVRUqDp2aKey6dzNyQ49SBK3TGWkZ9L5mkp9uUrqq2xWs36Yq6Z8PhUP2jy3eOP6Z2hzmmPqsyDEBcFrNiHewaNw7yL7VUFBgRYDqNzRmEKU4V2luH+0f38MTjY+mJb7yCOPaLG6bNmy2hFVbIMpVDGiaohDTPmFUMW9qrHSiewaagx/dcwxxygYRu3QiGD6rylckYZQxQgntnfhwoX62IQbWLzzFk/gexEJg3QS3BdT+Df6jK4oGy5fD5cP2H6I1RgFK+ZL/4sM0393wBHv0L6jfjEfutTvhRdeuAmC1R5hNTHTNelJauPCbSp3SpnKTk1Tm99appLz0lX7KwYoNThLVZfU9Uvs9TDw29+Dq6zX8kJiEPQ36kU0y9s+v7Rfnnnu2uWAy9eaMQUrnhxP7dUNJFjNKcF4l3SDBCumWX79/ffq2LN+qipLy9SIEXurN599XpXsKHUKVkavyzJsLwxwCJDH9QlC07g9RMhlOG6mGbOcGXIc2Glgp02wfQzHbZ/pd6VdcYDjgM/mtEkK+TZntVNzCqvVqt7bVEUnOmZUheesSFN9VhWoPTaVqbTqcs/pwVinn2B95513PqFzZ3xTCdZb//OfzkeM3v/r3QcO6Llq1Zqkt9/9QD3w0KOqa1GRevbJx0LtGf2DkF29Zq16/a231HsT3ifBupDOrXQ1oH9fNXzvwWrPPQeo7t2KVF67bFVVXUn9om1q48ZNar2+gL5VlZXignql3l/MEGiX145EbRfVu1dPvd+rV615Pqkm9Rz6bTSZMBeEeMO7RhNaKxBX/6YKMxPClRsO3EuKp+jde++96rjjjguVbARWrFihHnroIfXss89qoYqpOahgATe6EI0YUTWEKqbbQlxP0qnGYRzZrSSGRpxxxhnUCRlR+1AmdIB4qi+E6rRp09T8+fO1cCUWkUEEPkpWOx/YJjs7uys1xH+l4/lLMowaOhtk4PKzD59pdmwCgtFUjKpidLVVQPvLdQsEaw6ltWB96aWXbqQGV4+wolH3E6yYErVdUQf2mgUqPzNLZR3SRW16fqHauWyHyuyaozreNURVZJP4DzfZ9nr8cJWNZnmhdRHNb9ULV9kgPr+03/I4H/3KupZt7aBudAjWVyiLnxLcYMGKKZzTZs1Sx555hrqQbK9Be6nxo8cpvA+zvmD9ijpIoTaMjzXX3UgjDtOfYZhZjyDuMlOgmga43bT9rrRfGARsr1fIxmkOOW4eC1c+MOMghZqFZdRHmNVrm9q2B/UH8EpRPIC/uEZ1/yFfDVuXotqX7/CcGoz1eQlWPM9i4sSJMxcsWLD/7bff3iQXdSdNnjSmd8/uE19/893Up55+QW3fsV2dcdop6pKfn6/Q39q5s5zatDT9VN/zLrpEfTX1a3X4+MPU2DGHqGGD96RtLlQVlWVqxcpVau68eWr2j3PVvPmL1MqVa6i/QgKezlHsOs6BlNTQPbEA/Qb0YSqrqkgcd1FDB++1UrWv2uM/1/xnuy4gCG2A4DWb0Jo4gOwJEo79UZnjPaSo6HmE8a9//au68sorQyVjZMmSJXrEFkJ15cqVWqhiKgw+xxSqGFHFyGoYCC889RfTbpsCKOU/kV2533774QZX/coU3JuKqcr/+9//1FdffcUPd1pPBtF8H9lWOIKQlZWFe1mvIztcOwi7UWZcfjQ6XuUdzCPD0wBf1qlWBO0j6hYYWtx6gpU6GXqE1SVY68VTklR5abXa8ccfVfXmcpWcSauqpmNHQramuFJ1vmWYqhpEXzmV0eUDdtS8ykXT0RNaD9H8Pl1Es7ztM9N+eUxDfIkAC1bU1+HX2jSNYJ05S518wXmqO3X+9x48WN101dWqoryynmBdNCd0DyvQ67GMxSqHXI7rEYQuiyRWOe7KA3Y+x80QmHEb3l5gbjuHdjxI2vZx3CSFkivbFahZPYrV5j1KlcKTdJPJuSlJ9ZqTr4auS1L5FSVRC1b0P9DWv/fee6tItI5466231oYXaVRuu+22ns+8/MrM0tKy/NNPOUH9/IJzVc/uvdQ7703Q2zBs6BA9gyqNROvKVatVN2rnMNusbGeJmj5jupo85Qv1+RdfqYWLFlM/pEzl5uaorl07q+7diygsVB3a56ms7HSVnZ1FeRTPzNLTgvGqnKrKarV5S7H68cf56uNJk6un/zBrv40rVnxDm1X/IAtCghKqAYVE43Oyg0kcvYsr1egAoLHDPREQCVdddZXCPZ8YfYyWRYsWqT//+c/qkEMOQeWtxSAaDoyqooHE50Co4nMx3TYsVjGl62Cyk8iaSqwCjJBeT7bvl19+OeHqq69WkydPVtOnT9dPTJ40aRLEKtQqnkA8ggxTgAOLVUDHcirZEdRw/oySC7DPppl4+QOAoWjcR4tX+bQ6seqDbljNDo0fNSROMwvSVdbu+ap6W4VOQ6xWUTytKFul9MzUD2ASBC+8zrMg5x+IZnnb5/cZrrJB1pnI+OwrVaEhwumGQ2uqoHbqgJ/8RO0zfLgq32lNrvE57vxdsTGI8ya6NhU+089p9plileNspljltB13+bwsUln4zM+DRUqzD5j5JiTvVX5Zueq8JVflLKE+wzYSseuSVcflWarzdhJqFTtVdf1FAoPjX11dnUf9DzwzIca1+HPFFVesPPbIw5e9/87LNX/7yxVq9o9z1AmnnanOv/iX+tU16eHBAVzE6N27l5q/YIG6+rrr1RFHn6B+es5F6qlnXtC3Sp1z9unqjluvUQ/df6u66YYr1YXnn65G7jOUxG0u9Z22qOnfz1ETJ05RL7/8nnr6mdfU8y+8oT6Y+JlaRSJ4n5/sTcvdlTxpwttH1dS8KH14oc3QJD9qIa64hexPuCoJ40YWT/EdNGiQfl/rPvvsEyrpwwKqeO+//371wgsvaDHKU3+xLjRuCHnqrzGiiivjEIcQ0C3Bz8kgYPFCWvQsniTD8fiRrMF06NChHYnX/6NG+XJKYhQxlBHGTqMR46nJPuCdsxhVxT21rRbad65b+B7WzhT2ee655/7FTwnGlWe/EVaQnJ6iUoqT1PZ/L1al329SNVU1Kr1Htmp/+QBVvXu6qt5RVVuL2ct64VUu6PJC68D+/QGXzwuvskHW65eOVBb4lU9UsJ+oI3mEFVOC+/Xrd/1hhx32Kv02V1ORRnnoUu0I6/nnqd49e6i9B+2lrrvyb5RfVTvC+vIb79a+1oaPP2+fGXKc87kOQcjG4s9LJHIeYJ+fcTkOXX5gxm2wrWYIeH/MuJ+P/eb+23lmnMFTgYszctWa3DS1LaNKpdDincpSVNGOUpVeXa5fceO17ViX15Tg8Ahr+ZIlS0bdeeedeDd5/Q9uJBYtnv/S4mVLT779jnuTZ8z6QY0+5CD1+1//Su2x+wA6d8v0NF6Mjs6kvFN+erZ+Hc24sWPU2NEHq0F7DVS5eTnU/9qg5sybr2bM+EHNnjNXLVu2Um3YuFlVlIde6Zaejoc3petzFW0kHUW1s2yn2r6jRO0oKVFFtN/9+/WZmJWaesxDDz2EWQeCkPB412hCInEW2QNZWVl5qNxRIaLixxOEMeqKkdJzzjknVNIC706FUH355Zf1iCnu0+ApxrwenvobFmNoJFiofgFHC9OD7JdkeBJxk4zu5ubm7kWN9jUUPRVpu4FGGg0wpgr5CNYFZFeTPatTrRzaZ65bcL9vFu1/IYW9n3zyydtJrA7v3r277mTgXOLOGrNLZyU9WaUlU6O9qFTVVNSo1N7ZqjK3RlVtDz3qH5ihffx3WV8Yl9+rbHNgb3drpaWOodfx8/Pz+cLbzGU5tP0mts8vHSnP63PstImd5zruZhlXPuAyseYDvzJBtxMG8YNJMGvWrNGCtW/fvtceddRRaE/W0nKYDYPOeeD3sOr1Ur5LsB5/9k/V8UccTiJiL3XmSafQRoRea7OOBOurYcGKbcXmm9tnhmwAIe8bQhjqNq+4XQ7YftuAXcYVDwJvN7D3wzSXz2WAjwsw/RwyEK3VSamqMoXqf4qnVaMuh89/H7AeL8GK8IMPPqhZtGjRoXfccccntI76H9pIjDzw4H9u2brt7/vvu0/Kr391iRoyaC/1znvvq48+/lT97S9/UtlZWXoK7/YdO9Sq1WvUT4YP1/uzZNliNfl/U9Rnk/+nviehunnzFj31t1vXLmq33Xqqnj2LVGFhez0lGF8xbrHKTM8i8ZpB8Uw6NzGLLVkVbytRP8yeqya8//G6OTNn7LFs2bLop8oJQiskWM0mJALDyZ5KTU0dhCuRqAzRuGA0FKOil112mX5nKwQEmDlzph59feWVV/TUYYyo2kIVV8KxbFiE4TIr3g2K+0K/hKOtQeL/WGqY8O7W4Ti2JmiwcJzw8AQLHDwcs5vIMIKQMNA5gvoFvasMinegY9DlkUce+VfHjh3H9ejRQ1/8wHmI8wnHhzHjgLpi+tkcSRlUjsKanXRsMbBql7PSIEgZ4OVvTvCb8tsO5AO7DPsZM99eZ5B1uLbB7zPiBd5Xe1sZ2+9VDrjyIi1vpoPmxbqORAT7h/oRFz9Xr16tZsyYgXds/3r//ffHw/lwT+J2+n4b7R7Wk847R+01YIAaNmSw+svvLtf3CGrBumHLLk8JNgUqx21xxr8JhGxct3mlYzX7czhthsCMM7zNwNx+O26a7ef2zfSx+flN6Jeq8C1iG0NCFfsSygNe2+4lWNGe4Laf2bNn/4z6OM9dc8019RvhRuKCSy899ZeXXPDcwAH9UiFS773/ETV/wSJ16kknqCv/dLlKJRGOHcnKylZbt24jYfmBeuvddxVGY3FP9MAB/dV+++6j9h42SN+3it3cvGWzvud1+fKVFK5R69dvVNuLS1TZznJ97mKkPzMrQ3Wkvlu/vrvpacF77LG7ys7IOb57917v0LFqkn0VhHhi1xpBSGQKyB6iyu00VO54rQgaHhim+eLpwb/+9a/Va6+9pp5//nndcUA5PSWFGgpTqCIPD3Ai8I6W58kguvAAgLZOek5Ozm/oOP2ZjnMhN+xofHFxwHqlzQQyTP/9TqcSDDoGuhdCYRrtfx6FHT/88MPj5s6deyvemYuOBt7Ry9OCYYwrbvqAV3ngWibI8qYP5zpjLwvMfGCXsfNNUNaVz36vfD+4fJDt8Ctj5wF7HWYZr+3kMkE+vyFg/VgfQtdnsZ/LsI8JEgeuZYFrGVdZ0+flZ7zKmLDP71iiTGMe61gIup2oK3FRD+/RXr58udq0adNXf/zjH/+SkZGxnJbdQMXw/AFUoI0iWE8852x10L6j1JBBg9Qvzr9QVVfVRBSs3F7q9Rpm7hvipjD1ijfEANYFTJ8d+oHttkPbbD+3Z15pL+MyXri227UPWIeXYMVFdTyzYtasWX8g391NJVhnzJgx9PtZ33/9+H+fTV+8ZKk64vBx6leXXkTn0RC1cRNek5ek3y/eoX0H9X9X/k099+JL6sjDx6vjjjlK/WT4MGrz0tXylSvVtGnfq6+//V7NmTtfrVu3QZ+fmAack5NNfbMslZ2dqUdgMcKaQt813sW6ZWsx9dU2aMNF34ED+9+ybcOGv7300kv1OhaCkIhErtWEROQqsmshWFHJM3iAEhoEXOVGHipdwEIVU7UwohoWqhgqfI4MT/2dBodQR2ZmZk86fv+gKO6jhWjTU6fDDfwSMuQ9hUQiQ/uNOoanBbeneIcXXnjhjA0bNlxInYzOmJLO04LRQTE7LraZmL5IZew8jpt+O+4FvkeAMhwHnLZDGy+/F1wWyzGIm8eLO9D8O8Xvt6qqqiZ8rlGRUDlzGRhjb4+ZByLlNyWuzzK3h+MIveIcunwM57PhwhJ3xgGOHepDhDi+5rIoZxqvA5ihn7nK8Odzvg37g34fXM5rfUGIZR0oG2kbUYZvmdi6dWslxb8644wzbh8wYMBcyt5IyxdTWE6hnqJy2E9/dXRVRXnZpJcfwehrTcyCddTIkGC94OchwZqKKcEsWEOvtdHrILO/X/v7wT7aZv7m7N8fpwHiwFXOLGP7XGkz9IO32wxdBsz9DmLA20/rovXpLdTbGdrnUNx/H7AOP8H66aef4vV6d8+fP/+PTSXi+vfv364mPfPHww8b2+3iC89Vew8dpubMm6duv/Nete+ofdTZPz1D38uK82zNmrWqU2GhfpjSd9O+UxM++FB9+tlktXT5CspPU927dVX9+u2m+vTpqYq6FKqCghyVlp5C5yze104ClsRqejqdzxmZKpMM8ZrqJD0C+9n/vlJvvPXexymVFUd+++23ch+rkPDsWiMIbYXjyR7LyMjoiCnC6Ixxo8QNBRoRpB1CFfdZQqh+D4fgDQn/g+i44sFPo0tLS6kPVXM3xfEE4I3IbwvQPqM3hocvZZHlUzpn7dq1/RYuXDiQ0nnp6ekpOOe402YS7qTpE5KWC/V4CPJDkCXxMlyGgtoywJXPHU1g5iNufgZR7zMoy/4MDnn7dlkHPstc3ojX206GyyCft5PSejvCcawzdceOHbn0u+ywc+fOTtTJLyArpN9ye/od59PxTMaoNcBvFhei8PtFiNkRtIxeH/aDTK+TQ4C4DW+uKw/Y+WY5zmP81s+Y67HzkLbXYZbhuGsb7GUhksj0BSXsPx4kB8PIP57miYspvA04lmTb6bgXk38d5W/Kzs7eRL/x9RQvpuVKqVwSf28Mf3eE3gjkUzmgv+tw+XplaJt0iDIICR1SeX1ewGi7atcRZpfPAZxPobltoQNSH14e+Obzdjjw3U4Y+eptJzIRkr+Gjm9FXl7emn333fdHOsabKGsbLb+NsiFW9b0nR537y3Pz2rV/dPOmjb+Y+OwDj9FHxiRYMSV40B67q2EkWP/829/rKcGpqSmh19q8QYJ13tTao4D9wLp4n/R6w8bgPGHDfpqhHY/WXMvan2n6zNCFve3m/tgG7H2OyaoqVFpGlkrNzFHVyWn6t4d3bdOZomrKS1TFzjL9wCXsK2PvA9bjJ1g/++xTtWDBwjfod3nqNddcs8v9N43F519O/nTfkfse/P3M6UmP/fdp9c67H6jOhZ3UNf/4qzpw//1UeXmFHhnFe1nv/s/96t33JqgNGzeqnj26q31+MkLtO3KEGjiwr+rUsT3tJJ4nskWtXbdOrVy5Wt/3umbten2P644dZfq8xXmYRud0u3Z5qltRF7XXXnuoUSN/gvN5y16799szKSl3TXjTBCFh8a7RhLbAHmRPUid3JE/PRMOEBgONCQtVjCgQ6CxAqGLqb6t+gm1LQGLiAhIKCynalK/1iUuok4F6Br0QDNmnUzqHOiK4rxVThdMoDKmrUH1U14uqw6ynkM9l2G/n25j5IMhncOj3GRz6lWHMPGDnA1cZ12fAB8WJCyCIp9JvNWPlypU5y5Yt60BxiNhu1PfvTb/lnlSkLwnYzhRvBzGG3zim9G/ZskXfnw5DOvw7179/Nq9Or+kPbUIIr/LRYq8nls+wy6FOwz5iXRCieMUXZpIgRN0HH6bt07HDlTl0AFfQcVtM/uXUAV5G4YY+ffqs33333bd37NixlNavDxitDx+E8xtWt6Eh7I1FvlkG+X5lguSbITDXz7jWYRJtPgiyDi7DeWYZzjPDyvBxhWEKMF7xVStWjzzvsusK8gv+mpGZlbxq2fKTJz7/IN7tHZNgPf6sn6oTjjpCDRq0lzrjhJNpLUlasNpTgrEOFmx2yPC5hhDGvx0O/eJswOV3+WDAz+cHb7sZmgawjxza+ZzHcTsfBqqrKb8K77dNUyl5ndTyNevUkkULVUnxNtpGXUQlp6Spbj16qn69e6j06jK1s6xUJSWHZnfZ+4H1+gnWTz6BYJ3/Of2uRzelYH319Zcf+PzLry9+6dU3k3t076ouueh8ddrJJ+r6Zfv2Ur2/ePjSsuUr1R/+/Bd1yEEHqSMOO1TtuedAlZmRoTZs2qDmzpurps+YqWbMnE3bvEiPmu6kqgeDB5mZGVQnwTC6mk7rS9UzAHaUlFK9vY1sKwniNHX4+HFqyB57nrB8+fK3m2oKtCDEC/61mtAWyCG7l+x8VPjovFlCFe+oeZoMI4Mz4RCEaKGOBuoaWDLF0RtJpc4IhCrSfEm9rgdYh11HRSoTyzoa4zOAX5km/Qw6loijw4JpcNzhh6BNe+ONN7KoQ1NUWlraJTMzcwCJrz2pE7w3ide+FPbOy8tLgpiDgMXrRNauXavvaUc9AD9Ax5GnxNqgEwnsziXSnGdil0MZ2xcJ1zoYzkNHGnUY9gFTz1G/oXOLEMIdU/RpH7eSsF9I+zVr69ateBUGXnm1auDAgatPO+204m7dukEo0er1RRXsPM5bTHHnA2FuyK47GzkfNPc6gF2mofmgoduA7w7HGiedPo8pjQszFb17j84cMm7o4wXtO55RXV2VtGN78b3p6eVXvvSf/2zHcrEI1tBrbbqrvQcNDr3WprwyJFhrpwTXH2Fl0+sMG4NzzjQWmRza8UjmKmv6XJ/JxphxG952MwxiXuLUyyBWM7Jz1ZbKVDXl00mqICtVjR0zWu3Wt6/KJDFWSd/JurXr1JQp/1M/zl+kBu/9E9W3W2e1cwcJWtpfYO4H1uknWD/66CNMCV6+Y8eO4ffdd1+TzWLq2qffr/ccOPCu8849M+Wk449VlVTHPP3sS2rC+xPVHf+6SW8b3huObW/fvoNeZvv2YjXliy/UJ599pr748mv9TtVUEqJdi7qEpgXv1kM/hCm/II8EajKts4KON85XTAsmC4d4AnFJyU71ww/z1Jtvv6++nzHzuvXLl+ItBU0yBVoQ4gXvGk1oa/yB7F/UKKagUSJKyXCP5T1ks+AQhIZCHQ7UObYJjQsfU/RGtVHHaZfOzAknnFBQWFjYvU+fPkNItI4kUXcQCdo9qQOYhxECiFY8/GblypU6DoEHAYhOo5d4BX4dZRcoj3WaBFmHWQbLI426C6Ok2DZ0ZNGhheFp1BhJJlG6fvv27d8UFxd/SgL967lz5y5YtGjRClpFvdGJ8HkKkWpuSP2NFJoC8xjr83avw0/t0K9njxc7tO8wrrRkRxKJkSve+e89d9AXXls2asE6a5Y67swz1FmnnKwGDdpTHTv+KJVUk6wF61oSrPq1NvO+1luDdbBQQ8hxG1NQctwOOW6WB3YZ07z8LuN1cRxw3N5mfWzCPo5HMt73SD72Z2RmqjXbq9XkD95Sp5x8otp75Ag1a/b3atWC5aq8uFwlZ6SoDt07qkHD9lZlW8vUow8/rLr06quG7dFPVZRRF8TYJ4D1+gnWDz+cSPXVKlyk+smtt96KZ2vs+kU1Ak8///TYIw8/9AM6p1JffOk19d+nn9OjnuecdYb61aUX6/oRr6DJyc5RM2bOUo89+RSJ1K/0A8V69uyh9h35E/2k4P79+9B256ry8p1q/YYNur5dsmwF7cMatW7deqqvtlO9iycFV+ljgAttBfntVK9ePdRPRgxVQwYPVt99N+PD8tLyoy+99FK5j1VIaOpqNUFQ6kCy+8kmkmHUdTGZIDQq1OmQeqflwLHf5SmrDInYngMGDBjRu3fv0dQRPJw6gYPQEcTo6+LFizF6oWdfII0RWHSm0TmLhNmBjoUgy+MeXRLeao899lAkxHUnD9tJgnsp2VsrVqz4YMaMGXjl1vrQEnXIORl/4BwdOv6kzr179HyrQ6dOI7dv21a+fWvxue8//yBen1bv/I1lhPWUC89XRYWd1HDq9N9y9TVq584K/dCltRs3k2DFCCsJVgLrwLmE0BZnAOemaSww7dDO97NYljG3heNe8Lbb+2KmTWFu7refQAUcT6aPL03JUR+997Y6+aTjVXVapZr13vdqn7QD1B4Fg1ReejtVXrVTLSteor7Y+qnK2DtT7T1spPrvY/9V/QbuoXp3pd9waJZX7b5g3T6CteaDDz5QGzduxL3a51G99HRTTZOdOHFir6++/XrWa2+8k4f32Z9+6knq0osvUPnt8rXQxDbRVuvX0Nxx973qtTffUj897VR12KFj9Wtpqmuq1MJFi9S3301TX387Tf04Z55auxYXBXfq6b94UnBeXk74ScGZ+n56PJegsqJKFRfvUOvWb9D3uebm5KgRw4dt6FlUtCftK56kLQgJi3eNJgiC0MRQB6S2DqJOSah3FMbMA5HyQUPXYeeDeFiHnQ/MMpHyQZDttEj7/e9/f3DPnj0v7dat22kkYvVDe6ZPn67FIcTg0qVLtXDlhzwBWu//s3ceAFpU19u/2zvsLr13pCNFEcXexd4TRU2MPfFv7MmXWBITTTQaY9TYe8eCgKCooGJBQRGQKr0syy7be/3O78x7luHlXeqCqPPA2TvvnVvPvTNznrllQkc7jp2JK/XSzaQOOeQQ17VrV7d48WItl5DU5bm5uXfJ71fy8/MLQ8E3g+kkki62pa9dPQ/2hjTCzwN/mG2dB01RznAMOOncNt1atpnQomXmsKLC4rKqipKzJjz7Pz4FtkW8nR1hPf/M012//v3cCUceK8aQN8LqX8NKZNKg35tomiIGqUeDhJPUnSGe24rDb8vXf+wXg//YYGX3u9sj/rr7jyNKXa2LTUp1X82e51qnp7i0limu/ot6d0Xv65WoVtSWS/uwxVKUS4hJ0NHtt1a87Ga0+Nh16NxNRyMPGL6/i3G1DY1NXUh7a4RViGS93JeiS0pK/r58+fJbXtt9n3uJ6zt46OwzTj+p768u+GUUL8jeHj/J/fNf97tTTxrtbr7h97reNCY6Vvthi8wWGunbOd+6d9//wH30yXS3dOky0WO9a9eujevVs7vr2bOLa9+e+qS5+HiJV1fjKirLhbTXupjYeBcXGyf9GvKapH24orLazZu3yI19Y4KbPWfeYQXr17A/xqaOGSDATwxb3s0CBAgQIEAAH2677bZfiFH42MCBA1N69erlJk+GN3i7EM+dO5eptg3GM4hkKG8NFh6DdEfjQlbPPfdcx27nTzzxhJASHZWZIe7Jb7755gYNFOBHhUPP+03H5gnJ4zNathxcVFBQVFVefubE5x7+QE5FNMh3ag3rry50ndu1c4MH9Hd/+39/1u9ceoQ139sluJERVsQP+quJkcvGXL/Y9RLuF+k40u/GxBD+26A6EbFjc02sfpFIabhfpDBIlEh5fYzcG+a49l1aufjFMe5P3e9x1a7SVddVq+FJzg2ulLNlXGv3xPL73ew2X7niwirXtm071yIt2dWGykMY0t7GCGt9fn5+dGVl5Xvx8fGjd+fGS7Pnznyrd6+eJ7348uvRjz/5nH7C5uSTjtdvsrZq6c3wiJO+xlrWR598yo2fOMmtXrNGzrV0w4cOcQeO3N/177ePa9UqU+pYw8iwW5uV5dauWeey1m9wG/PyXWlJmW7ERFqQW+ofLXpgU6aWkg7x9+nd2y2Yv+i6zPTM+88+++xgHWuAnyw2WRgBAgQIECBABAhhfSkpKWnJsmXLdNotI5kQQwxFPmCPMcm6VxNGXLdX/OF3NC7TkSnPwQcf7D788EM17DBgxbgfL2R1i6m/AfZ+HH3+5QPSE1OnZGS23LdgY97G7Ozsk7ZGVncGkNmygkI3uH8/Mfr7CinQTYg1Bzllhw0EzC96zndsiEQOtwXi+MUQnlb4720hPD0//OcihfGf84cF4eHDfwONI+S6oqLcJSUnuuzVa9ypLc5zCdFJQmRjXHxUoosT2cx1Ca60ptSd1u58V58tuo2pdVEx0S4mNm4znW8PQi+s9isqKmqjHrsJr78xfv6Jp/6i/m93/ks/UzNp/Gvun3f+xWVlrXcFhYUNuimvqHBffjnTjTpwpHv52Wfcxx+86/733/vcMUcd7vLyC9wbb010/3ngMffAf590r746wX399XxXUlLhWrds4wYO6O8OGjnCHXHYwe7Iww9xhx1ykNtf8urapbOrKC934ye86/5xz3/c+9OmD3/wwQe3bIwAAX5CCAhrgAABAgTYKm699dboxMTEOj4Dg+EIWWRdFZuAhJPI7RE/uYV0RgqzI1IlhIONlWytl0hcqOgBfkQ46peXnp6alDg1PSOzT97GjWs2ZOec8Nm4F6bLqe1jK9sByCojsIOHDnGzZn/rZs36xqUkJ0u/JpPQPyVHmxMlXJNICPePROZ2BlsjiXYcyc+PbflFOu/H1sLy2++3SQ2iqyi5V5TGuZ7J/XSkMd7JPaMRia6PdW3iO7i2te1dSVmRS05Ok3tDrKS3/ctQ6+rqonlpxTepo6OjR3DfCp1qcrz0yhvzBg8aUD/+zRfd3/76Z/f90mXulNN/4S7/7e/1M2ExQtohz3zG5qXnnnZ33fFX16tXT/fBhx+62/92l/vTbXe451961a0SQs9GTKNPONr95tfnu0svGePO/+WZ7sQTjnIHHbi/23dQP9e7Vw/Xo1tn171bJ9e7Zzfx6y/kdaQ745QT3GEHj3DRUfUDunbtumldRoAAP0EEhDVAgAABAmwTQi6jIIUYp5BCjpHtIZ2EMdeOw8+Fi4XdHgmVzy9bt8AD7FXoeMABScedf/m/05s1H5vaLL1lTs6Gr7I25Bz6+YQXmJcbmSHuJNjtunOHDu7Vx550E18Z6/4pxKGsjM+9SjbkpLlBTOVviKCGE1U7DvffUwgnieHwn9tauN0D0Yn8TZB7Ap9hqamvdnJ3cAlRSTqaujWJjSJ8jRLVZs0zXG0dM1w37SK+DV1HSX4zJUw19wC5Jx01f/783Vb5Rx+5Z9GN1/22fvGSpe70s8a4K393vW729vgjD7hOHTu4quoqKW+d6CDOzV+4wP35L7e7G//4R/fOu+/KfTPOHXfsEe7ySy8SknqeO3H00W7fwQNcm7Yt9SUgpLuistJVVlSKW+WqOK7CrXaV8pud0HHRT+uWLd3RRxzc7bhTj2srxQruewF+sggIa4AAAQIE2CYYvTTCikGIYYXgZ+fCBX875w9j/n5JSkpqcO3Y/zuS8H1VXNb3EZbfCCPBAX4cOPIXl44c3Hv4R63atL46KjoqKi8n939Ll6w6cubEF5eFgjQ5Nuc9m35AtZSEhn7ZOfXzifkZ/Md7Av5ybAs7ErapUF8nRC0u1qU3z3RFMUVuUekclxHTSqf+xjmmAIdLgmsWnek2VuW4JZWLXJtWHVxGerqrKC+V+00o0RAi1Yd7EveAZs2aT6yurl4lXuyEfli/fv22vYX5TmLpulXLz7/w8rzrb7rFtWvX1j3/9CPuqcf+6zp37OiWLF2qPYc1/lXVlS57w3qXkpzgzj7rFCWpp592ohs4oJ9rlpYq5LROdweGoPJdWlsXrERd/qJL1vHiv/maYUaU65XISj6JsdGxKeF6CRDgp4SAsAYIECBAgK2Cz0MI0ayHbGIYMgLKMcQVNyWFTzB4ZNHE78exSXiY8HCNnfNL+Dk/YQ2dCzYf2cvRedTojOPHXH53WkrSJ5ktW+xXVFCYk7dx47kTn/3vlYs+e7s4FGy3wQgAU4Q9+NwQIfBkE0EKd/cEwvPy/45UHo7D40RCpHQiYVvphZ+HPPKLz9pkNG/mWrfp5J5Yd58rqs5zLWPaKEGNF4JqAllNi04XQpvqHl99tyuOL3L9Bgx3NZVlrlrIWGNZh48cM8sjJSVpbW1tLaOs9XJv6lNYWHiIHO6WUcdLzrkkr1OnDsueeuK/9Q/e/0/XpUsn9/RzL7rf/f5G98GHUyVEnSstL3HZOetdp07t3Gmnnui6duko5WR9b4UQzUrtf1HyLzo6RkeVo6NjpV7R6ocSOV9TWyuEFFJa5WpqqvW3EVcC4YoualJSU5gmECDATxa75UIOECBAgAA7h0ceeSSupKQkraqqqhFTbc9CjCu1P0eOHPlBUlLSvgK3dOlSl52draObfJuVT8lAXkG4IemHnfOHCRlcoV+bY1tpeUabc7/+9a/dpEmT9MP7bARVXFx8V3x8/F1yfq97KSv6pFI1t99+e5Hn8/PDkedcfI70nTvSMzJ7VlZWuJLS0rHFufk3Td/JUdUd2SUY4Rg/A+EgAbFCJtbn5Ls33n7HLV88U9ddKqkNiaYX6nPWN3lZwrHfjeSH6xf8gP/YHy48TqQ0IgkId/3w18Hvhou/vo35RQrTIHIuSoiYS0xxX3z1vmub38b9vddDbmDKQGmTKFcjWVPrOPmzoXqju3vFLe7Nopfckcec6Xr36ufmfvmR1DmmQTdWF9sluG3btrpTMJus8a1ods1dvnz575999tn5PXr0mCgENragoOCllJSUC3bXbsErVi9+KiEx6YK3x70TPf2zL5Q0HzxqpBu670AXFx8v5LJalOuF1fbhnzB5SGk0xFSPPX+APr3pvoy4VnjEtqJcN25iPSx6ZVQV4Ru19GUykDRW9OszaNCoUaN2+4ueAAF+KGx5NwsQIECAAD8Ihg0b1jk9PX1cQkJCazFemNYWMnc8Y+aHgBmlV199dev27dvHDxw4UAnrhg0blLDyzdMlS5bo9GA/zMAMR7g/v0m/sfBga+fAhRde6D744AO3Zs0a3TV4zpw5hbNnzy4UPXrW7m4AZd4RWHipS5QY4bWFhYUPzZgx45+c0hM/Axx97q9GxMYk3JbWPO3YuPjEqKKC/EUV5VV/nvLKo2Pl9E7rYVcIq7UL/ZzRr/U5eUJY+azNTE6qv/dZkS0JK2JE0u9G8sPdHvGHjRQPP8vfzttvE/vdGKwOVh9/vfz19Ivfv7Ew4VJbW+MSk1JcfLMWQlo/cBuXrXVHNjvOjcgY5VrFtnPFdUVuQfFsNyl3nMtLzXfHH3ee69FjH/ft51OFrJU5PgsTXi8jrCZGWFkGUFZWtkzuSQc9/vjj0zIzM3vL7/Kqqqoh99577xKJ6lWwCTB16tTYww47zN17/723LV+5+mYhkzEHjtzPDR7U36WkJLvy8grtM1Zm2gmCyigqpBYiriOpelr+1Hsj/TXV1UJOy6XuQlLLIarlQl6FtLJeVdJDpx5ZpR/Tn2tCM11in+vYvtuvDz/88N32GZ8AAX5oNH5HCxAgQIAAexSHHnroP1q0aHFDdXX1Vu/NGC57Cmac8q1TNhXp0aMHhqF+e5VR1by8PLd+/XqdJmzlwlDj2Ay2SGjsnMUNR2PhMQZHjBjhpk+frmXBgFu4cKFbtGjRFiQ6HHtSj8DyQ1elpaUFFRUV+3z++ec/+W/FDjvxrM4t0tL/kJyYcFlq84yo4sLCstKqivuXVeX/Y9lrrxWGgu00dpWwIvRzI6xvCmFdFkZYLYwffkKppCT0O/zYwkT6HUl2Jg4IP24M1g+t7v5jE7vugR37/cPFdBPux0hgUkqaa9G+s8vOzXbfLfrK5WZnubqqWh1iTU1Pd/36DHODB48Uvwo376tPXVVVpYuX69jqg6AD0oScRiKsEEFGXDt27HjJeeedF9OnT58HJU6M3BOeHjly5G+a6hulUoaoGUtmpHVObdtx4uR3L0lJS/1d/777xCQlJTYQy01ljnExOt3Xm/KLcO1DXkNpST/1Ru8h9+x2Xl5e5spEIK2MtOKHsB7W06f0YcnDCGtSYqLr3LHzwUcddfynkqfXYAEC/ATR+B0tQIAAAQLsMQjpapOenv5dUlJSCwyRPQkMp20BYwnB4GK9qMGMyR1FeJ6ksz3liAQz7CwN3F1Jb2exI/mhx4KCgtuEaP9Ffu7Zgu4htBt2YvLAvm1/Fx8Td0PzjJYtystKXFlF+Su5xXl3zHzz1e8kSJPUu8kIq/TjLCWsTAmeJSchEpEJq/UxP5nk2MR/zh+mMWkszPbENfGXy479fdJ+m5/f3ZpQ70j+yNbOmTBySN6Zrdu6tMxWLio6TtqFe4m3q3eVELR1K5e67Kw1+htiR/hw/QH/lOBwwsr69d69ey9/5513Dv7ggw8+lHO9ysvLa4uLi0c8+OCD31BVTWQXIPWJ+u67zzNqouJ6JcTGjo6Njf9jZVVVTI0QTtG8ltXWpG5OVsWV37HUTcKwg3AdfasOAuqRT0ZTIayQVaYDsxET5N2T6gaS6vXhapeamsJ95Knv26289PbDd8+05wAB9hYEhDVAgAAB9gIceuiht2dmZv55W6Or4cAg3BOwfMxA3RPYkXwwFA1m3O4M9kTdyAPCKkZprhDtQZ988klW6NRPBkecc9FZSfGJt6WlZ/SrE8JXXFz0WUllxV8+efXp9+R0kyq5qQhrdHSUW79BCOt4IayLZom/R1g55ydmIBKh8sjKzhFWv0QK7/ez/COJwY79flb2SO72yPaQU7/4w3MMca0TgqYETsgqLwKqhKRByNRPyCqltbpQ53BdbI2wgqFDh+L8+tRTTy0fPnz4c3LMWtb30tLSRjfVWtZVn32WVJIel15RW99NSvh2QkJ8C+piI6rRIXJKmfyjrJuIbLSnDyGqjKxCPqtr+FxNhc5eYSqwEledDrxplBX9VQthJbxuNhcT/eWQAb2PHTLk8IJQ0QIE+Mli050sQIAAAQL8UEg4+eST56empnavqanZfN5hCBh9exJ7Kr89Xa+mwtbKjWENthZGDPFoMUJLsrOzfzNjxoxXxevHqYgwjDrjgkGpCQl/T0lrdkJcfHxUSXHh8rLKyr9/+NITT8jp3VLHpiGsEI5ol5W9UQjrJB1h1U+KCBGBXBj5MhiBMkKF6z+O5JqE/0ZAJH+T8HMWHvj9wt1IsHpY3f3H2yPowuKYXkxAuJ/99vvbqDUCzLW6INTPxOpjU4K3QVhXjBs3bsiHH374XosWLYZLvlFFRUXnS7iX2PFcA+4CpKwUJuq1116L6jew9+dChodXlFewNl3KauQ02iOvDcIaVu8c/uiCb7Wy+6+OoIpbXlHmEVYhq37CirBjMp+3IX5srNZ1Su+B3c4/aN9jf/JLCgIEAI3f0QIECBAgwB7B1VdffaEYPY+IEZNghluAnzZCRnhBeXn5dffee+9T4vXjbvh+/eKPHjjipsSExD+mpmckFhfkV1bW1dy3OivnnoUfvLUxFGq3YGcJq3epbSJQjLBmZee5txhhZZdg9W98SrARqUjkyn8cHnZHZGvxrBzhv/1uJNg9xu/6JZKfn2zuiPjjoUdgfuFpAn99TId+HTDCamQVyczMbCCspDFs6DDdfVeOLz7hhBO+EQL7ZXx8fGxJScnajRs3DnnqqadyNKMmwpx5X9/SqXOnWzbm5sUwcmrk1JPNyWp0lEiM1EX+MbpaWVmun7fRjZXELS8vFcIqooTV23xJpxpLvRmJLSstK4iJjfk0OTn5zTHnrn0qKmrXyXeAAD8WBIQ1QIAAAX5g/PGPf5wohtcJpaV8KD+4Lf8cgHHNmjsxoieJQX1iU4z8/FA46JTzDktNTb67eXrmsLramqjioqLJ+YWFN3858dU5ctpjIrsRu0pYIU5ItFx7WRsYYfXWsPJZm8ZGWEE4mdpEVDy/8HN27P9t6YQf+2Vr/o0dA/+xwV8H1U/otx3bb+oL/P6I6cEvIJI/4ve340h+iIFyU99wAeEjrEZYY4UQ1koaQ4cMFXKoGzStknR6XnHFFQ+2b9/+YvkdnZeX99C6deuufu2115rsO81Tpkxp3rlrx+lt2rTuX5BfEMV04IYyQ1A3Kz9E2utLfFO1QggrI6mMsHIMUS0uKVKiCsH1/KvWS6tOFU1NyEyNn3bqqb9h+cAmZQUI8DPBlnezAAECBAiwR/H3v//9rfT09FOYDhbg5wM+CyRG9Ds1NTUn/RgJa8eOByT1OaDP35JTk69JSWsWVZCfv76ssuKWj1575nE5vVuM6ncWL04YmJpxdnlJxZJevTrOEFJSv6tTgiEQTAmGKClh5bM2TTQl2I79/tsroLE4oLFj4D8Oh9UjkmvH/vpybG64n8VpLIz/vP+3P4yJgbKb7vyCf6OENVYIq7Tp4H2H6IsHfksel/ft2/fFk046aVFKSko71oEWFBQc/dBDD30gaXkFaAJM/2p6j87tOo5v0SKzT76QVjTPyCqbK1EWoN/01TXR3hpUCGplVYXu+ltSWuzKK0pdaWmJ6ShfmO9riQlJEwf06f5xt25DgjWqAX72aPyOFiBAgAAB9gjuu+++hhHWAD8fMMIqhPU9MaKP/7ER1uEnnzEkMyXjkfSMjOHVlVVRhaUlz2bn5f7pu/fGrQ4FaVJ8v3p1r6TYxAvr66N+HR8X26aopPikHl07ToJ47AphNRIFMYVbrNcR1sk6JZhdXDlvpNVIFoA8GbEyt7Hj8LB+wc+f3vZIpPDmZ/Afh8PqEcmNJOHnjFz6/SKJ6cxcBKBP/c6oCCOJ7AyMWLqU3XToF/whp5DVSISV5f+D991XCuZcQkIc+eko669//evTOnTo8ILkFVtcXLxArrcRTz75ZLFm1kSYPfvT1i1bdXwwrVmz0yXj6NLSMq/O8o9Nx1h/Ws30XyGp+MfGxbuUpBTtp7NmfSnnq6Ue6S4xMcmVFJd+3bZ19gHDh19WHUo+QICfPRq/owUIECBAgD2Cxx577L527dr9X1VVVXBP/hmBb8ZmZWXdd/HFF18nhrVnzf8IMPKUc8ZkNGv+37TmGc0K8/M3lFWW//7jsc+9JKeavA7Llq0ekZCUfL1wlTPE0s+qqa1+uqym8vE+XbsuDwXZhSnBoTAiSlglbNaGXCWsKxbPUgLlH2E1QgUgT0aszPUTq8ZcE37709leCY/j/23wHzcG6mwwHfiP/X5W7/Bz2yPE9f9mdLGoqMiVlJRo/2dDIVwIKzvfEt7qg4507WfIxS98hLVFixabEdaBgwZpO7ILd2iU9XcS76FrrrnmjYyMjJPkVHR+fv4/161b98emnBpsWLZsyTmJSYk3xCfED5V8o0pKir3P1FRWSD1iXHJistQ3ScsH0Mnsb7/WqcFx8fE6tbmuvi53yKD9+7Vv375J19sGCPBjxrbvagECBAgQYLfi8ccfT0tJSfldTU1NF/nZ5EZUgL0SbPW5Mi0t7YFTTz21SUd7dieOOGvM39NSm92ckJAYVVhYMHXDxg2XfvPe+O9Dp5sKUctXrzs+MT7pxri42EMqqyrn11RW31NcvPHFAQMGVIXCNKDpCGu9W7dho3srtEvw1kZYAUTKiKjfDffb2rGlY7/9/uF+Jv5zdhzJbQz+etix3w2XSP7Ar5NIx4gdm1tQUOBat27tjjvuOLf//vvr74kTJ7pvvvlGd8hlmjygDuglEmH1j7BuIqyx+smXAQMGSWQhrBKefiB5rpTk+o8ZMyZDCOA3kn7LioqKGiHMox566KEv5ZxX6CbEWWedFfOPf/xldK2rP7u6qnqkkNWOFZVl8enNWriWLdtov4qDTEtY+taS7xfretW0ZqkuN3cDI8913bv0GD548H6zpc5NXr4AAX6M2PpdLUCAAAECBAjws8ewYZfGZXavfDwtPX1MbV19lBCNhz76dsO17vvJlaEgu4x169a1qqmPOTc6KubquPi4ntVVlVNdnbu3Q4dWE7dmuO8qYYVMbRphDRHWJR5hxT8SYYU8mRjhxI107A8TfhwugPMg0rmtHfvd7YHVx/Rgx+aGH4eLnfPrxo79gh8oLi7W8l155ZXulFNOaagnSyFuvfVWN2PGDBcfH69hOIf4CStuOGFtmBIcJ4S1ulYI60BJsV4Ja/go61VXXXWZhH9A0oqR/vu1yEHPPPNMhRZiN0HyTszJyelUXJGXnhSfekhycuo/slYvikmQeqY1b+nqo+Jc1vosV1iY7xKT4t2G3PXSD6Ndu7adTh03aML424OdgAMEUHh3iwABfnxIEMlMSEjoIXJkcnLycSI3JCUl3Sbuhe3atUv2gv0wSEtLO1DKcQvlSUlJOZcyyvFwOdVSpLkGChAgQIAfAfY58OS0jB5VbzTPzBxTWVkVlb9x4zUfvf7sb5uCrM6fv6bF8uVrf7lqTfaE2vrY76Ojom8TmvNxeUnlsA7tWh3ZsWPrCUI2PDa02xEiWRw1/NkEI2CRxM5HImzh4g/jPwaN0U1/SSxseHz7beL395/3uwhojOhKCM8NhZODhuPwfMLz9J8H5MGI6MiRI5V8sgkSU4JZy33IIYcI4axW8aexNdkclN9f/3pdNxrC9SJpDz300MNFRUVTJW69kNyhzZo1u47RUC/I7oHUuaJ169ZLenTu81VsdNTUeincmhXz3bzZH7sV33/ryorzpP6pLj4h0auTSGJSopProEf/1/pv/9uHAAF+4ggIa4C9ESzuSImPj+8dFxc3lE8+CNn7nRDAP4g8Lw+314UQfiwPmy8SExOnybm3JMxYce8SuVUehI+WlpZOkofEUV5yew6tWrVqm5GR8e/a2tpxUqbbpby3Cll9mjKKO0nK/JmU/bPU1NSJUo/XRO6mblKPMbGxsQdIfQeTjEi8JhggQIAAPyQ6dkxq3y79jfTMzNGlxcU1BXl553381gv/kTPhjGG7kZWVNWDVmpzrVq/d8H5qs7gFMfFx/xYDvdJFRf+qrCS/W6f2rS7u2rX117uLqEbmZkKCQi6kwX4bOVIyEfa7MT8TI2vh4o8DIG+M4jI9trCoyBUWFrqiQs81KeKc+he6AhGIHvEsHSNq9tvv5xfzB+xiW1Ja4uVrQn7mkl9ByJVyIfWiPIinpYUY7Hck0RFsibds2TK3fv169aP8jKiC2bNn60gro6Lhcf0Cwn8DpnPzm5F1yCo78rLLMyPqkm8XOTdGJFr09n9lZWWllF+eyX+QZ/E+Gn0PQLh4blV1TVlGi7auuDDHrVg2z1XVVLtEIavJSbxj1+/H6uhwSnJKf7EnAsIaIEAIwcUQYE+Dp1OGELN2MTExKXJz7iUPrWbyQOku0kEkQ6SrSJJIaxG5d3trV8KlMfAgqqiocEIC+fmKpP8XeUDO15O7D/FCkK+Uct1UVVXVFg95GOqJSOChhAC/ERHyz5PjEjm1QVx23CwSv4UiRfLQXyHueqlTkTx418o51nMFax4DBAjQ9OjXL/7wPkNfz2zZcnRpSUlNUWHBmZ9NHDtezmxiCtuBlStXZtRFJ42MjXYnyf3rMPFqJ3fw1XUualpsXMyE+Oi6z8Q43+l1vDs6JbimhuNNhIt7L348VdZl57q3Jmy+6RLCMeIHzyFIl98N94vkb8cAwrZu3TqXtWatO/nU03S0rUY/saOnBRJe/3p/hNgLgSxw06ZN002K+vXvp2XX05sibXbcGD77ZLrr3qOHG77f/k5rJrrwoyFPKWtVZZVbvmypmzHjSzd46L4uSZ6v6AX9AXRj+vTr1e9SptWrV+so6/333+/69++v55588kl3xx136NrWZs2aqZ/pzqYCQ2Rx/VOCEVvDGhcX6yoqq12fvv2lNDYlWETceG8t6zLJn42QCq+88so/S7xb5TgmPz9/UmZm5sm33367p8TdiOXLlycmJMUvjY2OavftrA+iUptlus7dB6vesVkKi/LcmqwVLi21WX3nTj0fW7V8zVWHH374bi9XgAA/Bmz7jhYgwPaBUVGewB2FjKbLg6CNPGggoakiPEFS5GHTVdyW8jtNjiGmDRspmABzI4GH3rZAfG7+pM3Og/LwKxfv+8UwuHvNmjV5XqimgzxkT5Vy3S75DaJ8bNUPWeXhui1sb13tgY9gJAiqxN0gv6nbUjlfLGktF3eN+OWLAbNQfldVV1ez4QRhttioJECAAAEaQ/dhRzXv0aPDs80zMk8qLS2tKyst+cVHb744Vk5t8yY8derU2N69ew+qqok+Njoq6pjomOi+evty9d/U1tRMqq6Pen+fbu0XhILvMl544bWnjjnmmAt3nbDWC2HdKISVTZe+dvWQVTlnpNXCA7t3c5/n2Fw7Dv8d6RiJlWfUqpUr3dFHHeu69+zhykuKXHz4y07TuGTJNNri4lKXKsTumSefcAMGDdTy62lJb3tAuMqqSrd21Vp3yWVXuvVZq4UopknyEt+fRChfwq9cscL1GzTYjXvjdZcvhDkjI2MznUQSe26Zi5DW999/r6Op++yzj47u8rtbt25KPkPPtwYd8hw34Xd6erquXW3Xrl0YYY1z5UKq9+nTz0XV12l4W8MaJ25MjI5G/1byf/iiiy6Kl3S+TEtLGyD5RRUVFZ3XsmXLl/fEp6XWrFn5j/btO11XXFIcwyZT9fWiQ/kXExXjcvM2uPU5q11O7oYvU+JaHX7yySfv9R/mlrY9UXR6m+h2t06tDrBNsBb7QmmLJSLbvEf/GLF9d7cAATZHOyFkx8oDoaM8QAbJ70S5QPqKGy9+beQ4wR42wFzxb3hggfCHmMmugjSMsCKWruTHaOUdGzZseEzcXb6g5QE3TOp2m6R9Ir+pB2CqFm/Nrd47i1CZG3QESBN/XPPzu4QH9tCX39kirDNbybGEyRJZIvKN6Gi6BgoQIEAAHw4++bzRiYlxf2+ekTGopLiopiC/8MIvJo3d6mdrli7Nax6bUHtodJQ7TYIdKl7pcrNaITemD11d1DslJblf9e3bd3fshhz1+uvjvhg58qD9amurd5Kwev5UL2u9N8K6fMnX3vczQ8K91e6vBnu22D05/HhbfgifMzlg5MHusiuudG+MfcVdduklGmZruPnmm91vr/69e+3lF93nX3yuI62A9Az+43DUC6GrFHJ33Y1/dFlrs1znTm3cwIEDtxrni8+/cF/N+tqdeeaZ7vrrrhV9Vml406Ff0FOk3+byXGYDptzcXCWVbJyEy/pV0jRBDwjniMMxhNU/wirP4QbCWlZe6Xrv01fieiOsxAkbZV0qVRki6RRfeumlR0q8yWLLxJaUlKyS5/a+Dz/8cL5X292L7Oys38bExtwg+ugEYY6KinYVleVCVLNccWmhW7tu1dSygqhjL7ts7/8Oq9ThRXHO0UoE+MEgfZuBif+TdnhS5Cc5627X2UGAnxXatGnDG8mp8iBg86CGBysPl3DwYPK7BowF/Ly3n956FeJ7RkSNHvOg2VkQ309YDfgjkt8XIrcIcZ0SOrVDkAdkO6n3H+XwCnFjeAj70RSEFZ1gJHkP3Fgtt/nzUCdPvz9o7BgQz1wT0fXdaWlpt6xcuXK37pIYIMDejOOOOy5hZXFlz3YtWvTNzt/YLTUxJT02LiZRuEttaXl5aUVZZVGz5mllbVu2KMzKzVlXWFRUEBubWNB/cO+81x56iKn7Pwl0POCApO5tuh0lhv8lScnJJyYkJkUVFxWszM3Nu+zr98e9J0G2IKvz5s3LTGve6kQhBGfW1tUdICYrg5Qzo6LqxtVWu/e6dGm7LBR0tyEvL++Q+fMXfdiuXceY+PhYt8uElSnB4xsnrIQ3cJ/1C/f8SG74sf833yM9/Mij3U03XOeuvPwKl5+Xp/nGyP2dzYjIj3DM3KmSZ0uc1K2goNC9+fZ499hjj7pp06a61NTUhvJsFyTN8opK99e//d1lr1/v/v6X25U0VspzM1nyhPyhOepbWlyiO/AybfncX57vxlwwxgnZc1VCWKMlv0063JykhvuFHxs4Rr/4G6gHgo7sOW5iU4L9I6yQWMpcWlahhJV2NKLqPUM3G2W9QtJ+VKTuqquuei4jI+OXEiG6oKDgtuzs7Dte2w3fZo2E2XNn3tW1S7fr6+uiY1hrm7txg9tYkCPtUuKystZ8XJJff1RAWANsL6Rf8yy6VtohIKwBAgB5SNwjROk6/wPHHjT+B44h3A9DAaKVlJSkDxK5sFQIh/Dg4sEMKSPczoD0IhFWA+eB5PeKlOcvYvBs7/pWXacq8W6WdNv4deDHrhJW0kUX6MifjumJ8+RBHe2Bjr/B6mew335/jkXX+RL/sLVr184JeQcI8LNAZs+ezTq07XxMYlL8CVEu5hAxZnvEJzKNn2tJ7g3yj2uE9YIKrjsMeMgLL9zq6srro6Jy5TosiouLzU2KT1xXVFa2Tq6wgpjY6FVR0bHZq9euyhs+cN/CuKTo7NcefRRjYq8zIo46a0znyuraIWLHHxYTHXNSSmpaj9i4eFdSXFhWXVPzePbKjXfO/+qd9aHgHurro1auyj6yPtpdHB0ddQI6qq2rnRJdH/VSfX3l1M6dOzf5soutQZ4Xzy1YsPi8tLT0qMTE+J0irEZKaXkI65tCWMPXsCKR7vn0ExPuxztyjHAfHzJsuLvx2t+7q4SwvvL6WHf2ub9wORs2uI8+/MDFin4rhVAPH76f69t/gJvw5huuV88e7r0PP3T33f8f9928uboEhbT8CP9tsDrXSH0u/vVvXGZ6czdi5AFugKQ9aMgQN23KFCfPBCfUTtfTHnfyKS43Z4P74IP33XNPP+2G7T/C3SYEt1qeQeRh6YWLPcf8x36/SL8NphuebegLF3uAYwirkVVcP2Etq6h2PXr00DTCCSsu/ULy4ZvBQyWt4t/97nc9JN2vk5OTm5WWlhaWlJQMefzxx1fI+c0Nl92Ab+fNurtzpy6/d/UxHmHNy3F5+TlSh+KAsAbYYUi/DghrgAB+yAPibrnBX28PmnBszQ8jgY2QIGL4sRYHATycIGc8dAAPcYjrzpBW0toaYTXw8JN6MI3iP5LX3cXFxRu9M1uCdaqS7u0iuk41Uj0Nu0JY0Svl5415qHyanmdMOa0POsRFn/ZdO8uL43BE8gulnSWHJ6xbt2625xsgwE8bnQft361Vq/TfxETFnJeUnNKF9YNVlRWusqIqx0XVf1dXW79SCOhKuWjK5bqJluuuuVzrmXKxtBCCmiLhm8fGRLeV+1bL2Ji4FNYaRsu1yG6rXFNiZkNrXU2IHEXxJc+6ujwhTCWSXG5UdFSWnM8rLikryEhrlpeQGLc+Ny8/K6reVUZHxZS4uqiirh3bFWe0Si179IUXyl12dpXkz5zByG/Htg5unjHHXHxxStnGkpY1FZXtEpKTMoQCDKqtr+seExM9KCYmtk9iYkoSo3boobysbGFlVc1LYrq/+M1H4zHsGzBv3vK2zTNSL4yOibqsvq6+k+joM/F+qq667O09TVINottOtbU1cz///Kvm7dp1lHvjLhJWObZNl5YLYYVI4E947sUI4Q12b8W1e7D2A/ltfpGO/b+jJYno1HSX2CzDjRo62JWXFLvjTjheSGKO+/ijj12MkC02PBq233DXp08f98H777vi0jK3PGuDW7N6pcuIjVLy6Qfpbg1MCU5ISnZrCkrdqJEjXJS0/YAB/V3/AQPcxx9/7NauWetipGAQ1mOOO5ZRbPfuu++6Fm3auQ8+/cKlx9a70oJ87femQ9ONX7bmF+mcwXTEcw49YQfY8zx8hNWmBCcmJriqmmjXvn07jauEFaKq8T3C6xtlvUTCYNjXXXnllX/PyMi4UY5jpJ6P5+TkXP7aHhhl/fa7Wfd07tjlmoCwBmgKSJ8OCGuAAH60b9/+H/LQuJGHDfA/ZAzhfnLx6IgpJI4pThgAbJPPpgsWlgcRZBUyi/CQYkMCCC0Pmkj5NAby2x7CaiAvqQ/rW/8WWt/aYBw2tk51a9hZwkra6JVdEolL3dGREVbLGz2x4QXEFb1CWtER9fYj/LcBf0TyWifuCWvXrv02dCrAzxwzZ86Mk2snsaSkRGy72Ljk5OQ0cdkkLVWu2STpM6xT55NT7OIdL/0yQfySJCq/1ZV+yoK6BPqY73qRn0LXxCgUvxiOxa0TtxZXzuNqYPHDAdXixaYjkEdeLOGWibAmu1pIRLn0/1IpX2VqamqFlKukvLy8RO4bxVImftfK+YoTTjiB8C06Dhj6++bNm12VkJCYXldbI9dV1ReFZSWvr1uw6D1XXcosi+3ajfPWW29Nvf1//0s+ZPhBzcsrqlrW1FW3E9O7eWbz9A6iu46VVVWtkpOSMqQ27aT87aKjo1KF2MZERTOjRIitGMx6X5LaUmOmo3LdCzvSEVyJUyEst0qIFfUtSUlK4q2U+Emh6+qr61xUlRi41XK3qJJwoiNXLdQnVohkfHR0bJwQjcTYuNjmFZVVzYWopYqxnhobE9MsNj4hCoKOAU92NdWVooMK0ZWbJelMq62v/ejTca98LlXc7NuqS9eu7RwXFXtdbHTsZXzasra2+onKmrr/9e7afnfvvL5NiN5uEufvU6d+HN25c7ddJKzS/HLsbbq0ibASlvO0EUJ4P+ivjQn38W35MWLfuWtX16ZzV3luJLgWcm8vLCrUe3oKU30lO7lyeJngpG/p5khFhcWuRJ4N1WXFbvmSJTp92Mpi8B+Hg3pQjt79B7gK0UPHDu2lP1Trc5M8IXbUkr5ZXFQsv+NcvDxv1q5b55JEt4vnzRX/ws0IayQxfYUf228rC7/9MN1QRq4Vv4SPsBphZdfikvIa17FTxxBJDY3MIqERVo5Da1kXSTY820uvuOIKvlrwrdxDOsq9o1ruIUMeeeQRNgTbvFBNjICwBmhKSJ8OCGuAAH506NDhH3KTbyCsIPxhA/x+HCO2Xf3GjRuVjPIwsvOA3zYCi8sDCzIGON5eEHZHCCsgDiLlmyHuH6RMGGN/FmGdarS/vtvCzhJWDCNGViGkkFV0RD0gpf76oy/S5kGNrhiJJhzxTJfAH8dgfqG6BoT1JwjpA1G5ubmpX331VaIYcsnSF5tJf8oQo7u1CAS0uVwXbaX9M6RvsfgtTX5DOFPkmBHFdHEhnxBLPkMVL3GiuZbod7jWj4AdR/ILh79/GhoLCyy8P57/2CMansj1Uy9pVUm9mLYB+cQtkDJvzM7J7VhSVt65vKJc1+7V19Uv7Nuz27P9+/RaKFErSktKiitra4tEH8XZ2dllAwYMqOjevXuJpLcrD/4Yl9kzZeDAns369OrWZt7C+RnRUbHNW2a2yKiorGgj7L2DNFVqYnx8q5j42Ay5hpvV1daliH+qEIT4qJjoRCEEsUy5Zaoy5ADigr7ElJdjyUGPGdUViF7QDcfetGUhv3X1kNpy0U+h5LO6srZmRVRdfVZVVc238UkJSzZmr1g8d/r0iBvNLFq6av/khIRLpOEvkjwrhPDdW1le+N/evXvnhIL8oJC6xot8I4d9hbBG7UnCigDru9omoWOuEfvtl3B//2/Sp8zY/Ly/8YeT1EPHesQfvQZZP1olddIRfg23CeG/I4G6UN94eW4wQuu9N1Iv/qqr9RTxaiv5Spmr5HkkfUrLb7rw6yWSNHbe/IG5wOpOHtTVBBIfaYSVKcFJSYluY2G569qlixBTb1TVi7M5aY00ynr55ZfflJGR8TfJj8/c/C8nJ+e3u3uUNSCsAZoS0p8DwhoggB8QVrnp38gD1g//w8Zgfjzw2cUQEgpZ5ePjPDjkompwSQ+SxjHElpFYCBjkD+IWTsa2BtLYUcJqIC75iORK3Jb6UN9B7AxhJR/Cp6WlqS4oP3oyIopQNsKZ8cTDm+39qSMj1sQnDDDXD79fqJ7r5DAgrHs5pJ3i3n333TRpM4hmkqCtECumpTaTfsEnpJpLsDYSro30AYgmfhnSR9LkOFn8GBWNYZ0bfSbU9iSt4BihT/ldE38YO95RbE8cyrUzsHi4fgFcE3ZdYBR65yys+Ms57k9cs6JTLnYd1ZU4xeIWiEDm2JRsg0i2SIGELRBdFss9raC8vHyNpFWSmJhek9gipbR9827l7F0j8TcbpdxBUHjaMcU1b52WnN68WWJcYiIvrlKTk+NS0lKSErjBCB+Oia6Pqo+Jjqqrrq8rLisuy99YXB6XHF9XW11eVZiTV+AKswskHQyZRg1fqWPMsmXrOsQmxnYWHQ0VvewnBRgu9Wor9VhRXVf9ZHZh/osj+vVrdMnEDwHppyeJ81ZdXW30tGmfui5dmoKwbvoO6/YQVoPXn7Yu1g93RCxtc/3+INLvcPj9wssNzG9rbmN+kQQdWZjwe0n4OTtG/LB6oTOeb7jcuziONMIKYU1JTnLrc4ukH3TR9iesklXf6CpE1TfKyqffhomUXXXVVS0kj7ny/G1XWlpaIvfWwQ8//PByKcrmBWtCBIQ1QFNC+nNAWAME8MMIqz2I/Aj/DQiH8JDhwb9+/XoNx8MHAmsjqRiMjBQinGvVqpWSNMAoKw+s7QXp7SxhNZBGpPpsD3aGsGIQMVpKPPQFAc3Pz28YbcYlPYxWdISLPnlQs7sjO01C+NFdJFAfA8eI5BMQ1h8Is2fPTpH2yly3bl0aG35IP82U9mwnbcL3ixkFbS99oo1IuhzzLeN06Y98wzjBXmDQ1rSj9VNzPePbm0IeSX7uQAPhDz70aNcrLr+5d9gxwDV9m4655qTNxPKOqpVTRRK+REKVR8fEVEXHxFbHREeXSzoV8fEJ5bHx8SXRUdEl0bGxxbExccVxcTHCkDgXWxgfm1AWmxBXHh8fUx4fowQZwlsl+TFSXCF5YoDYDYUqMJ1aOJk2KJY/52LFjynX3AQYGU+srKyNLysrSxaS1qK8srqNJNNaKpUkBnKG2JfN6+vrMqV2aVL+GJQi8XPk3Nzo6PivEuJip7dtm77bd/ndWYja3xbnxKqq6qjp0z9vAsKKir3P2rwphNU2Xdpewmruzoq/r1lfBHZs5yy8Hfuxrd/AX/bwegB//fxuuP+OiF9vCMAP2G9zrczU24Rrkfsdrn+EtWFKsDwHU5OT3er1ea5L587SB5I0nS0IK7/F9Y2y/kbCPSVSJ+TwtoyMjD9JfjEbN278V15e3k27c5R1FwjrBSJ0imdFPCX+gJB2bDLCmpOTo/ZNp04skd+87/rP8TL/66+/dt27d3edpb3DwzYVyPOFF15whx56qNt33313Wz5NAenLAWENEMAP1rCKsbwZYTUX+I8B4XjgMHJoJIzfEDAePPjzG1LKTYg1m9yUeCAxKgvww2Ag3PaAm8quEtZdwc4SVttoCbBLI7pjpBkdoStICrpATxBUSCv5oCsjspHq67/J2jH5SJ4BYW0i3HrrrfHHHntsqhg56dJuLUTPrPNk2m176YuZciwEIaqF/O4gLlNuU6UNcCGn0mzeGm6MMkB/4FpC6Acm5mcS4IeBXUe4dsw1Zb9VQuflj7qcp52FyKrRzFpW8ZXzEldsPab9Eta718XUKeGNiSmQflEo8dmSVdxo1rXWRjMfVI1W1gLXMVE4uq5eKJr+Fy6rE4brY4R/1UlPEdIbLfHriiVesfSa0trquo3S7XJjo2NXVVaWZ9fWRq3r1atjFmlrZfZyyLWwjzizpbyJ3Os//XTGLhHWbX3WhvDh12A4aGNzIwnYoo9EPEca9A2BheFQznteXnjQ2LEhkl+ksqMlcrFz3vTgKNVhlHhxnrp757z6NybAwvpd//nw8OYatM4ids34hZe0RlhxebnN8zE1NcWtXJuLjeIyM5qRil5nrGVVsqrHHlHld2iUdYHkw2yCsmuuuaadtPU8eQ5nyvN1neTd//7772eGwm7BThDWk0X+LtJP5G8it4n84NertG2TEVZezmM/3XXXXe7666/XNgNz5sxx++23n74gnDx5sm4+1rt3bzdlyhQ3atQo7Se7A6tXr3a9evVyb731ljvmmGN2Wz5NAenLAWENEMAPRljlpr/Fpkv+B47/mAc9pAoytmHDBiVaPDQgYmwc1Lp1a/3NmyymC0NcmQLMQ4kHEcYCvyFkdvPaFuRi/VESVogp5aWuq1at0k8VQNrRBXriGB0hkH/CkQcPbepsmy8Z8PPDfuMikmdAWCPg1Vdf1XWbon/ppiktRK/p5eXlHEMwWQvaVtzWontIJ6S0lfR5puvyhoX1oKmQT9oGoU25JhAz3HBpc/NHgLkBfrrYsq0jtTnXar0Yq1FFcqlWyHG5dJkcuW5za2vrN0q3goTmRcfFZMfHxOTL/a5A7gf5zZo1yy0oKMj+5z//WTBr1qy9fjrhzkKuHwz3m0Qf0byo+/zzL92urGHdggx5GYoAAN2uSURBVLCGpgTXSTyuUxO7fje13eawe6v/ONyPewLAtXN2ryiTutTWsGdB6JwXKRROf+j/hPgEfemLP2Uy8HtHwGZNPEfKSr0NEK1enstv/RX6HaWEgh2l2QXbwu+IaGqNHPvh1TcyYYWcRpoSDGFdsSZXfrdybVpnanyPqHrrWTeRVs+1UVbBr0SelfB1V1xxxfOS/i+kraPFVjlXnruv3X777ZsU3ITYAcJ6iAj9/UARa+CPRT4S2VrZWov0EdlWp0gUGSHSWLjnRH4twmyPLSD9r0kJ6wUXXOCefPJJt3z5ctexY0dtx3//+99qM1555ZVuwoQJ7uijj264jgzYREj46Cy2JX3E/Cwc/QgJhz+dNWvWNBDWESNGqI0Vnv6OpBdehvC0dgVyHQWENUAAP+QC22JKcKSHDr+5EHkYYryzLhXCygXPw4KbDxc3Dxp+c/GKoaXnMUAguLwpxbD4uRBWdER5KTtv9oyw4m+7AjO6ip5wTSdGWNEh+RrwM9gxrom00TrJ9ydJWKV/Jrz99tvxS5cujevatWuy6C65tLQ0TfoTT5Tm0jZMrW0l+msr/Y31SxBO1oky9VYJqPjFy+8UXD8BRXe4wG/E4prw2+A/DhBge2H9DNeOEa55f3+zY+6VclwpUo5IEuywzAZJedJPS0QK5TrIl/jr5R6VLeErJd0iCVuYlpZWRPisrKwyuedUnX/++UxHZmryXgepK2uz50r5ulBv7re7Tlg9/XGX3LSGdeZmhJUwuIQH5vpBO5kbfhzpN0J78szbsD7b7SdGcctWrb2RTUrj/SeWhNUDjbNhfZab8+23Lj0zU4zxFlou/LcXGlZk1YqVLlmI734HjGzQlR+bUvSmTc+fO9ety8rSnXjpi+hEzxJ3G+IPZ8d+1w/TjfV5b2R0E2E1shpOWBlhTUlt7jq2Z28HNonaRFAbXBXvOgofZRVCdJxcI+PlORorz9NxQljPFMIakajtKrZFWB998IXRH3300VMS9HSRXSaD24mVIuHfoZ0i8g+RiCRI+kCTEtYXX3zRnXvuue7ll192p556qtqE7NXxySef6GiqPNcbRlg5hry+/vrr7rzzzlObaPTo0e4///mP69evn/v973/v7rnnHjd+/HgdIZ00aZI77bTTNBx49tln3S9/+Uu3bt06JabS1u5Pf/qT3gtuvvlmd+mll7q+ffs2kGiuAUZ/r7vuOu2TEydO3O70LN6bb77ZUFYwY8YMHT2mv+8KpB8HhDVAAD8grHKhNmy6tK2HDxclJIrRQyOsgBsTZMzeEkPSIKY8uDFAIGkQVuL/nEZYuQky7WXlypVK9I20oifqYvpAiEN4HtrUGcJKHMBvgx3j+o+lrX4Qwvr00093EKOjldzEGQ6mgWKkHlK9GL57GSt6A/p5FSHnfF6FtXmQxyTxF9XGx0q4RPmdJg9L5n6xsy273RKPTYZS5FyqnEsV/2Q5Jix5QVKjwttGzqmL8UX/xUX8fiYBAuyNsD5Mv+bYhN9+P38fpm9zP0HEH6JbgyvhyuRaLJFjSG6ZuKUSnBs+BLhQhLW6RRKuQq7hakmnStLQdbekIfeq6tTUVNJhl2ZJQh8WKuJXK9d1nVyHtfIsKLzooouWiv8OQfI7TxxGxKIhn9XVVe6zz5gS3H2XCKtuuiTIYpfg8ZPc8iWRR1gRQLxwSJm2cMOPw39zD18l9/sDRox0Rx93vCtg2YyQKwoeCtoAwjNNuUqeMRuys92rr77i+g8aqH52frsgwWql/ksWLHC/v/4mV11TxZQSqZtXJ38yHDNdPVuIateuXdz/HnpY7th8KzxFw5sOIwmI5Af85/0wvZjw3PPL1gjrmqw8FxWT4Lp0aivPQm/qPXE2kdXQ9OBGRlmvvvrqOGnn2fIs3qe0tLRMjgftrs2XtnOElZ3bfyfyfyItiBfCDJH3RKaJbM8IMM/4iLuB7yrkemhSwjpu3Dh9Yc8aVYjn9OnTlWxiO9L2nPcT1q5du7pBgwapP+FmzpypBHefffZRoglpbdGihdqExIEQQ4T53vCxxx7rZs2apfYm5wgLSf3qq6/c+eefr+mfcsop7tprr1X/Dz/80F1xxRVu6dKl2m8jpUf+lNOfnsX77rvv3MCBAzX9AQMGuKeeekrzZwTZbLedhZQnIKwBAvhhhJWHdvgDJ9wFPOR5IDNiysgggh9GFMTBLlIMCDOeOGYqCHH4DTnDjzjbAx5yP0bCSn2JA0ldsmSJ+qEf0xPnTE+QWupGWB7e+LO+FV37gS7MDT+WNtzjhPXJJ5+8Ser5R6lDM/pJpHLZMfU1Pzv29y0L6wfnzajk2MTO+X8D/3GAAD91hF8zdn2Zv/+3XXO4kcC1Y/E49j8T7BoE5odrEkqXb15O2Lhx45gbbrgBUrxdkHQ/EOdwSScKwgRh/VQIa7eu3eV+uCuEtVYNonUbQmtYdUrwlmQVIY6BY9ODwX77/Tk2AabX8vIyN2LEge6qq69xU959x11+2aWN6txw0003u99cerl79ukn3edffK7fIPXntS2gFab1Xn3N9fK8qnYd2ma64dsY5ZkqRvf8BYvcYYcf7m688XpXUV6u5TQdmk625xj4j8NheiJ9nnPmIo0T1lS3fkOhK6uqc506tHHN0pK9eCL+UVYjsTGsbRUiHhpl/U6y3U/Cl1955ZV3CWG9Xto5Rp6pl7Zq1eqJ3TEteAfXsDJt9xIRiGt3EabpXiyyW0Z/dwSipyYnrBBOpuBC5v73v/+5Aw880J1zzjk6My+csGIbHXfccTp9l6VTINLa02nTpimh5Bzh/GEYRYXgWnixiRrOQViNDBspnTdvnuZHvtuTnsUjHdL7y1/+orYaxPfRRx/VpXLUfVcgffgnT1h3uYMF+NlBroXNH7yNuYAbBQSLhzyjhPw2P0glJAtCyjEkDEPCCC5hAH7+NH9qoG48vNVgCtWTKcD4UXcIMDpCV+iJ3wZucjx8TVd++NvDf+x39ySee+65ZtL2N0k/4HMsDUSc9kaoh7+s6IP6UzfqbHW3Y0bjw8Xfj8zIRI8IIG3rgwh5+n/vrFi5m0J2J0wXTS3oeU9IY/n5yxJI4xKuK37bdWbXGtcP1xjXE/cdjKlIwv3If0x4uz5JJ7xtAP3brhe59uKEfJwm97qD5Px2dXxJb4g4B0t8JavqJ2l7183OXztEV+GYf6Hf0dGb7hfk4RcvnnfeDzvnh9/PdOG53j2end67de3oli9b5v59773u3rvvdv/+173uof8+6B584L/q3n/vfe7ef4q/uCuXL3ft2rZxGRKvRnRNWuFtu1UR3RG+a9fOQgBT3fPPP+/+c9+/3b8k/Qfu/4/m5+X9gFcWKdPLL72kdWVXVqbahrctaOzY4NdDuJ7sN65fDI35G/ChfORbVlauLyqsjP6RYPzUP+THywxJr78EP0N+R0vffVeeI0IjtY5HkazIDw1mMDwg0lPkIhG+P7ylgn8iYMT0xBNP1GnBjzzyiP4Ov85+zDjhhBPcWWedpdOOl8k1z8BDgG1jy6s+QICtoEuXLv+UG/kN3PCBPQTsOJLLA5lprVyUtrGSGUmAh4+lwzGjqxAxfmP4YAzx8NhekAbEhTg7Eq+pgMG2oyOs6JOyMi0Y3XDMGzyMQGBpmY5InzC8aYbsMR2YMJwDuP7jcBeRPNdJG+yxEdYXXnjhqIKCgvfmzp0bhZFr5aDclWIk10p/8JfRXOqcGJoSzZvocFhYwLE/LjtrMhKAfv3hgP3mrS0f3wfloanW/jQMlCMlNVXf0MsJDUv/DG9n4mhYSRdCDthMpVrqyLnwtC0sbUo5yR9wnrRpX64V05mdMxCfuKnSd/AlPmucJScJ6IXxhyc9pkCJp44gERb4wxgIy4gGYcmnSPpZuC7tmLIy0sFv9EJ4YLMDbN11eD6EQyiT6Yu6ch0Rj3MWx8LyQitO6owv9wfChqcLCJssuk2QsMBeajQWlpdq3Kcop78dKBcueUVqcysX97lYwoqfEbjwsICw3OOsvoTz19dAnujb/2IqvOz+8H405t8Ytha+KdMCnKc+3bp1oz7/knvQjdsziiW6wGi/SiSKkVJrk1mzvpW0uos+Y7ZrhJVj/PR8SPS6l7BZORvdW2+H1rCGrkeEY8QfB4mE8Day37j+Y0BfP/740e62225xp554spsw+R03cOBgVyr+y5YvddGUTcJ1bN/RtWrTxs37drbbp1cv9828ue4+Ia8T35mo9w8Qnm9jYBdgRpjvufse0UWVG3HACNe6RSvXpn17t2zJYldYUqy6iI+Jdfv0GyAEsNQtXfa9e+zRR9XQPn/MBfIc976n7tdD+HEk1xD+22A6QrgecMnHxD/CiuufErw2u8BV1xA+WqcFxyfIc1LS2DQ12HtJyW8bdeV8aJT1W8lr/4MOOihh3333nS/P4g5iqyyTe2/fRx99dMs3wruIndgleK+EXBNNPsLKutSxY8fqtFxGKFn3yb3SzkeaEvz444+7gw8+WEc/mXbrH+GkHzFrjWm4Fu7LL7/U9P3Te5nCyzTizz77bLMpvOEjpeRBHPJ97LHHGk2vsRFWG7HFFmapXM+ePbf72m0MkmcwJThAAD8grGLEKmHlogS4/uNwl7AAg5QHP7u2YZzhb4YAwFDkYWQjsTxMMHJJI9yQ2xq48H9shJUyQ0owxI2goBumUDPKgY4IY3rBZV0GBBfDGOGGjo4Ih1i64a6JpLlOwo9euXLlbD25myEP/bvffffd67/99lvVj5WjpLjE9ejR3fWWB4zBzlFX9PDFZ5+7IjGQlDCKfixMYy6CcV8qaQ8dNtT1koeH6RAdoV/0hd6mTZ2qa8JqJJ8hQ4fqQ836Gi75U1761PtT3hcDuUTIda0btO9gN3z48Aadkz5i7ffupMkuvyBfSeFAebAdeNBBm4XlmDKQ/jsT33Hrs9ZpezYPja5DoiHxufJAo96nnnaajrz76wFYe/b1rFnu42kfqREGuT/jzDN1mpI/LC71+Hb2bCftoOXkN2HZrZCwgHCAsvFgnjh+vBJ/+hxhebha3pYu5xYvXuzeekMMCzH+2nfooOlznrV2eRvz3OFHHuEOOOAA9bO8tHwSt6iwwL0+9nVXkM+SgRp3wMiRqi90Q3iLQ17lFeXu7bfGudzcXD1Pm40Sg4GRJkBY/AlLO0yeNMllrcsS/zrXp28/CTuqIT1cwlB+jj/84AO3ZvUa17ZdW9W5pbUhe4MrEwIxdPgw118MGH9eBvrSxx995ApZ9iBp9+/f3w0grKRv4XApF6OYn4tRlJeXJ+Wo1/5PH/HX18LiN/Orr3TUqFXrVg26M1ja4fih/MH2xKEePBN69eo1W+5x+21rcxsJzxq+70QnbSCb1h8KiwqlT3/nunfvIX0ueqcJKzsFk17WhtAa1kXed1gR2sDaht8WB+ASz34Dfvvh/23HuBpP0ktr1dbtM2Cga5+e5ubK9XnxZZe5dWvXuTdee1XqFCf3nnJ3tBi8+0pff+mFF+Q5keZSW7V2H3/yiYsqK5IyeWXYXpBnQnKyc8nN3eijj3SfTv1Ar6MDDjzIjXvjDbf0+yV6TTST5/GYiy6Se9N6N/bVV9wxJ4x2H305y+WtXeWK8zfq/TlcF5Fc4D8G4b9BuG4oA2LPPFwjrEZaIaz4paQku4VLVrmUtEy5l9e4Vi3SXZtWLbT9bZMlnRLsI6o2RZi1rHxmSsp0ruT72uWXXz5B0jwWQiEkqfN99923VgvWhAgI65bwE1aInxFMNimi/SMR1vBNl/ybJfkJK/BvksTmTIRlurFNAbZNmrhns4ESRJS8LB3Wpxop5jn4zjvvbDW9SPEWLVrkzjjjDH0GAPJhoyb65K5A+m5AWAME8APCKobsDTy8gT10/G64H+CChpDyJphjvseKgWdhuFi5GREGwdi1qcJGxIA/zcbAg+7HRFgpL6BuCEYcfjbqQl3QmdUd3fBGGV3SDpB66kkcExDJtWPKJnH3GGGVfKJuueWWr957771h1IVyUOaSwiJXLXW88uqr1RinXP4yUmeeg/f/619u9arVrmuvnvKA9AxLCxfJ5buWK+SBBwG8/W93aN8y4xM/yAT9jzeof7jhRjUO0zMz3N33/ktfBPDAIixt0aNHDx0F4SF003XXu+/mfeeSxTi6/8H/6ofLefAQFqOpgxA1wvKi4YbfX+s++/RT7c8PP/aoGzR4cEOfp/3IB4OIuDddf4N7/bXXXKcuXdwQIUWEod+vXL7Cffn5Z+6Ci37l/vXv+3Qknfpx3l7uiIf74P333S/PPkeJ9wknnuiee+lFHaExndBXrD/O/ma2G33ccToyxa6L4ye9I0ad/AsZvf5+m71+vRu5/wglVrxN/ujT6Q1phoP0DhpxgK7lOfn003TTNOo3QcglffTDj6dJGoMb2gHQlw2/vvAiN1Z0wIYorwp5Peroo1SX1BXQFsSjfL+76rfumSefVLL78KOPuNPOOF2Iojf6S79Ct/Qzro9/3nWXTqMknb/ccYe78FcXhYiiGO3SNqyXol24zp547DF3x+1/0TY4QAwPwpRIHT54b4qOLt99371u1CGHqB/tTprWZykf0ypfflHsN/l985/+nxorNrJsZSMso+EvPPece+6pZ1T3F//mN+7UM8/QPKw/oRvC0na80HhBDJvjThytZea8wfQTDvOvrxWSVeu1aRQf1YzmJcGWbUh4jSPCefLYmg3KeV4CsCGPd01uuna3VSYD7SPPlJrBgwcPOffcc1lHGDmiQPLj0xqPSR7R3ksA8ZM/tNtXX8503br1EN1s3xpWI6yAMNQFQS1ZOfnurbffccsWzyJTfflAOS2MpumT7YHpBYQfM8LZY5++rnWX7q5Du7audYtMVyLXEtNuExPl+pYaEK5Crm1eYHHNb5T7y2q5Z1UU5Lkl381tmCEC/Ok3BurBqGKvwcNcbHyi69+3t75Yq67yntP6sknCQaR4DvObT+AsXrbM1Uj//P7bb1xubo4XLqSDxlxDY7rCP1wnfuGa4RozMcK6+Qir3AtFV0uWrXbNMltrn4iNiXWdO7YVfSVIu3rpeGQ1RF5FzE9Ja5zW5UvJ8yAhiv9P8vmz9LMYqf9Zks8bTb2ONSCsTQ+ej/SPbSH8Uzf+9ad+gru9CE9ve0Ce9tmepoD03WANa4AAfsiFrFeXXWSR3HA/wIONhwiGIcdc3IwA2WYJkAgMM51SFwqrDx3fA/GnCL+OuElSV4x0AMlCJ+jHdIQhjoHNb4woCIE9yCPp3u9G8PMO9gDefffdfdavX98f40ezFdG6SvnbiOHRt39fnSrDxgpMOUPOPPNMnUaTk7NBd03u1LWLrtmi3lsD6UMQIFA9evZ0CaJHdEp/wqXfocf0jHT91hvkEv0xyoheIRj0U8La23v6JYQ1JyfXxYph00YMJfouD0jCkhfhaC8MvuzsbJ3qw7TVlq1auUzJj3wsrE2RJ9+NubkalpccLSQ/4mDAAF5YxMTE6Wck0J2JXUfUlbA52RuUZOCHEUc88kEIb9cQbn5+nsZjVIGyoU9GuS2sH+gAow7ynB4a+SU8hAHxg7jkj0G96bqVfKQ+1Jef+Pnr4AfT99BJYkKipO2tcTd9UR+AviB0tBMjy+iMMOVl3iwD0qXtrRwY+c2lnUgXKSnxPptlaVMerjPIJn60U0pyihruRlCSU1J1tJW8Ibq8FCAuhJwXFuiH0c9yid9O/MgHfeVIH6CslJ2pr7zxJ6xX3jJ9uZGYKOWSOmRL+1dKfMLzOYYhQ4ZoHShTaWmZGDYdNP+y0hJ1txfCJ11cmtxHelS75v0qXUKHGhcVlyAkNhTAB9WF6Ky5GPzJaRkuo0UblyS68Npxc0BUk5JSXLqEYUQro4UQA23jHb9Xi35i5do6bDvijhGJIpwFNeKFH7MedhSWDteD/A+5Jpt+o/OtiT9cpDjm5xfzj49PcGuWL3Mrvp3lPpo4zr301BNu/Ksvu3Evv+BeeeYJ9+qzT7lXn3nSvS2/J459xY19/hk3ffJEt27BXLd80QJ9abOjIO/Kyiq3fO5st/q72W7cS8+7t1950b3zxmvuTTl+TfIci0heE19/1Y175QX31ovPucUzZ7jFX3+p9xD6OAivl0l4vU0XkfzDz/vFH9YvfkBO8wt5Fsa49GZp+sKS+1N2zkbtIzQzLzA2W8sacrl/ete6Euf9xW+/hQsXfi3xtXfIPWb/+fPn77FnZYCdx/aQVcA3/sP70K5gZ9LD3mjKMvwcEBDWADsEuZnLNbb5QyOSG8mPBxwGJUYwDwgMRW4wkAdcfvMAMcOZ8BbfEP77x4zwulB36oxuIEJmeENU2ZQD4RijF0MWYkUa/AaWXiS3sXOChoPdicWLFx+xcePGhp0FyB7iUyXEoK8Y6AUFhe6jjz5ykydPdu+9956bMmWKTlv9YsYMt3zpUv2wPYQJgz30GYJGgZFTWVmhIwY9e/XUCvrqq6QSbMzd6NauWaN9rbauVkkFJMhAHPokoD2YgsrUVdrHyC3HgDwhT4B24UUC5IY2bd2mjfZvf1hrM/KulHbOzfFGKyDXEkkVRFzIESOO7dt30N+RQNkhwxjshIGEMqJg8NedY/oOxIiRI77hSFnwx/D1hwWQLQw/yg7ptPNmTIaDsOSNwejBMwrxiw9dz4jGDaVloByERThjdSC8+SOA6X+AcrHbqf8aoF8RTvUtLrq3ckP+rNz4GRG28LyEgDjr6CzxBbyjg4SSrr7ckLwIy/XIywFvmnat9rdWbVrrSBQWMuv1yYuwvPigz3CvIx2kZctW2t7onfa3+vFCir7IixX0WVNbrW1Kvy0q8l5QbQ8YWY1NS3ZtRxa6X/76QHfj7/7PnXfZAa7bUeUuPlPutXLeD0aYcjbkuncnjHfvjn/bfSjXX27OJmLiR1ysEHIp85R3Jrr3Jr7tpr0/Rfr7ps9qbS+oC/d7ub6Ove222zbvED6IXvYV5yBpsyj/yChC26SmiW7kmmNUUlpWz+84Qn2TviJtriPG4lJG/PWcHEcS+h+uP4zFCY/n928Q8c+V+0VBYZHqA2GUVV15XnJsgl+B3I9ypH/RR4mvpQ+ltb2gzGVyL9iYny/3KzbPipCfHHvlKVP95knYIgnLvaqh7FuRxurs1wdi+tuWhKeDAKbzLlm62sUlsC6cNfqpeq60tNxlrc+VfrLpGveTVt18Cn8RrskQbujSpUs+90gg+fbv16/fznaqAD8CcG9mjevIkSO1nwXYOxG0TIAdRcONO9KDw+9GOodRjxFmRj2jDTwYcHk42vQ5v+Fj8Q3+NH+siFR+/HiImjGAPtARBgOGNUSD3+gIPx7yfkM93PVLuN+expo1a44WAzeKugEphauurNKpWB06dtANiRjB9Mv69et15JEpuIz8IGXljNBu+7ZVWe5NCW8lRj8jfIy2JSUnKXlhVHXGl1+6FStXuEULFzbog7ekfB7CRvpZv7Vq1So3d84cJSqLJSx9lTZidJYwkFbC8yKB8vLQI8wyIdm0H2mnpKbo6BNhEcJCZqkj59esXq1kmM16KCfGE/4QUdqdekCiKD9xEUYEuWaKJQ++Ffn999979RCB0BOeMEhamjcaz3UFKBt14MFcEzL+qUNqsldvP1ZK/SkD7UZ+wG9c+pEnBjT9Mpr+K4Y+IB/5o9c8U3YBeaSERI1GwgiKhYyRNuRPR5yFiFhdKZ9dA5QFl/oifKTdXn4hpE97IfQZCC2lIe01a1ZrHAvL/cj6mo4MSxtASHlRUFvj6Yv8EhITNB5TtFn7RlxG/Vm3S50hurRPopQZvXD/Ygo75aQfsW5p9uzZev1qWMmLOhGO9LOkDiyTSJO68v3Bzz//XMtPPhY2WdwiITTbjSjRbY0Y49WxrrJ2oyuqmi362OjS21S6+OaMSm7eflxX5aXFrqy0SK6fMpedtdYtmPetGvhbQOpYUV7iystKvLDr1rj5336jhEASCgXaNtCp9uPi4gMyMzP935ncDNJHzhdHbx7WX7hOAFN8W7VqraN+vNyREOq/Pdi8qKH7o5FVjsW1vu7v95H8OA4PEylOJCEv+oL1B/+xX8L9LC7ih/ltTQDxKaM/ze0RQBr+8tvx1iSSfvx+W9NXeH4mENSs7AJXWlbuMltk6v03LVXu32nei8n8gmIhrTl6DOjPngh5rd9EYOlPEFjB6Msuu6yvXNd5+Mu9q3tWVtb2d+oAP0pAWrnfBth7EVyEAXYIXbt2vVeMvN9zszfDAdd/HO6G+wGOfW80G87xwAL+sCD8tyGSPw8xDEV7GO5pYFhjCPNgjQTKF47G/KifGoGh38Ae2gbz97uR/Mw1Ef2vl4fxaCFlX+vJ3YQ5c+Zk3HPPPYvEbWXtQflLmE5bWu5atGyhU2GlNUW8cgLC8BF9dktu0aKl696nt1snhCMuzhvJjFQ3AOFYv9obOWVEiw2ADARhhIawxUL8IR0YYOiYaZ+MbPG2nqJoWDFgGHFh05Mli5doGpQyQcrQs3cvJTLSSOqP4ePptcYtXLCwgWxKSq73Pr2FuDRz9RBECcOUSoBBvFCIMPUk7JD99lPiY9PUvpk5S6ePUo8+ffuITmIk/1CfF4e6su4RUk3e9BdI94BBg5SsWT7EYNST3T7nzP5WySvh0TFra5ulN1fiq+onXTHaMfzmzZmro8voiOu1X//+rm37dlo+0lSNSzqMLi6cv0DJIyNeRx9/nBIzXq5MmTRZSQkjhn3799MRSLtucSlDXk6ubkjBMfmwsy+7MyYkJWpeFpaRqLISqcO33yoJpg7obaDUgZcBkHwJuFlb8MKDqeeEI+2+/frq1F/KTDEgyNQB/SwRAsrIIQT4kMMP17bghcdXX8zQNdGUnc3BGO1n2jJtRDz0RVq8DIG4x8Sw8Va169S5k04fhzQzGgbZpVyQIjaCWp+VpbplCnLL1q10TRNlROiH2kaSPmR2haRNWsMPGKFrGQ2my3DgjwEeLe2R2L7MpbakvEIQNzRzZeuk7rVCyCV9A+EhfOWlZfpygbwzhABoe4XawA/0Sd+EWBMWnUCoNN+tlCkc6JBRaunjJ91+++0TxWuzQHI+TZx5kkdnrl3CA9qfgPb70+mfud699nEtMptLOWI8AoLIuW2tYQWkw+Y863ML3Jtvs+nSV5wVf+8eTDhzTYC5fpgfetka/Ocjhd3a+a2lvbVzhkjlNoSf8//eWn3B1tIFdn5r9cU14Z7gdyEVzEJgdkNbcdOaZ7jcvDK538W5Lt2605B6TcXHx8r9p1QJK+2WkdFM17TGC8ElHdt8yTZk8o69tazZ2dmf/OEPf+iZlpbWVq7FErlftmjqnYKDNawBmhJyXQWbLgUI4IcQ1vvEIL0GgwrYw8fvRvLzuyD82P8bhP82RPIP9+NhtLcSVsoWju3xs99+/0jHfndrfpRNDL49QljvuOOO0V9++eV4Meaj0AtlgEisW7la2w7DHgPSK5kHa1HaD0LRf9C+roUY9Lk5G9QYAZHqR73Q//cLFuCjaTPteAtIvpA91hASjiQwZOk3WwLSGi0GER/n99oUAwgSRvk1+1CBcSgHhAeDiK5JGMJCkLzAgBPeEdNCWU8aJeU5/OijpQ5ePRih/XTaRxoF/XhlC0UCoSQYUU1OTtF8CUs9IOtbXiuUlbDJ3kiUnKYekFiPxIeCCYhKeozu0WZeWkzXL6PfeIF8IG5CQmJDvz/9nLOVwBTk5bk3XxurBAySTB00LQlv2fETXfnrQH3Ly60OvoKF6sCIo11f9A/KtWV9vXIlJXnr4gFhdAq4lIe8wkF/gHRBUtjgiBcpjLp+/dVMN3PGDG3XLdtyE2z9qoH6GrH2g3Kw9pL1i9SJOvKCwEbBgcaQP6Yfdoul3kcdf5yWyU/kI8H8ddpjTbTkIga/+tS46Fg5F6FMAL3afZOy00cigfCbhRWdbG+Z/MCPeoluH0hPT78mfHMbyf8ccV4UHUbTtwnvn8KJH+27bt1at3zZcjfqoINcVL2QfglDWHLcHsKKy7W0QQjrG0JYly36UvS16aUhoun5wvuPdwSR+p4h/FyksI3F31q6kdBYubfXf0fjbw1Wdr9rQj+zYyOsTMlv166969Sll8tav861bN1W+hCfP5M+KeG5ZrjGSkrKXc5Gb7d2pgp379JBrlPvOaSkNdSH9RoTlzjMmrjlllv0+pW8K4TANn/ttde8OcJNhICwBmhKyDUXENYAAfzo1q3b/WKUXm0PbxDJDfcDxMHIQDjmgQH8DyM//HH9iOTv9yMdHjQ8hMyY2pNojLCG1w9E8gPmj0vdEL/BhD91Iw+MNQvnjxfuhh9LO6yXnycuXbp0lp7YTbjqqqvunzdv3tWM1FFmRsHSUtPcvkOGSzuVq1G4Cf62jdIpWzrdU8jPh++/q2FNr/76mEvazZunu5499/F2yRXyt1mS20SkwKS/yd+ONvcVbDOfxgNgPLP5VEFBntsopBw9McqYmpbuiosKlTArvKpqUl7+pGmewPLw+4FIeYeHMUQuZ4Nv5NMKyGNmS6ZWx+lnYBKFhFZWVbu83Fx9QbAZSKexIjSCrQdv5OwO5kEdmjdLl74jhFOnoEe5Vm3auuz1G4RUVkpbyLUm4bY/WQnJ7rybwWKH+cvPza+HTYCkpTVL0zLxIsb6Pdd9JPxQ/mBH49Df5Z75nRD+YQ888IC3sDgEue+9Js4ZIvrtVaDPEEmL9MyPFwVz585x9XJuv+HDlPwridbwjRNWQDoIpGV9Tr579Y3xbs3SbzY7h2ztudcY7Ly1V2No7Lzn3di5xtPcWnZbK3Lj9UEHocMwNLUOcCMJ7c5LNAjr/iNGuMMPO8LNn7/A5RVXutZtWmvFjHhCXD3SGu/Kyirchg0bXZW0e2pqsuvRraNLS0mmRtr3CK/kVdxEIbM8q/7yl9tdebkuPajMyclpFhDWyJBrIiCsewHkGgsIa4AAfghhfViMisvDH9z+Y7/LQ8ZGVnhbjz9+do4HBAQkXEgf4QFl4Q2Wdjj8ee5thDW8DiBSvYhDme2c6cEv6ARYfQnPyA55+tO0Y1z/MSAfSWeDyEnLly//Uj13A2bOnBl3zz33fL1kyZIB1vYQAnYYPXb0iboDK2++Q8USyIHvWEcb5Tn45YzP3PeLFuooXnhd/C5ppaQ1c4cffYwSXfTlnQ6F8f/1HN8BZ0LHDU5YWKDHDWe8v3Y+dNDwN+SPY+W03mu/OYtxVSxG0ldffKbTPQmDYTbiwFEugSnCoQ1yNsVBl7ibE1k7y8mGY8GmeIKGc6G/myJ5f+23uvLH+28e8tdzzfHnRb8qLyt13307W6e58k3WAYOHCHFlvWrkkbrNYSkJtnGdb4LFaSR86K8vZYX6hEUhDC85uIa/mfmlkMNy7a/tO3Ryffr3l+NN97rtQyNl2szbXzI5ESmKBEG3TP+e9dWM0DXjxWusPD+UP9iZOEI469LT04ffe++9fGZLA8r120Ycvr3awrv3eX1IiaikRXvY/RA/7oELFsx31RXlboC0F9P8q+T5A0FlpsXWCCvgflNcUuGmTP3IffbRRNEx15eXD2EsnP8Y+I93Fptdo41ge8KAbYXbkfJuT9imrj/H9tuOec7xOagB/QfotzeZEvz1N3NcUVm1bmwnhRDS6T0/VeR6URIqLiOqFZVVbl3WBrm2q11SYoLr3bOza948TcvuEVyPtHJu3bosd9ddd1rfWiW2S89gSnBkyHUZENa9ANKPA8IaIIAf3bt3f0yMgt9gPABu9vaw8rs8YAjDtEbII7CHDoYXxwjH4WL+uDwwmCpHWvz2w/Lzw/LemwhreLlBpLowQkA8jk2odyTxn7Nj4rOOz9KwPCK5iOg2V8KdvHTp0s/1xG7ArbfeOmjGjBmzsrKyxCbY9K1YysvOv7Sv1NRXNs9AhKQybVV1KM3MtFlGkhurl7+tCcP6VFwQHp50GO3jp5TG02PDmlILS76ht++hEWzulqTJbrzhaeIiEDTSNP/qGrE3pBh2HqgrorvmioGsvyVdjGI2GrJ+gx99Cf2wbtfWPwL0xmiyjbziT21xMb7oC8TjvH9aJ+ctDVzyor/obykL61i3bBPPZQdW0rXykV9NaAqrhQGcZ/0saz/x1Q2MpKys49RybAoaaiPvczyQdk1UgN4oxyYQyTtJ+nzGwosJUYF8eATG4GXh/fX7+xHuTx0oB+AcbYEfoqN1obpyjjytrMDSIqz1c2BhdTMXz0sR2txFw1If1bf8029+Snv5w/rBtGBeTvlBHv78rK2tTH6Qn9/fr+Pw8JSLdM2fdP1h/McW1qDXlIjfDxAHP3+6gGNeMIl7/eOPP36vnNeTksbF4jwqvxudDowfAmEFtCHfVc7OXueaCcFpkdlCiQ7lYU16bU2dklcjrJTQSkIYdFRT420CJ8mKUBfJgzrZsXdC202PAb/rfaltXvVG4A9kpdjkp0ebpeP7QfDNzvl+hvlHhBXbc7YCXwg53Dy8eUiGmufmZxuwhTceXiEb+ogmEbo/hfoIsxm4L7F2PzU52WVkpks/SXDrs7PdspVrXUpahkvPaK5tw/NCp/eKsP6b+5X+5liE+xzX8eq1G3RZAJ+T6iWktXUrPpXmrV+m7VOSk3STtPvuu0/vd9LXPm7duvWRt99++5ZrIXYBPyHCeoc4N0t77XljK8BmkHsRLw5eFwkIa4AAPXv2fEpu4hfxYLcHNa7/GOMFQ5tpNRjL/DaDBpe4+COExx/h4YAxhuFihA8hDOvGIK789sPyDcfeQFgby5u6Gqz+rCsMPRzV30alESUtEs7q6hn3Xt3MH0GvwHaj9cPyNF0jktdGkVOXLVs2XU/uBlx00UXXLl++/F9szEJ5LW9GiCgv6xxNT9TB+gnH7KiKwQLQB9/TNHIFLC3AixHSIz79JE3qz5Ra0rEwFp71SexKHCP6ZqdiNk7y7w5o4UkL/ROetoFwYQixdsr6paWJUEZ2cY2J8zapoY66BjJEggDhiAsxzMvP02Mts7QxGwGFjPbN0gX5eXlKZtgQpKKiUsrL7r/NNCywsKSFrik3ukIXpMmmTeG6IKzuRC3knhcCeq2Kv34WR85ZOBP6IbsbJ8QnqOFOX2VnZXTjB3FJi8+6WJtXSpnZwdPqZ+CYdiNdXNby8u1UiIa1nx+kxQZE1I9yVFVL+8k9g/az/g/C84iEcH+7Z2kfk3wg/nY9ki+gXrQrO//a9QfM5TxpoBPi0CcYKbd6h+dJWGx3+oi+gBDdhe/UTBzSYoMjvvWKXvybLhkgbJSS/AgfnhdlKy2TviykF6AvdOe/jxg4xqinPKRFWMpIvSycPzz9jPQJQ98njn5POCxNAPHnhQTrDUkXfwS9Sxu8K8+YE2wdq5x/RJxLJL0oRkUBYY2cQjS03SVp9GfThHnhxMj4hg05cj3k67VbXyfxhcTU1QpplTiWt0em6IcSl3+8TJDy81KEfq5rgNX1wjeEC+WlsUNpKMxP/24LhPL61ibXi2m//NDQm52IFGpzbJ5qE4B6hw69tHc2B+4roUPSCB2Lb8OLPE/og+IvgmrpGEnJqbqpm/pJezAy7oXjvubd27iX4UJW9bcIGzHxwmK5kN2CohLdgKl3zy6uY/s2eq0TFsL6xRdfuEceeUR3KJe+/YDcy37/2muvNSkJ+KkQ1gAB9hRCt4gAAbYPvXr1el6MlvP8hgYwlwcGhg5GM2EwhszowagxwwaYPyC+Gh4C/NiEg50jIV6EAzZaa78NlrcfhCNvZE8DwxdDMLycwOoLKDdh+HQHhiD1Jy66M7IP/HoCpnv8iWd58cC1cxi96M8P0rB0QuHZtv+0JUuWfKyeuwEnnnjipA0bNhyH4U7e5Fsh/aOksNidfPqpuuss9URoKwxewmB0fzR1qps8aZKOEh593LHusCOOULJAWMIghKf+C+bPd08+9rieGzp8mDtvzBg9z2/Ll7AIn5C59+57VMedO3d2V//+Gm0DPzmxcqDLf955l1u8aJGGueHmm1zPXr2UiFgbWB+HlDzy8MPunQkTdaT1mmuvdYcefriSY9qFMCaQjrfeeMM9+MADSl7PG3O+u/iSS7S8hLUyI+xUO/PLr9zNN9wo11a5O+TQQ9wdd94p+XovfwgDcDH6s7Oz3eWXXOpWr17NCyb3yGOPKVm0dAFl5hi/315xpZv+ySdK+h554nG37777qr+BcCb/vOsu98RjT0heUe5vd93pzjzrLNUDYiAcZXnt1dfcn/74RzEQq92FF/3K3fz//qjnSdvC41KWb2fPdpdfepmS5wMPOsjd/98HNA304U+fsJDbqy6/wi39/nvXoWNH99+HH9IdiK1NTMjH8vILsLoD86PNH3rgv27C+PHalj1793a9+uyj5LBS7iczPv9CdwC+4KKL3OlnnqH3Of81R5pszPXO+Anu+eeeV4OZbwxfc921ep7y+evOCO7qlavcA/ffr1OPyf+3/3e169yli96//HXnHO7TTzyp/XfYfsOVdKEPdvSd/fXXGufMs89yQ4YO1fuIv+6AsB9+8IH7bPqnVNr1lWvv5NNObeif4WFXrljpJrw9Ts8lJyW70846U+/L1NnCco52Ym3vu+9Mdhuk78UKCTjuhNGuRauWSk4tbVx0xPGn0t/yNua5QUP21bw4hyvlLpDs+7/88svrKIf4DxDnGZEhErfhJkgxbVqwtQFEUokoJDY0EkrZID8QVk+fkqb8IZ6kor/1WMT8ET2GmOpvLy2rh52Xg4bfWib9EzoOuSFfhXd+0318M4h3I2e2DVFL43Et/51OfTNESoUcNvPf1EwN2MJHPULltpOhemgzi3D9cIxoO4rLjtW81DK9W5cgLHGA/pVjjcthiPzyHOG+xUs/mmfx0lVuQ06eVKDe7dOrs+vZrbNcZ569MF7uAWPHjjXCena7du1eD98MbFcRENYAAXYMW1rUAQJsHbH6IPAJ0AeCPFQwlGy0xB4yGAqQTUZJAcYghArjB+GhALni4/qMXkEMCIvBnZWVpQYJxgxvVIlL2n5YGQz+cu1N8JfJHrZWJ44hUHxmhZEpiCg6QR8IZALyjr7QHYQOIxYjmJFIjFWrN3pH3xBfa4NGJFp0udsY/XXXXddajPoRvKQgP0C9iwuL9FM2AwYO1LalHkJs3Zlnnqn1VD+pf1lpma6DhIQNGz5cp3fRl/bff383evRo/QQI9UdXuOgA43vYsOH6PUvyhbAdddRRrreQD8KQF8YNo1VsygSh6Nipk55jFPIgIUt8ToU+Rpkhw5CVkuIS1759e9dvgEewabOhQgwGDRrUQCb41irGMuli4A8bNkyNIdKhHP0kL9qOsKSL8IkWLbPUjzYlX9Zm9ejRQ68LwjLSw0ZSXBNswESZW7VupXriWhFjSvuR6ZdRT4zsfCEEHTt0cN26d9N0rU+RroE606/y8/K1bAMGDFDCQZ1spJ54XH+cb9u2nfTTAldVWeX6C+FBD4Sl7JynrQhL3bp26xr67EmhHtN3AXEot45kCohPfemrkDHINXWgfqTLsZWZevC9PK4J7jMYr+iLeof6dIOQLnlaPRDyJU1g4Qyc55M1fIqH6ydnQ7amC5hCDqmEUFN+Rg9JH73bdUq6GMV9+vbTNuVTOkwH5oUDICx1QTiuq6l13Xp00z7PtU+e6JoyUW7qxeYyCHmhg169eynJrZT00RcvcHS6q7isgWa6OtcOeqKfokOEa4E0uA6qKiu0XbxP/XgmgIWzsFwP2mbJqdr30QnnaFtczls4rjv6Z4dOHbUOfE+XvkpYymHhEPwh6pDy7HVZQra9mReAsNIn0iXMSPmpDSN1nCfOgSK/lLZ4TuRrCZclZSiWxmGb7uqY6Kg6pnempCS79GapLjOjmWuZme5at5RnSmZz1yK9mWvTKtN1aNfadWzf2nXu0MZ16dhWpJ3r2qmd69a5vevWpYPr0bWjkJZOrlf3zm6fHl2ExHR1vXt1c7179hDpLr89t2ePrq6XSM/uXVwPlc6uu5CdHl07ue5dO7tuuPIbt5v+9oRz3SV9FT3XcZN06ei6dg4T/Bqkk4qXpiekYdLwW/L1S49ulK+rlpNya9l7Sp16SX1693B99um5mfRV6eX69tlS+oXcPj7Xjj3p7fr17S2upLGZ+MOEhDzIS49D4UJ5U45+vaU8DSLlFOnbu7vrLbqmvdjpl/bCRTp3ai9t21bauI1r17aVayvt3apFun7iKKNZWn3ztNS6tNSk2tSUpOqEuNiqlOSEyn379ypv2zqzgn0RFi5Z5ZatXFMrfWu29LEXv/nmm8VyP6un78q97HMhq8b8AwQI8AMhIKwBdghiTMWaoecXjCcMJIzIUDgVbvg2tQyDzgwyBGMQI8VcwmDEYphBDjDsMJSWLVumaWDYYBwShjh+kN7ejEjlw2hFJ9SF9VIIxjBEDPKuhrHoi/Mm6AmQnhEDxPRs4BxTWdEfejWY7kMSJeF22z0gOzv7YDFS062tyFNHqyorxRjupm/LMWAhIBAWDHSMX4BBvXTpUj1uK4QMAkr9IBUQSkbU0AXGM+D7mRwTjvDEp96QREgZeuQ8RjufvsCwZg1p5y6dlZDSdxltpX9BFviNDjcIaWHEkqnAHaScojXVNW1nYmVgTe6qlSuV3LRsJe0nRIW60l8pgxE2wvNGfZUQDzSTIoSDqdHlFd4LHcgPbU/+hEVvWVnrlARBlCD7TCGm/qRJ+lY/wvKiAtIA8Wyeka4jUZwjDPXHteuODWmYYks3gHDir9Mn5RxpaZuF4gMIm16nCZuuQcsX4IfugL1EIU+IFCAs9SINxNqwGn3Lb8JChtEx5/iNoA9+a/kkLJ+ewJ/pw/Qh8rXzVgZ0w7VE/6JtuwhJQvhteVt4XPJMFtLD9UQZbVQNYfoqU7ClQvqdVtKnL/LCghFphJcS1Dkl1SPJ6Dkvd6O2BfnRb0eMGOEOOOAAN3LkSA3HKB73Oc6T//r16zU/ynvooYe6ww8/3B1xxBFKNOmzrdu0VZ1SZ1zCkk6G9BnqsWbNaiWG9LfTTz9dXwKdddZZmk5lVaX2M8glpDZnwwadwg41PPbYY90FF1zgLrzwQnf++efr/UfuOK59x/aaD/XKWrdO6801dckll7jLL79c5eCDD9ay8eKEzW0ox1opB9c6ZPyqq65y11xzjbv22mvdr371K+37TJVPSUvVEWt/36FNRW/H3nrrrQ03TNFNpcjLIhdI2P1E+sTGxgwQ2TcuLnao9P/9pf8eKE+UwySNY0VOlminIXJ8rshFIpeLXCNys8htore7xP2XtPF/5PhBkYerqmoelev1CbnPPFtcXPyC9PWXCvI2vpqflzM2b2POG7kbN7xZkJ/7tqurmRgfGz05IT72/YS4uGlJCfHTkxPjP09KTJiRnBT/ZVJSwlcpSYnIrNTkJJHEr1OSE2fL72/lt0jiHCFOc0Xmye/vROaLLJDfC9NSkxeKuyg1NQl3Qejcd2kSVmSupDMnRdNImi3uN8mknZQwS2RmsuQr5fhS3BkpiQlfJAnRSkxI+DQxMeHjxPi4qULUPkiMj30vNtpNpg6lxUVvF+TljivM3/hWUUHem/L79dKSorEVpSWvVpSVvFJdWf5SVUXZizXVlc/V1lY/XV9X84Srr3k0qr7+4eio+gfF/W9Ufe0D4t7vour/HRNdf29JcdG/1q5e9c91a1bfKfK3rLVr/rJ+3Zpb12et/ZPIH3M2rL9xQ3bW9bk52b/fmLvh6oL8jVcV5OddUVRQcGlJUeHFkv9F5aUlY8rLS39ZVVl+Tl1t9Zmx9XWnRUd57elr15NFThQ5QeRYOX+03MKOjI2JOiwuNuYQuT+MSkyIP1DaZIToaH/R236pKcnDk5MShycnJw1NiI8fkpgYv2+/Ab2GVFRWjG2RmVm3bGWWe2/qrKelf41ZsmSpPpvl3rRa+kS25BkQ1gABfmBsaUUHCLAV9OnTZ5wYFCdjKMmDokEAhj2GDcYeRgjGuhmOuAjnAAYaQjgLj7Fi/vhhOBIHAxEDDaMNA4g88IsEykJahLF09jSoN2Unf0B5/EB3jPRAjjDWv//+ex0lZSQFQ9dGIzgHOPa7xDf94wIjrYSBeABrG9LF4OfYyoQr6ReJ35kLFy6cop5NjNGjR/8vNzf3MvRBflEi5ULqCvPy3QW/ukin1lLvXuIOHDRQCdw333yjbZyzIcf99/77lQQeN3q0O/Hkk3QUCp1h8ENeZ8yYobrlO5v3/OMfbsmixa5f/37u9zdcr7ogT0Y5qfvs2bOVwEN0mVb59rhxms9tf/2rENy2Df0LQ51Rbjb1wOj/euZM99fbbtd++Ltr/s+deNJJSvAgGRAfyOGqVavUuEH3V112ucYffdKJ7k+33qLTNTnXtWtXTYNzgHxuuuFG986ECUrWn3z2GV1Lywhthw4d9FrgeqIetN8Lzz3vbvnTn5ScPvLEY+7gUQe7QiGP6IP00SM6gbCvXL7cnX7KqTpayRTm/yfxuF4IR9+gnGVSX9ZosovqySeMdp989JE77Mgj3JuiF/IEhKfP8BsXPf7jzjvd3/56h47wvvv++0rSSA9yBiCejPbRHz/56GN3ppAm4t//wANuzIUXaBtwjvrRLxgpJC7tfPzRx+hmJ7/4xS/c/x5/TMtMWO4fpEH7A8jZ1Vde5V595RXXXXT31vhxkp43yk45gV0Xdm+x35znurI68tsE3cybO9f97oor9aUD61QPOfwwDUc5Pvtkulu4YIE79fTT3E1/+IO+nMOf9IlP+1q6N157nbY1feyef9+neuYuQL0tP3TBfeCVl152r770kvqdd8EYd/Kpp2pdKY+lzf2M9Olvf731NtdfiHLnrp31xUVKSqqbP+87982sWW7Q4EHusiuv1DiMltvLPfL6+uuv9Tf9f9HChXp9XHzpJToy2q1rNyWcBq7DgsICt2DefJ26ThpD5Vo65oTjXbL0iyFDhjTcW5kFM1Py5mXOa1IP2q299OFTzzwDBbsDDzywYYScNnrvvfe0Dd5/9z2XK2EPGHWQpo+gHyG/iyXovmPHjvXe4Pw4QPOagCheOBj22WefhocAEy/WrWunvzMzMxv8RUd6LNd7iBwtcUuWeEfS19SvfVZW/aZvkM2S6yVV/T+S61cQitcAfpsEaASPPPJIXNtOfd9s2bLF8UVFhdUL53/73JxvvrxQrt04ua8+K8/ni0W/3lu4JkQwJThAgB3DnrfmA/yoIYb6+WKo9A79VGD4YDAzmocRw28MN4wSI5gYWxhfdp5jYK4ZvGZgWhh+2ygWow82AoYBSroW32C/LT/S2dOgrEa+w8uHUYbRCBni/HIhF+gOQoM/9aLsFhbgx7G5AJe0cREMQQxc0kQvpAWIwzkMYyuP6UXiVcn5sRs3bvSGMpsQ999/f8K8efPuFkO5heWJJspLSvU804GZwkfZIVbficG9bt067QfU/2MxwFaIbihnz969dKQMvUIsF4ixjd4A5+cIGf3s00/1NxsGDRSjHZDOihUr3PJly3QkkTZZs2aNm/D2eNURZANCC5lATxs2bFCSwRRI+h15QWwpB6N/TAfuIu3EyFFxSYmOiENa2I1SWsF98vHHStJAu/btdC0h9YOYrRejHuOc35R5iViiY195VcsBERx54EglHrQVaTItnGP0xqdMXnj+OV1TSNxBgwbrdE3OM7IFiWGkkZ7BKOykiRPdR9OmaVhmKgwZNlTrR16ELy8rV1KJflj7+NKLL2paCYlJ7sCDRrr4uAQtc6m0FSSYNKtraoWo57lnn3pap+rTmoP3HaztwoZKjGhDghkdJV2+rzv+7be1XZgm27pta5327LVhmRIoRrbRJXl/I+V48/U39DyjyAeMHKl9gTIzqltaWqab6qA/RgYhq+gTv379B7g2bdtoOuTtF+pBGuYidm/yh+M3Ovr222/dp9Ona/vT5p26dPGORXJyNuiIKWUYMGigXmOlUm/qTl8hD9qLck398MOGvFq3bqMvN1h/zKZH6JQ45Ee+s4UcLv1+qU5vZhOh3vvI7VUulpKiYlciekJXpEPakEHW0nKt8ykP4kOuqcM66Y/k2aFjB92lefHixW7JYiE93y/Rfk18ws2fN0/7l/VFpueuWb3GzV8w3y2Ua2uBkHLKSJ2ZYbB0yfd67VDX9h3aq5753uncufPcd999p/2BtmL6Pv1a9Sz64N7PWu05c+YoAUbQL/mC9euy5LpYJ23XziUkJehocwiZUq8JUg5dx7oXgVtYY2KgEiqi8waZNWtWncmECbPqhACpTJ48udZk3LhxSM0LL7xQ68nkhvMWfoIvnVmzsuosfX++PolUThMejFsTbMNI/rtDtlYeKy+wY/vdJJgwYULdOWde8E5FTeXxLVu27rBi2ZJhG3Oy5PLXNdV37rvvvt+J7tFnk+KKqy47pnmz9AOkmjyM5f7Jpmpyv62pkvt00cqqCvcsZQsFDxDgZ48mvfAD/PTRp0+fyWLoH4uxZYaHGkuh6WIYQJzDeMNgwUBWo0r8AUaQkhcR/MzFIAJG2iAT+CP4EY+RLPJkShphILCkHQ7SxIAkLvH2NKg7JIT8w0H5IavoBp1h7DFNEQOUMlMvBAOVsNSP3xyjXzvGBVZ/84OYkj9hKQN+CCOC5Ek4QNnEv0Tiny2G4ST1bEKMGTNm+LJly76U9o8iL9qEvIvzC7SeHKelpYobihAC4SA9JSXFutYNswtSkiqGL8QyFEjqLWSkXEia3MFsHRzCdFbWDEJ6mJ7IjqiQScgCmUF+GAWkT0GWmBrJCxDiMqII0B9GOS7h2UFX9Stkonl6cy0jcagX+seQ5w05RJN+TFrV1VUuNdVbp0lfRgDXA+0BySR/6gghJFxa82ZK7mw0jvwx/tEXL4Mon/UH+hBIFR2yxpXNZnTNpKTJCwB20GWzEchkema6/iYv1taiVMoBiWfjG3ZTZQ2g9dvmGRmqK0bFtD2kfEq0hDQ2lEPyYeOZVq29j/UzM8CuXV7AVFRWCHHLdYnUW9KgHkxlphzoPDWV6dFROrLKOXSHDo2kQnTSM1jnWeeaiV4YnWfzphIh0ZSddcK6s7HUgS5EOcib0T90zaY76BKyR1tgfG4N1JP1prkbchvamHY89IgjtD+hu7mzv3ULhOxxjj7EizQFBZAGU0fOFUhdKK+9WKOstCn6sesPmG7RqemaNiAM7UqCm0JrFtrX0Xu37t11czHKwXT1qooqN/X997005fphajP9M1Q0BeeMTGofC+VHPVnHt3lu8kvyoS0pt71Iov/pvU3iamgSlwNNS9KmT9nIPNcQOqI9+K3h+SO3xVq5TpmpwFTxPv37uS7duqouAHkVFhb+6Y033rhTfu4NBrupMByR/BsLG6BxbN7xNiGSf2NhdxlvTPy4d11NxbvT3h/fpa62NkqeQStiYmL3f+qppyJP59pFBCOsAQLsGIKba4BwYIWxkNBbTBgGIYtTxIA5CkMMIwRDBcMDIxnDB2BgY4CZwW2EBeEYAeaPS1xcjBXSxQW4+GMkYTCxnpW1jqzxIk8Mf84Tx0CaeythhdAw6oVxxugEU1RZs0gc6odQF3ONoPAb1/Ruwnlg/oBRaBvtRjiH0Ui+lMnaQuKWSrrnLFy4cKJGbEKceuqpN2dnZ99JO1gbM30xP3ejjlKyyykjQ5gfclpBOG5JjGzxTT0rpxgNbtnSpbprsLa11IcRpCOPPlr1x12MkSlvB0j6j7cGlum29BH0MvKgA3VKI2nbbqAQJ7sBMiX2qy+/0vzoWyeecrKOeAI2MLL+ycgio7tvvPZaA/E946yzXPce3TUtrGtc1ueSB+SAKZ+M8vL7kEMPdUcfe0wDkdZy8E1RcSGYH0x53707aZISHqYGX/iri3S9n9ZbwkDCyIB252XHE488qqNwlG/MBWPcoMH7hupF6t41Zv3qmaee1pFM0jns8MO03EZstR3EhZST9owZX7gXnn1O0+Blx1W/+52O6OkumhKfRmNErEZIJKN+D9z/H2/UTtrml+ef70YdfLDulExemoiAsHw38+WXXnSffPyJ6nq49IMLLrxIp0Pzm76KC5GBQM759lv37NPPqD+k+NLLLtMRQevX6II8qF9BfoF74rHH9EUQ7ULfG3HAAVLPM1UP1M10TrEomL98pMk1yRRYQP1GHXaIfm6Ic6yT/vqrmdrHRp90km46BRm29Eib9mGk5O23xrl1a9Zo0oyGHz96tMbT6zUUFjA6P2/uPPfRtKmaB2kdfuSRrmevnlon/2601IHR8SnvvqtE/GCmK2s7sFlRgvvwvSn6ogcye+Cog0L6JB/uDZqd+i1asFBHdckPHHDggTojgPyAVx/v3o4Ov/jsc31xQz5M9R08ZIie091zNV0vcb02li11ixYu0t+s4z5CrlHIrXd/8uptaUO+P/rgQ900atCwofoSBNB2cv+aJvrl25d72wgTl3eAPY9QD969+M1vLn0iISH2Imnm6KSk1LdTUhLPaOrvrxoCwhogwI4huPkGCAeENUtkvchCkRkiX4SOVwhh/VDIz+GeAeIZH0yzhIBhUOFCyiBsGLAcY5wAXMQMM1z7TVzAsY1SGVlFPCLifRuQqZuszwIYp/gDc0lzbyOslAljFXLK+kXWrVIXSKSdM0G3pAHQp503nXMM7DcusHPkzegOZN5GOwjDGjVGYPlN2aqrq8tEzl20aNF4TaAJcfTRR78v7X8k+VJ+8istKtYRtUuuuNzbmVfqpvWTcxi1hFMR4sQ/RrXwpz70sX/f8y9tT4z140443p173nlqSEMOW4heqTtr/8iLjWjuueuf7utZs5T43f63O1QXjPow0oxRzOgRcRgFmvzOJF0zS/7X33yTkmFIP0QfomQvXxgxZISPdY5MwcQg/+vf/6ZlopejX0Dbkhbt/fe/3qHTbjlmrSoj6nxPM0nqxUgwI1PoiXJN/2S6u1JIGXldf+MN7v+uvdYbuZV6owfKC1HmN3U489TT3MyZM3Xn5LFvvanpIKY7wmLrNUtr5h7873/dn/7wR03nNSFlow4epfnY9Uba9A2uNa6rIw851K0V9xIpzz33/kvrRZ0i4eJfX6wkvmOnjm7qxx97m/ZIWhaeMvGbfCa984674LzzNT8+SfOLX/5SR2RpNwifbhJFHaVcTHVmbevC+Qvc4Ucc7l55fawSdElMiHmspFuvL0IgduT5Z6nfI//7n760gcD+89573FnnnKPfsTXdaHkkPIQLMxg/yknZ8P/1mAv0pQT5Hyg6gqhTNtr746nTXLNmzd3Djz2io7q0M8amvQShXBDcl55/3j384EOa15lnn+0uv+pKLYORQi2L5A/R5Dr4ww036n0tMSHR/fXOv7tWbVrpiLbpDSGPjMwMN3nCRPf8s8+5o48/Tvs0LwIYzf/s40/0xc5Jp5zizjj7LF3jTPtSPkuDnazR13/uvU9fNNIXrrz6d7oZk45GS1ksLC+UuDY+njrVvTtpstbtgIMOdMfKtcdINy+FaENAeGaJ8Pul519wG3NzVW+nnXlGg94tXRPK8omkzbrgkQcf7I2MSzjaQcpdItfqgDfeeMNb9L13IrCfdh/2CEH147zzztsvMTFhSkxMbHNeKB5z0lmVifFJxxxzxP6fyP2hycsTENYAAXYMWw4BBfi5g+/gQVC7ihwncqsIU0ZZNPi53LhjMO7MwINwQAL4jRGCwYGBj1GPH8DfYH4AIxCDi/AYmH5CheFDWAw8NSQlXQxpjH4MG9tExowc4E97b4KVS4mUEEmMSMgQI8WUn/OI6c9c6suGOxjijFgTFz+Dv76mY/Iwsk7aZiADI1EmEobpuk1+D7jhhhvaSxmGmzELKB8GLvXREWAhlhBGXjycecYZupvpGeKys+npp53uDjvsMCVylBnSxSYxTG+l3PSHrl27KVmFlHcW8ssGJ+zUqlNdpU+uW7tOd0xFQ5BjRvsw0InPDq377befpkM7YKiz2Q8aRMeUEXJB+t26dnUD+vd3raQNKDPEdcWy5UqM+VB9JyFojKIyWgSBZBMi1iNTbsrCS5uVK1cqeaTvQhAgoBB3+nt7EcpEepRjxYrl2maQJUZWC6TMljZ6gxRQDsKyayv1BxAOykYd6V8pEo7rg3zYCRaCnL0+W/OiX0D20D/1p23wR2+kR/9hHSbTOyk34UGB5Eu9AP2TMpMG5a2s8EbS42LiND7hLG1AeYlPn0BfhEUoM/cPNqdiRFP7t8QhbYTP/uAnQV2VEDPKhz6IlyYkrZncL0ibtlI9JcQ3pE3jo2s9J2nR1VXn7dvr5346duioa3DxIz3CQOaYgkz9EKbXEo96sLETZWENLssRSLelkFNGWgdKP0YgeJA12oORc+LSTjr9VerOZkX0PXYLHjpkqPeyQogrbU1+7BRNv7XPKNGvuRYQ+uLGnFxdpw1oW69s8kPqy4ZbuKtXrVJdM1160MCBuk6bPNmlmPoRBzJJfrQTO1tzbdLH+ayTCTqi/xGWb1fyYoi1roXSn0iHNI888kiVUaNGabqA9cQUiWuI9ca8kDJ9+oVvt7Zp117XvtKndcaFgHPS51JF56Pk56ab3N4HqhnI7pE9CrlG4uSe+2BCQmIzlpv0HTDEtW7dNqG8ouyP06ZN2/NvvQMECLAFAsIawI8+IteIQFbDMVvkeDEEGwgrBgrGKQYGvzHIMG4x7jAAzYAJB+cx/CAMxMeoxwCEhGLwde/eXeNausCMHIDhj3FJOkZwDRZ+b4DpCVB2CASECOMVAsIxxj56szqgE/yY6spIHAYlu3CiGwgA6RA3HP68cDHiSZ+0+Y0+ITJ+nYrLZ22aXGFC0A6ROjR87JP8GDGjT7BWzQgQ/pQHEgKxMKE/sEOulpWAoht2vmWtHvVh99Z27dsp0aFe9Bn8GYXFpW+tz1qvI2ySiebJyB3poRMA0UIghhC1tWvXqH+mGO2MkJE2bUFZSZM2A4Rfl7VO68K0ZaZIMiLIG3LahTxoJ9qQstF+tB1gZ11GlUjPjHOOSQsQHgOfNKgDxIR07Bx9REfMxOU3hFhfDMk/yCzltX6Ea30LkCabJgFIM4TWNjEysbC0CyOb6AWyAUkGNlIHSM/icQzp4DhGiA2bB/nPm8gf71hT2ATvlJd/Q1j1Z5o069s9XenIq5QZEJY8EEBYiB9lDXVvyadeRykV4ok+0B/CfceO0b/Gl7TQu95TSFeKwadgiMsmVUlJ3mem0Atklb5A+3KtIRyTBmWjPXhJQpvQd5g6jD/3Let7lAFAhJl2TVzWYDONnbTpR4RH7NonDdYvcy9hzTL9QK8j8W8m1wG6J3651Bt/SO8+++yjO2BDWO1+2V6uH9IjHhuCoXH6BWEh4Ah7BaAzroe0Zt66Xj5Dw/deUTEzFwYPHqyf9mGEnxc9XDfthITq6L4ccx0yDT8SqCvThrkm2MxKCqb+lI/6ixzj/7xNgAC7C3369Hk4NTV1mFxPUXJdTu7es+/kqsqKupjYuCMLCqLZPjvohwEC/MAICGuAU0UeFmEEdYHIfSLhhHWyCB9zL5AbegNhBRh89hsDCEPK/CIBYwQjDsMLIwzDDYMRg48pcXx6gWMMJzP6zYCxPCAd+GEgMo3SSLKhsbz3JMLLQPkgVkY0GDHFj3D4WT2pMwYphiY7ajI6h57QEfXFeMXQRYcG0iCu6YC0CI/OLBxhMCBNp/wWiZI4TX4PEAP9GMmL5D0P8g6NVPUUw5npqvQTRoQWLFzgpkyZ4t7/4AP3wYcfuA+nfuimTp2qO5XSzhjh1HvVqtBOpGoQt1OiSLujU8JOeX+Krm+GKEBoWUtHWHTAZ2PIj0180Mv06dN1Gi3x0TWjWexYCtB7m7ZtNW/Kt3jJEv0kDmXgRUlaszRtE/ov0zkZTWW3Yz61QruwMyvTaemXjJoVFxfpiBs64PuwLVu28EbLxUiH+EKyKSNpkyejcbQj5IGysL6POlFuiDx14jej7sUhwgoxIy90QR0hAGySxHVIXviTX35evqaNHgnPNGHO0U7Uhzz5jQvhIS+QnOxtRsU5I6+UmTqSPkSdunvtXa8b+jBrgnPqJ/+pG+GJBxhNpSyQbb6paoSbUV1Iqve90OYNmw8xml1RVq5TZjNbZGo5jPiRl9Y9nR3EvY28uBJIG/3THzLkPCOEkEd9KSKSK/rMkbbJEz/S89JI13bnPkMq9FtqxS/WBtOHGblk9JC+g451J+rly91S6X+0B+Vu3baNrsslPCSP9bO05TIJR3+dP3++7nYNqU1Pb659Q0myZJYlfbG5lIPNvL7+5hs3S+6Js2bN0jXLEE7SppwFjEqjQ9Ex1zX6Zoo5/twzaAeuq9dff92NHTtWXdqJ+nXs3FlJJTpfu2ZtqD9muedfeME988wzKlyL6IW+0rpNa60D8blPo9MJEya4hx9+WOXBhx7S6eO0BdPC7aVU9vr1WkbqZfd5e9GC7gjfStLeuDFX62D3DE//7pBp06Z5HS5AgN2EMWPG/EOup4vkMFru8xu//37eJfGJcc/U1tfXSf+PjUmK+dWrr74a2MoBAvzA8J4OAX5OsKm+x4ZctocEzC2EmL4bcj8XIexbIr8Q0U2YBg0aNEOMkf0xQjByMd51JEYMDQxcjDje8HOMnxkgdowBh5FkBi6GDb9Jj3SIxzFT4CAJjLRhYCP4Y0ARjx2DMfIZhcRgxEAjbcvL0jfCtidBPTD6rTwGiBM649MRkC7CUF8MNwx56ovbp08fJVWMPPIbQhCuI9MbxwADj/qGDD3NhynH6IEwhOUcoyIY1EAMxCoJ98s5c+a8rh5NACGbibfccst30h7dKY8USg3jksIinQraoxdTZrvpaJj2DDnHv9DhZr/ZREk8xLj/zvFpDesDlH/kQQepscsOt+iE9X1sYMNoHCOrfJqkorxCR2UH7zvEDRg0QEkSuqiuYaqrt7ETzGaWkNeFQiBIn9Ek1q9i/GNAM21Rklb9IXzm44P33teRN9r3oFGj3KDBg7U+mraI9nE+dSMRp3/ysW6qw8hXOyGgJ558spab0cKqShst9coNeZ349nhvKq6kcZSUg42iWGtZVbWp3NSprqbWvfvuu27enDnaRxhFZhMl0qbtIQfUFx1CC1fJNfLmG2809IWTTznZDRw0WPOxPoX+IYtM95z0ziQ3V9ImLNOczz73HN25lxE5Rl+tvwHWTb4x9nXNl/CnnHqqG7TvYD3PyCvpA8pCud4e97ZO8eZ8n7593RlnnqGbaEGIuBYgbpyDiC9evMSNHzdO86OefAOVOPQR2ga9NKQt+YyXtCkP1wwbNzG995TTTpP7Uqa0p01R98gy7erBO0YXTE2d8t57+mKI+N16dHfDRuwv9WAUPEo3CYLw8jLh6GOP1VFXdmiWJLx05C/pLJD+xGZFHENwh0g78o1UXesaIusAFTLl/dNPprs1QkjRHy9CRh1ysL6UoJ9YeQHtz+d1+HwSpHbEgSMbiB6bk3347ns6rbiTEFI+HQXQncWXKqju2EBKP9ck+VGe/gMHKClFR17YTfmxvnjunLk6bZhz9LF+AwZ4a4ilfBqSOFIGLR+fwvl+qYblfn3KGadrGYYOHar3QCsPn7nh3k1fmPHpZ27EQSOlvfg2tfdSTfpTvRDcQ9566y2+WRWqQIAATYa4888//wHpz5dIf4uWe1OFPHNPfP311z98e8qnw6Pr6qcnJMTHV1ZUzly7cv6BTb2eNFjDGiDAjsGzOAL81HGAyCkiENR98QiBjZT8JNUPRlrZgOlX+isEIayzhGgN5Rjjk5EFM4YwRDD0eQNvwJBC7BijEwMLwZjB+IG48Zu37pA2DFymyLHWcN68eWq8EAaDmDiEhRRD2pjqZusESdvy2ZsIK/phhI+yMj2UsjJ9jvKbLtAdZeZ7jdTz888/17ITL5KOOMaPeIS3NgAc488oDGkwqgEZIw75Mt2YMEJSqsTv/Llz574WirrLEAPgwCVLlkyXugj38UZyeRgXFxQqKaI+kaY0bwHtMt7IMWsBE4UYkBakF8JA38NYBropDu3sWc7qRz/Bj9FNXmagD9Yj8skSRuJ0wx0B6TMqlZKc4srKS92G9RvUQCc85YZkGlE2MHLFpkf0c/oe5yxt22wI4FJXRgmZmgohpY0BU6RZW0sf8KfN9cNIICOtG7Kz1Y/+xKgYLzksLAQZkpcmZeGTPZA06/PomRc5iaIDHbUTiLcQffoDmwd5I7v0DfTIOtB2HTpoXIBukpKSXQrlLilVcgOR1LSlLOzSyzklXhKeFxLUnfbOkrR5mcS1SLn5HFH7jpI214IEJu1k0TXkt6K8THeUtRcLpI1OGMVW/UtdSZNNjigrU1chOOiUOtL/WYOqlZOw3pTgFPUnH4gZ4RiFbaibiHcUGYTnRZFdLx06dXQj5D6EP/lOGj9B13VSPq5D6hWeHuWm/tQRcJ7vyJKe9xJmcxCeMjPzgHpwPZO2IlRui2Xlp+3pO4cffZSWC5KXkprmPvlwqo4io3u7d0CSPYRcceweQj2pC+0LAebFSUPwEOhD3EPQIe1A2oA+6QFC7ZULqZbyc52iA9r0+JNO1BdBw4cP17WxpEO7MoNk0qRJ+tmfCW+N09kX3Xr11DiAehUWFv5lwIABt++FuwUH+BHj1FNP7dG8efMH5TlxjPTHKMiqPFvP69Onz1v0tdff/bR1bE31IrnO0qurKsvLitann3322V7HbCIEhDVAgB2DPQcD/LQA0bRRVKb8hj4YqDCCysjpCjwaQVsRdgreDEJYvxFDSEkvhgvTMDF4AIYIBjdTIjFIMMTwQ+w8RgzGEYYPxhTElFFZjG1GUzEWOSb+6NGjdTdd8sE4Ix+MMOJCWkif0UhIHKOWGDiWpxnvhN3ToLwYoNQBUCam8vXt21fJKut1IR+UzcoJcSAe68aYVro0NEqEjiBB4ToiPOeJi+Fp+ZiLrhiJRF+EJyxGN/mic8JIfmIbVo357rvvXtGITYDjjjvuViFxt1EXyoYOGLHbuCHHHXDgSHfEUUeFQnr9AVj/MX3hcg5jGtfCoS+OH3/0Mbd0yRI9P+aiC3UkiTR0HaX8w58RTb7T+e0337hH//c/MejrXL8B/d1lV1yhbQMp8AiE951fXPrmA/++38388kud/nnZlVfo51ksLDojDEJ/nP/dd+6O2/8q/bnc9enbx/2/W25RcspIIXGsDqTNN2Hvvedf7p0JE7Uev736anf6mWdom1B20rYyUB76wO9/d7WuU+zarZu77z//0TWwpEt4dlJmRI31gYmJSe7uu/7hnnv2GdXT76+71l18ySVaZn/a5IswtfRXYy7QvsT0zSeffsZ1EFJJOASQPqNllIVyP/Dvf6v/5Vde6W764x82SxuQPvUlTXYAXinEkn779PPP6QgtYS28tie6kbo++cQT7q6//V3PnXf++e6W22/TtKmnrleFCElY0mf084rLLhO9z1ci/J+HH9KNtrgWaHeKguFHibQuvjz1nH7ehfFmrz95/psE0F5MUb/nzrv0hQfriA86xOsDvDTh27/saqvrMqnHHoQ/N8rDNPQWrVo2tAXE/puZM3V0t3uPHu7iSy/R+qAfwlsd6dtcky+/8KJuuMS5g6SfH3Xs0frihfDeSLA30g2RXr1ylRv35pv6/VQ5o7v/8nKBeznXuumQ/kWefP7nyxkz9KUSI9T7jRihm2JZGRrKIn2APCaOe1v1OWz//bQ8gL4nhPVTIayHBIQ1QFPhF7/4xRVy/75dyGor+p7YD+vk2Xr+q6++Ok1Oa8ccN+79NnKDWiD31ozq6qryssKsgLAGCPADw7MQA/wUwIZJN4swlZcdYl4SYV0GU3n/J3KaCIvRjhfB+twaWQVbkFUgN3hlgNzoEQMGCL8xWMJhxglGJ2KwNIhjBq8JBhhEC2JgfoSxfIAZShAz8zN3b4CVGwPMRknVuA7VAfHrBuONetsGP8DChevIH4/fBvMH+HM+HJaGCBGbVGFlZWVHQcIMlKZa6ozxOWToUK0H+qCeJrQf5IYp3hBzXPyoi4XVY3EBO6uyYQtTngcOGqQGO3rt0bOHO/DAA5WQM22V6hGHaY5Myxw6bLga+YTFqIbs2OeRSIMpjuTHMWUYNnx4Q9qMTPcXwks5tQ3lH3WyKcmDJa12Uh7byZiNwxCO0UdCgrdhD+klJyW5EQeM0HqRFn2DkXXqTFqUoXmzZtp2EIJ9+vRxXbp10WPiUL/WrVrT2BqetZIZGemaD31o+P77q56tnqwPpe9Z2oywUwbS45uz6I1yadlCsx5oONLjN+t0mZoKiWGqLy9BOEf5WJvKNUpcCCbp0Ya0ETrsJmSbMhOeMmjaAkbR0F+/vv1UR8SHZLH+lnLhl948XcNzjrowCtypcxc9ZoQRnTGdVvOWNmbUWvuLiH3Tk/ojrJONj4tXARqHcD4xvwEDB+joKH3OdEZdS0tK3UGHHuJuveNv7uZbb3U3//mWXZA/u5tvETdc8LfzYXFu8smf/vIX96tLL9P2pnzoixFmXhjSduiAc9SJ9mcpAOu+uWboN4ymMrWa8/zG1TSkrZjuzM7bjNLT12grviXL7r+mI+0PEpY2pY0R+jv5c7533z7evVv0lp21XuPR3rQF5TJBx/i169BeCa29rASkI2GGffvtt93UI0CAnUf0GWeccfaYMWM+T0tLY2S1Ff23qKhoSlZW1qF+sgoSEpK7xMTEpjLzQ7roHLkOghcmAQL8wAgI648XrD0N3zDpThGm//JZmj+IDBFhh7srRBhR1XWouwIxMGIwKDBu/GLAAGkMnLPzZsQyXY9dcJlaibGCkWJhGJU04xWDByOcc+Zi6FAWjCY//OX5oRBeBr+x5tcZ5UcXwEiAGfXoAoPZryP04deRxbXfwNIOL4Pl6xOm7TbZPeDCCy/sKuUbYmUCvDlmyickCSNZyZ6UFaG9IY0XXHABb71Vzj33XHfOOee4s846q4HAkR7CNFw2cUEAIzwUnzD0Acgqo3noD11KBd33S5aovhhtbdeura7DowyQHdbT2Zo69FGQl+/Wrlmj8ZhmjMFN2pxjdJzPoDDNmrRZo7pyxUqd+kh/hNCyhpJzhMHoZzQbQPSo65pVq3XUknox5ZZykDfhIHkY+/Rz6pQldWTmAGVhA6JqIeicow9BQEjDyD+Egv5BOdED5aafEB5CiaAT6zd88qRY0mYqL0SaNbOEBRBU0qAM+FGfvPw8Tdt2e6WenKMvkxcElrQhjUw1hayySRKvQhixIyz5WtrUQdOuqdYXCwadpir5kRZp20ZNxIWAMSooxWhoc6aS2iiqX7QsIrQB7UufQHr16qXT8o1Ehwv5UK64GK9e/DYSTMaU6YP33nXPPvWEe+m5Z91Lz2+SF599RuTpLeSFZ5+KKM8/LfLUk1uK+D8n6T8nx567SZ598vEGefrxxzRf+hX9gPZBd2miL8i57bZNvdjB9+STT3annnKKfjaKlzRFRYU6Yk+ddAr62nU6bZ371CkSjmsQueiii7Rv00cgu7X1nm7XrFqlMxrou1y/hEM4BrxE4YUFyMvb6O1oHCqniYEytpF06GuQVupj/tJfEsU9RH5ufjMLEGA7cNJJJ7WR58qV559//udy33xZbIoDpH9FlZaW5uTn5/+ue/fux7333nvfS9DNDJeKmqoDUlJTo7lHyu3m+cMOOywgrAEC/MAICOuPD5eLvCnCMBwuv5ny+7II602xktnR9y4RPkXTpBBjUe7hmwwOjDqAEWkGHzB/A+HxQwiL0YNRzfpCDCtGFTG+lGgIMLD9hAHDirjEs3TMsCFPf5n2NlAuyq3GsBjrlB0/6oqLPkx/1JdRDYDBho7YAMZ0hFFv8RDCAI7DwTnTjcHyDgmEtcmUlpube6jk2bCrJ3lAYiAaTGvFGCZ/A7+XCKF888033bhx41TefvttN378ePfGG2+o0Y2+DIRfu3ZtiCRG64gc6ygB+mMqOusnmfJKWEjOmjVr9TzGM7v/ojvCotfc3BxdI43OCU9+jOqDLl27btZWrD1GyL/ByBeSyAguJKyDEGDbLAkiSjqE5Zh+WlFRqbvSYhe1EvLO1GH6BGlzDfBSgnXZ/GbKJjv6Wt+HFNj0TNoTIkufoA7SilrewkJvumVySrKOTDICRniuKbvOtC5SvhohGpBOfkN+mZrLMf3Fwtt1SBqQTgmghIP1uxwDwlBG+iTxAeF1Oqn8Q3+6MU8obSWzog+EcJiIfN9TIceMZhgIQ1nQC3FJHd0mJSZp/nof8IIqyN/EQH+wHXxZuoAw1Z5p+cDC+l3SZZSXl2X8pn4QMwxXAMGnr1C3zURIImuht5C4RiRS2B0Ue7FgoG+kpKboyxl0zU7GhGHXbXYJRl599VX95jAvTrjPcJ+lLSCV1jbPP/+8e+6551SeffZZvfdwm2jXvoO+qOHFBVO/+eYt+vzf//7nHnvsMffoo4+6V155RXWYEJ+go6aAHafZKZn7OXmFC+FbS1nQOZ+38bcH147ECz5vE2C7ccopp3QSknqeyHPp6elzmzVr9qDI/nLfjpJ7Z4HcO/8t9+f9pa8+2OhU86j6c+Sajy4tK6tsluRekH4aENYAAX5gBIT1x4f/E2FklSm9TO2FnGaIsJPv0yIRp/I2FeTGrZ+1ARhqGG8YFmZ4YMwjwMLhWhhc4gEMLIxSNvTAwMI4xDgFrE2FoJGmGqwSD5e08TODGiOINDgPLM+9AZQFweiijhiXHFMPI06ctzpyDhLEyBA6ok7oCAIRriP04DdW/SAegrFK2qYTXEbD7Djk32QKE1J0rOQnyYaSFJdRH7Lg0xUYuJTJhGmX1AdiAbmj7hwjECzKasLoHCRsPptwiZ4gdS1attA0lUQJPv74Y/f5Z5+pHhnlhLgyYoquMMzT0pppWmwQtCFng/tixpdutZzXEU9Jn918jUzhx7RT4nEOYv3dd9+p7km7vKzcLV60UNOmrdi0ic+/8LkP2mzJ90t0rbL3WZp0t2L5Mpebk6tlY00gpAIDnQ2G6OdrpP4QO9JOkGuKdZLSiNo47GaMrhiBpb9DICCslC0jM0OPV65c5eK5rvQyqNcpxTY6CekjIdJmg6WVK1e4MulPrIGlvtSBsKSnJLS6SvXNyC660N1kJQxTTosKi7QMhIc0EZ4w1Bs/iDrloSwlJaX6ciFd/Ck7uoMo0/aERa/UhTLyAoKpo6RJvoShz9P3m4mOGJ2nvxeXFGtZKDff+IScqx59gs7ZEEhfWkieJlwLvGCgvhaOvoNL3a2PUB/KpG4d16BXx70d1I8+q9cKfXDxYtGntw6ckUv6GZ+8QReEgdza/QBdLxdCjw64JmkXXqAg6B2iznVDX0f/bE7GpmOMgpMuBHa9CPHoH7QjfRPwkmTRgkWuuEj6ocDuTyb0K/o+bc6GVrz4MX1TJwlz8OzZsxu+6xwggA8xF110UadzzjnnRJG/nnfeee/JtT1H+vHzGRkZ58txK/qQ3JOWyzPlbpHhL7744rXjxo3DfvKMhjCMffvDc+SesH9sXGxUTXXtM1lZo4pCpwIECPADYu9/CgcIB1N+IaXbWoO6WzBkyJClYqR0x9DAqGAEAyMVIxAjkqmNGKyMAhkhCxeMHgxdjNFIYOdPporOmTNHjU6AMYOhhTHEAwgywDTTQYMG6cgXO05yzsqFAYYLQdjTwODDECRvykC5+X3IIYc0bKiEoYfRjB4oMwYmLqSUtWPgMyFf+IWDdDE41QD3DLrNxADxpS3wM3LL1EgzUqWc9SIXiTH4rHrsAm699dbUyZMnLygvL+9InQF5lgrxZF0nxLJ16zaqD89O2HTr8YL7fm/+R/9i9LLjL6SW/oO++B4n0ztjYzffxZdPzjAqxsY/fGOVUT5GKDuJXhlRpE/RXwH6o72Ysvj9EmaGUTpvV2dGcOl3HFudjNAxhdJGciHljN7yKRF+E8dAH6+srBCDfaESR4x9KazrtU9vHfUlbGyc9PFQ2/HyhZExNnSizvQd+kq//v01LO1u11W1lIPp1suFDK9YsVKJLuWjnt27i15ET+yaS43kypOyMGJZ4ubOnSvkocjTgeQ5QK4hKwvXEOHrhKhRFq6zuXJtQW7ZiRYiOHDwIB3p5PuzOs1T/tEeXPOLFy9yq4Q8UxY+OdO9R3fXjbJIfAiS1/JsMlYhRKdAP51jL3PQ8MDBg5VY28sNItBGZVKWHCFEphdG7iFQbLjF9UD7buoBHmjHqJDnZufQdejQA7oXRwrAyGN29nrJK0f7DfocOeog3S3artVIaMyfenk68voO9SajSOHpO9qfRJfUORzbypu+wosDPhHDJ3KYQt9a+iV69MKIeP9Fh1G6iRUj+fQD4jJ62rpta3UJ76W6CcxAKJe2ol9RRtJlTbgHX9oitAajpYSj/lwjXLfk5ZWFUF4O9GWmhjP9mrYcNGSIy5Brm9+cQxfSF4988803pzZECvCzgfSXqD59+qTuv//+GfJ87CJ9qL3IAOmzveX66i/SUfpWc64drjf6F/d0sUdy5fhjSeKV5cuXT5LnqffGZCt46aV3eqRlNv84Pb15+/z8vOyS/Pr9fvGLQ9fIqSbvd8GmSwEC7Bh4agQIsN0YNmzYMjGau/FQ4OHAm3WbJslDAoMao4O375zH4PALwB/DGCMJgx6jBvDAgayyvpDPbkDeIAuEM9JAGIgx+bIZDISVkS/7lIbhhyaspgcD+jrqqKN09JDROupAPTHyKTcu4dEH9WXzGvRCWEYb1aCU836j1vTGuXAX/bJBECMkhMcPHUJYrV0woCU/CKu3vewu4MwzzzxCjIL3JU1J2mtr8izRKbZRut6UXVZFEfxv6AueE7oNiQOZ8Y5DR6E/URIJsgeRAdQBHS6cv0BJOdMUsSgwcrtLHVl3ZwayQtKBQFVIn1qwYIH2LQrCSFD/AQP05QF60hnSlL22Tkd6IMnsugrQFy9J+vbrp2v0+F4mYLoobU578HkZpqBCFgjfu08f3bCGKZIY+mr3yH8+nUNbz/76Gx1VgoRRp2H7DXetWrbS9rOyQM4g4UyrnPnVTDXgyYv2HS7hGSVM5GWNpI7WPOO/2i1Z/L0QvHkN1yabN1FX2gGSL7RJ+yVkkGm/7OrK+mD0jP+IAw7QPgox0fYSqRGSXClhIdWffvqpTvcmLET2wFGjdDQZsipeCr2+heguW7rMffP111oW1tzyMmBfISZ6nYS+h8voJ2uMqdvsb77RqbuEpx0pS8uWLXRk2voILw4g1VrxELxD+Rvy24x2qfemcyD8N22ZJ+3Bt0EBbTh8xP46pR0dUtdIiOSPzngxwLVNm/Eyr4f0TUD48Dgrlq9QssxLFUZ97Xo2bCtvPuXDCPHC7+briwB010L6CFPKGcX0gskfXFEh/Wq13DdpI+4tlJG12+RveVuOND99hBkLnNPrW9JkXSsvRcjbkgeELy+v0FFzyDFxGL1t276dxtUy8x+XwILcDTn6nWNe5vTo1Uv1DWj/goKCf8q9/g/BbsE/fhxwwAFJ6enpqdK+8a1atWom/bOlPKfS5Zme0lwg95s0ue54E9JB+kem3Jfbyj2hjdwf06VPp3n3aW+2Ev0H4TqV9Mqlny2W32w8+b48Fz595513tnvG2UtvvNOjWWrzN+SaGShktbq0uPS4M045cpr011CvbloEhDVAgB2D96QIEGA7MXz48OViZHblIYHhATHk0zMAP4xNDDNGZjCAjByFC/48eDzD3Ns4CdIAeJOPsYIxaw8mjC/iccx5jhld4zMwH374oRqu+Fm5MBIt/J4GZWdUzJ835IoRVgBhgrhCztEX4ThP2dEZ8XkA26gXdTOjF3/CYgDyG5hxiWtpQKz4DTFDz+SDH3niT57kI2ld9PXXX+8yYR01atSd0hduJm/0DgGrrhCSlZPjDjvySJHDhexwDvt0875AHHaYZaMebkgYuPyDOEF+7Hd4PIjaB1OmuJdfeEH0napkhx1yf3P5ZZ4epM7iSB/y1oVCRlg7+tzTz7rxb72lfYuwRx97rBIv1acUQNfpiX4Q6nHr//uTTkVm9Oqvd/5dyRbtwBpZysboIWlBplYsW+au/b9rdMSWHXXvuvtuJcWEtb5JvSgL02RfeP55969//FOnRF70q1+5a66/TgkEBgyw/k88ptBed801btLEd7Rf/Pfhh9whhx2m026JL0F0hJA4GPlM1TznjDP1ZQ7XystjX9Nrk511VTESgXJQh7TUNDf+7bfd5ZdcqqNhp55xhnvokf81EFL+SUgtB/FSpCy3/OlP7qH/PojK3J3//Id+Soe+av0RK4/wlIddnc8560w3Swg3/XrsW2/qJkjU1cIrJDzkft7cOe68c3+hL1wuuexSd/tf/6rXgJVF/3NsQlxxIVEQMfNTIhVa50xbAouj4SVvi6t+Uhl2Ev7rbbe5yZMm67Wz79Ahruc++zToIhIi+dPO06d95DbIvRCSf+0N17uDDz1Er0krgwn3t7Vr1rq//eV2jXuoXDP2Us8QKQ/g96df5GRvcNM/+kj6Y5L77TVX60yL8gr2B/BmcSC0O9OHGT1/5cWXtJ24/3I98GLL7kEN4WO89cOfffqp+3DK+/qCqL3cS8469xzte7yEoF9Zv6XPoruPp05zc2bP1jB8HmjfoUMdm3Lx20tbwlN8yZ/rd/KEiVqWoSP2b0gL3Ujbz8zJyRn50UcfeW/pAuy1ePXVV2OeeOKJTnKv6SzPhF7yHO8g99Y+0qfaSN9KkXZnrnhLkUS5NyRIXwHa7ibcMxCO6ScAl+dYSIrk2lgv97n58gxbKMezJI05r7zyylIJuuX0hG3gjYnTjk+Ii3u0bdt2HTbkZOeUFBZdNO/bz97dnS9IAsIaIMCOIVjDuvvADr25Iifqr58I/A8VHiCQSoRjHjAYWBAqW7PmB2GIB3AxijDecCG+NloLccDYIbylYX78ZsSRaYOMBBiZs4ebP/29BZSF8kHiMdbRlxEKjEMlSgLqZjriPMY6+mDKNTqirkpmJAwgnB37XfSEsYtOSQeQP+sGiWOCH4bCrgIDRcp3VHh7Y8RSjl69e+maz/LyMq0DQrtb26GDrl26um5du+qoOce4rVq21DrwORF1wwQDlxEc0YTmxwhdn359lagyGkkfHDXqIDdw4EAd6WJKLlOEc3I2aHjWhTLipVMjpS349MewocN05JKXIpSN0U92VKVuTAtlBIq0IaTsQMtnWdA58fHLD7UVRhXEFtLCKC2/IY06qi7haFPKg3j2epTr0aunri0lfYx0Rq948cG6QNIlnr7YEAIGuWjbrp3LzREjR8qaJESF9ZyQDA0v5UG/lI28bddjZj5QX3TOp23IP29jnoanDAA9tm3HJ3oqdLq9vvRg2rKAvPKkPozKQnhIn35Evy6StOiz9Gf6He1P3RE+/0NdaBvKQR8lbfLlmPKQD3UnDcg51wlp8Z3ZEtELYdFbQb6tx5RjE/mNn62T1L6t4r3s4je7ChOO9ZwqogfuJejDjkmb9uMTMLxkkApqudCMXWPbA70ORQcZGZmhNdfeKLe9cPIL/vTn1m1aS74dJT+5RiRPyryjgDSmNkvTFzRMGWfKb2lZqc4YyJB7ZqbcMxHaBx1QT3tRWCbXJzqk33BfYFMmE/RIX2HaO+0H+Udf6I2y0n581onRXGY3AO5Vnbp01rD0rZwNOfpyBX/6lieV+ps0eOHTQUgw7eGvP31AyjNY7ve95Ofec2MPoDjttNPanX322ceefvrpfzrrrLPGvvHGG7PlWfOdtPlHcl94XK7j2+X3L+R+doT0tRFyH+idmpqaKZKcmJgoTevt68B1INdavYjcXspzpG99L/eyr6VPvi3X+ENiH9wi1895cg86UPrEYJGBzz333Gny/PnDWIGQ1cVSnB0iq2Pfntpn/ORPnmqRmTmhRYuWHdevz5qWm1t6+JmnHTM5GM0PEGDvws+VsLKTLm/isEBMflLEcnfBiA7CMQ8biJCRFYwZjBgMGI4x3MwQbgwY1BhyIcOkIQ5p8hvYb4xcDF9GEjDomTps583dVn57AlYOE4xyRlUxFDEQGenCOMRYA36dmmFscc3Q9RvMpm+DhSUMRB6yBUiTsLQHeuO85YM0BV5++eXuUsZB/vLxxhjjtGXr1qHPsmx6UWzhKBdlOP74493o0aPVRY477jh37LHHuoMOOqihTltA/DH22UAIQkKYpKRENZrRF2mzcRejyrzcoI9Rb4jBOnYOlvi0AaSW8LQLn67Bj75FfNKFPEHoAP3NpvoqYZTfpG19lvDrs7J0JI7RYnYDRg/kTZuQF+EB4ZGsdVnqMqpoeuI3pJkplJA21ZPEob4QVEZE7RrgmqFe9iKEfkZ8/CAU1Je4pGV9wQgi8c0PffC5G81LjpliTNr85jpGSF/LLelB5uhjElTTgJTYKDLhCE8emrYAHTDKSjjC8Jt0yMvqQht44b0XVZxDWHvLb807ghgoL3nzsoN14Ii+ABHhG6HWDwzhaZhLOoze64is5E+5OUdZtheEJQ6balkevJCj7cJh5+lHmdL/yE9JMvnvIHghwCeT0AP9ZX3WOh1xZonBGWecwdR9/WSUkAxtN/odeVJn1kNvkDIyhZvP/5x33nluzJgx+qka4qA7+hH3e8rLywFeMECShw8f7n7zm9+4Sy+91F1++eWaD8SXzbKIgz5Yg8z9rjE90n9ah771WphfoC971F/aXvpHnJT3MPUI8IPimGOOyTzllFOOlf70D5GP5LqdK/eUyXJ9/VXucWfIvXEAZJT+THsXFxeXik2wcP369Z8I2Zwg97inhYDeJc/ym+UZ+Fs5f470p6OlDx4gz/MB0m8HDhK0atVqwGuvvTZMCOkpQkavGjdu3F+FoL44YcKEz+X3CjnnzRnfUdTXR705ftrBb02a9rQU87v2HTpcVFpasjJ73borTzj6wKPGnHPUfOmjm24sAQIE2CvwcyWsw0S6i5wkwtMTmSASYBvgIYTBgWDwYLhgjBs5xQ/DnVEPjGiAP2KGSrjLOWBpmr8ZrRhTGLSkiZEMCcFowvBm0ycMXRCe7g8NymFloV4YcJBWRtkwKCE9EG7KTzjqiwB+GxEirunCzpn4gZ7QC4CooDPTPW1h+SCmZ/LYVYjRcZik5Q3BCUgXI5mNj9hwx0iUtbOBcIDP2TzzzDP6CQ0+pcFnNRA+bUOdIhn5fIoFg5lRG+oF0WvVqrWSRAxe+iCj00xX/+abbzQvpuYyesMoIWyJ0R8j8YCwrD9l7SRpUm4IIqPDUlr91A2jZegOksumS4TnBQ1+pL9BylNbWyfxY7WdKQs6pt9CWNhwCz/T/8ZcIaCSOkY9/Zpz6i9EACEOYRFGLKkz5WVtImWnX/DbRisZBSO+hddRVkmfHVsZ5QOUvZDRRLmeOCY8ZeRzN9b/lFiLP+dIQ0ebJby1I+l7BFX6tsRVPWpM3S1aw1tZCK/ToCWOxdVrVo5pX8pNHCMzlAHds9GT5idp6hrl0HE48AfUgTyZcr9w4UJ1kfnz5+s6dz4rZC83tgamq/LCgLIgrDc2vewISIeXKJSddAoK8ht0EAmUnxFKpsfzTVSJssOgnNSRewvHjKhzr6Hf8fkok8mTJ6vu4xLiXPsO7TUs5cpen61tyYZ3L730UoMQHvASgnWohIccb8jeoHl99NFH7sknn3RPPfWUyvvvv691JS12CCdt2oYRbrvn4OcX+j6bOCWnpCoRtinBgLREjg4+b/PD4IQTTuhy2mmn/UZkrJDS76RdJ8uz5ka5Txwi964W9G9p30q5jhfLvWi83Ctuk/viedIX95Pjvm3atNn3rbfeOmTs2LEnyX3+V+L+Qe77/5C++ODrr7/+qtz333/55ZdnTJ8+fb7c95fdeOON6x944IFNH2neRbw6ZUrzNydNPeztydP/PnHKZwtat2n9UWZGiwulD89Zu27t5csWrhl0ykmHPyz12PELPUCAAHsEP1fCatgn5BqYxrtIhG+aYlUg74t4381wjrV+5o8wKmtTf82PY/z8sDC2VjBSOsDyR/C/TmSvgxlyCMCIgRBhAGF4QF4hEIwSYPj5wXm/CzBGSAs/M5yAGTYYtxjATKll2iYGGdMx+a4iRi7hrCzh7g8Ff/52TD0woCEDEBRG6KgvO99SZ+oFqA+6BPgT33QB/LqztAlPmpBUnSIqbQJIHz9GDi0t07fF3VVIOx9DPn5AfmBi+jmS2E2bRRkRNKGvQJr4XElxiOQgTAGlnNSDUSD9FIwIGx15bryb8+23SswJR90ISzjOmZH+5ZdfqT5SU9M079mzZ3ujV1J3PtUB2WJqK+cgOeygiy6ZLgxxYKMgaJKuVZV6MMJK2tSXHZ8hrOTJiBxTLOex2Y0QQ9KlTJSFdoH0EZayEB8/1pay0Q7x0RXXjH6WRPKGwPFyg82W2F2Xtbd8P5MRX9JkuifhCcuUWUgzBJd+AkkgHUgao2yUmWnVNTVeH6GuRirpG6RBWdlcSvtHVLQQ4NwGIk3dCcumVUzVxQ+9L1+2XPssutCN14Rg8h1YiAfh0RtlITzTgnOEPFF2HeWWurHumPRoD8pD2YlPfQlbVlaq4VetWKn6Q8dMfWbTKNqasuNuOuZckvYHLbzUhTLY1cKoMboiDOE3F+9TQxx7n+Tx1sAjTFtlSu2Ogn5E/SgPU6pp/425G7X96cObieTrjah6hL5c6m5rb3cYUnfWWzONd6XozvoMG2qtW+t9Qsr8CMN1QD2pN58wKiwo1HYlHH10pQjEl35KGzGCS3+hny+Xa4xp7MTnRY9965bNk6gXLyrYlEk0qf2CEVzqR5+h/yL443IvRzetWrdSwkrfJV2ALiXeQXKvtG2JA+xmnHzyye1POeWU35x++ukTpF3mpaWlPSbPLkZQ29IPIKhCRr+Ue9qDcvxLaUNm2UBMTxbSebsQ0heFiM587733Vjcl+dwWnnvunWZTP53T540JH54ybtLHd06cMn1aYnX8+lYZraampib/ISqqvj4vP+9f+Xm5I084+sChJx978CO//e3Z3pSkAAEC7LXwngY/PzAleLoIo6zgepF/iUAYp4jMFuFbp5eJ3CPCSCwYL8Ixo7GQzg4i54sAFtNZugjfSCWtm0X+ILJchDSZ1hQpHc6xRoc4hSKjRLJE9iocdNBBDZsuYXTgAkgHBjwuBgmGhhnECAY14TGEOOcX88MlLoJRTdoYPRgzGLiMPkC8IK1MceOtP2kSFxAe4Tekh2M/0dtTQAeMOlAfg9UVI2zIkCFah6+++krrht4w7CH3GObUH3/qhmCsmYsAflM/84cUYIAyWoUBT96cxxhkaqRtwmRtg0s5pTwXffHFF/YiZYdx6aWXNp8xY8ZCyattyEvTLxP9M8LKMVMOyQ9j3H/L4UjJoPxj111IHkGIQ52qhKyFh1dX0mK6sY1OU19A/fi8TJqQO6Y36uZCIbDJDLrlcx+aTwjdundvWG8tQQTeJ1dqa+pcYVGhGPhrvb4o5IFvWjJqqlMVRbebigbJi1KjHoMcw57Rp2Rpk06dOykB1H5poSUsmmCHVkguJLy6xttkq0PHDpq0pyvg9RtGM5d+v1Q3z4mL9UaUGRljbSpl3wQhPJIfRHfxosUNbc6Id7ce3rTYzcN7L4wgjN9LP2TtI2UFrD2GbBCe76RCMLmeKA+Ekp1/lThLXel7vXr3VtfiG4jLWkpGgTlP2dEpG4DZFGEDbcBPPtXDelKuI0Yo+VQP1wejbvQNSK/WgwiKUBo+h3JyXbFhkKdUb3o9/WBzbIpEHDYnWrNmdcM1xM67hxx+qObFb/RF+UHoGtqsDoBiUTf+TX3/fb0OKTflSc9I17y8GN4BLwXYhRcdAa6Zgw87tCF97TNheQDai7KwUZa1KyR5nfTzGZ99rn2V64M+rtTdklC1eSSStqRs1Iu24V5C/ugsPEf6YZGuE/bus4SHZCKUzx+eLHhJUljoffaMurBb+OFHHal1Yrox90HKTVzu58yGgDR/KWVnd+bMVq20buQF5L4+WojQJDncUhkBmgIJp5566hHSHudKm50gfaelPcdoP5Esaa/p0m+mSBt+/O6777JudI+0hZQpeuHC3JSv5n+d1Dw2MSU+OaZtVU111+io2DbSPfapqanrHBMT1V7Kt4/ct5KY8VJSXES8pdLDPouNdh9HRSd8dvyRIxZIf/rB+0+w6VKAADsGe9r/XMHIJuQRQFo/FIEwXiQCmTQCe6cIgLz6sUwEYskT/C2RI0UA37U0wipP/oZwEFBGTRtLB6Pfn/9eh1GjRjUQVsSMDYwd3tozRZdjMzAgrRi5GGo88DBwCG+GL2Htgeh3McJwIbpMRWQ00tb1sV5KSFLDmlArC8AlXQxwy2dPg3piIFrepgtcK+eRRx6p9YKsohNGJggPIafeGHQYk4DzxOU38TEuTe+EhdRzDiMewxGdcJ5wEBTW7xHfL+QVMkAu+vTTT3easB522GHHCkmeJPlJspvIFd9fpapsosILC8+mCd1uCOcdqaHOmj2+mWpknbpQD77hqZ+CaTAtSN/7Ea0jQwnazhAnApE3dUJ3kHQ2JQJmRjOaxGdxyJ18IaGMKkI0rT8Sn6m/SjSlLBAsDS/n2IyI9akG8eKvHgPawktfICcx1jW8eJBG6IQ5mjYjb5SP9CH4fKpFzxNODqC5Fh49kodWR06yaQ26Im4DOJTzlJ3w1gfpK4xg6W7MXoqbgXCMXJIW/+g/kGO+x8o5PmPz5YwvpE95L4hIHzI5YuRIl968ueqN9K1/GwhHG309a1ZDPPozLwrYhMr6cThoW14QzJs7T/sG4agrLv2bz/k0a2Zr531EKXRAPsVirM6aOUunRtNfamqqXUshQIMGD9Lf7CiskDheNO8vcZkKvmTxEj0mv0OPPELLBLin8R1evkvLC4N99tlHY24aEd2U2tIl37svQt9TpqxM2ecTOejCq7fFkd/ylxcqudIfIZ0dpQ9CHLl+NSThRTi2+CuXr9DR646dO2v7mX4qysp1B236C7/ZLMl7GSF11mRIhYSYXu8tFeAE/Y2XLaxj1XDeHw8ShBdBWXLf1Z+hMpBHm3as77bp1sSRcxKeZNnwbCMj9qJL+vzxJ52oeh0pfYfPbBGHtObNm6f3dV5GvTvxHddF9NSL3ZnlmgDEFd3/u1+/ftcFG+I0LZjyK23wS9HxGLlv9BFXfnr3Q7mu10m/eleuv7flHv3JBx98sDEUbZuQto2aNm1aSl5FdFp9TWVqfH1cTFRUbEJUfF3z+Nj4VLkpp1ZVVieXl1ckSn9JjI1yKTFxcUlyN06sjXLNo+vr29TV17eWLpIUHR2VKWXKkPtwsvTpKPo1n+fiuq4sryytc3W5MdHRC6ura5clJCXMrSqv+i4mMW7pSUcdSIe1XrzXICCsAQLsGHhK/dxho6KMgPJNgTdFGiOsjJQeLfKN/vJgpBfC+6JI+Ajr/SL/JzJR5EIRCGukdIDlt1cTViGfXTnGOMLYMJcHHKNeTN3FyMUowQ8iAonAgMbo8McjDEJ4DB8zsAnPKClgJAbCS1zIKnmwxgoDknQQYC7YGwirkgsBOjAXwfDm/MEHH6zrJqmP6Y46U1fE4pEeuiKe1df0iz9TKgFknjich6yibwxCXNM1503fEAxpm10aYZX2+JcQkGtJn7QhgnzOJn9jnjvk8MPcwYceqsSq4byG8crBOlSmFTKKN2nCBDftw6laVu5KF118sRrqFZKW9DSRUNyQYKwgHN9/731u1cqV2h8wdvsN6O8uv+oqPYfO5ECP9RMuISEuU2H5Duq9d9+tfYs+17NXL3fz//ujjvhCQCw8In/0hqm/pZ6eP3XR0oV+ewL8v9Uv7LeKL5z82ex3g1+Yv/qFfusxDv84MP+Qa8cE4miz33ro+fNHj0Lnvb/89Pz4jM0fb7rZPffss7obcX5Bvrvm2t+762+6SXffpX23gMRD53xT9J5//MP9W9qJ0T52IH7+5Zd191kIPWs9pdN6FmXIJX/ak2mmF50/Rtfc0l94yfPr3/zG3fTHP2i+9HO7JoiHC8iX9n3yscfd/ffdp+QasnX3ff9yo+S64+UOpAxCrnEsDREbQf9/N/3BzZo1U6+rQw4/XKcqc27JwkXuyy++0DL++fbb3H4jRui0WItvwvXPCP3f/3qH5kdZr7/5Jr5lrfdE6q2f3fEKriP/G9Znu3/e+XcdxeS6vvK3Vwk53093ZQb+9LmOmTp77z/v1s3N+IYv3w6mYAlxCW7K5Mm6Zvv4E090xxx/nO68649v+uIFk95jQv7Ui+tSDkW88tl6Uuo/c8aXOmrMTAKut/2FeDIazP2EWRENnxUSYZQLvDdpslstbQkOP/ooHWlldoG1H/0Hfdn3hD94d4rOOmCUlfOAa1buj3Ol3sN3esOdAJth9OjRw+RZcLno9ky5NtN5LtAm0j+L5N75nvSLsYsWLZq8bNkyZn1tgSkzZzYvXp/XPj42ua20eLe6+rouMdGx7V19bc/q2rpWQiCbSe9pJveR5vQX7jHax+T6pFW9+1HoczXVvKCtr5J0Klx9FG/uKqVvFkuZCuXa3yh9O1su11yJUiL9MVuI7bqykor1ac0SCuNdcvbRRw+PWMa9FQFhDRBgx/BzXcOKgW7rRm0DprUito4BkgmRvUaEEVJbV8rxESJ+sA6WIR7IKiOk3q43mwAphfBeIEKe/7+984CzqyrX/jplem+ZSa8QSKUFkJYikQAJCSWCyBVUFOx6/SyAfngt93ptnz9/96qocLFcFMjVCwkYSoAAUqQLhBRSCUkmyWTKOTNz+vne5917ndlzciaZCSlTnn/yzip7rbX73us5q+yeyhkwWOFjzYYBvvlnx0tag/hCywJaViAkUVnDC8rmR2UFL0lU0NClFRPNIB1EHUSLFbonnXSSdpnDJCq2tcOWYf3Wtf5jhd0G7zZZUPFCy/GLL76oY3HRLQ77D2GO44fjhFY/jEnEcUAYy215OKZW0KMijOODllScByzD8cTxQSsjliEOy6zZcmCooBwqUm5Atu39KD9D2mkpRMXzuOOO14o8WkvxqYuMSeUahnOKz8xAeGB/sW24LtCajs9t4BgVF2N8dI1eU+gyaw3bjn23E/ZgnCZA/sknnKjLcT1BbJSLWCkTF34YtgfXIMZI7tvXpHmwbrTEoVsrjh3G8aElDcfYGj4rgziNF0HhWJvjyjJshzVvvkycaxARGZMw9hOWHcasvfr5FZiNc8NwrR/bCj+OhY23lolz3W7hZsfVOPdTMWhJtXEwjLmFKGqXY4mxn3qu5VLG8cV5wjZjH3E9ZhvOK/Jjn+1kYLg2S0tK9XyhFRPnEKIVggnHH9c6XMTjXse4VIzfhagCWD+uCZSN42HvDZSLNKj4oYXQHm+0snt/qIBh/5EX41KxTM29N3A/oGxJqF2uUTYMXZ+xHOtAKy2uIW39F9CVF/uLffAarr9hcowwJhPXGMqBwMO+4ZhhPfrJJnFxTeFcVlRWSPp6TQsBh3ISuv74fuVDIGLyrXHyjMQ+IR3AfkEo4lpHrwAcC4hVbE83k+3AurFtGDJg70ucK2wX8ujnqODKdquJH5OVYcwtzgV+sMF222U1cq/iOYZnGlycD4hetPAiPcL4Li2ehng24TjaH+hw32F78XysH15vwrLd2E77jMIxkWfGCbK9J0rw2D7gBzgXXHDB+YsWLfqLHM/n5XxfL+ehEteYXEdvNu3e/X8eeuihiffdd9/Sv/71r3dDrD7++BulDzz8zPSVj/5tyV8eePy7Kx5++s/3P/jEpmhTx46y0qo1+YUFjwWCgdtFe35TzvfFiWSqSu61d+RqfFjuul90RmP/R66PT0r46nQysSgWi89ua+04JRTaNz0cbpkSb49PSAX8IxOdsRHpaHDUogXnjrpkwXljLl0478RLLpx95oXzz7548UVzPnbpxXO+uuSiOd+W+NsuueDc5VddPv+Fi+eft36giVVCSN8ZqoL1H2JoFUVNG+4qsc+IWTAeFd1IIDLRvRetnTD40Z0X+WAQvuhGjNoY0qN1NFd3mdvEsA4I4ZfEcpUzYEClz1bwbCUQfoDKBYQSWk8Qj0oKKhqIh6iCacVE4lDJ0YqbVJxQqUIlDOnQ9RdlwEVFFBWoadOmqZB97bXXNI1dL+jJf6zI3oZc24ZjAJEG0YrKHT69gX1FBQ77DuGK1ihUJq1IsoaKBcpBqxHEG9JpZVAMoAx0t9Rxa1qpdNZrzXve3gsLFixA5XGKG1TwvU20qNbI+UcXRZzDG264QcerXXPNNfqpjKuvvtp86EMf0hZm7DOuAUwGg4oqxquNHOXMrovjgrSXXXaZfoYDtmTJErN48WIdB4wunY2Nu1RgaauYgIo6hAauKbTG4zM5+EQO7AMf+ICZP3++utVV1ZmuyKhEA7T8Dh8xPDP21R5Piz3GPcV7yU6bHQYHCqvr8WebJTsu22/dA5k3jddvwwBCDdde13hcXD+OH9cqxEku07xyfKNyb1sQxjVsnxXZhnsBY4VRNp4TWKcF1yy+U4r8uL7x+ZXjjjtODX4YPmeEH0YwjhcTZeHaQFm4NtFSi5ZE3CMzZ87Ub/TOmDFDDWEYeiWgfP20jawP24BrGn45Ktr6iHsI1w8+eWRvI6zDmg1DDGPiMVyrKAfjRXGd2eXZeVAuZnTGMULcrl2N2Gldlg2WY5vw/VaIT/xQZJ/D6AGAiZcABCLup1xgP/Fj0JVXXqn3JO63j370o/r8xjIvWB/K0R8gRVjDj2OBcdsQq9g/fJ7KftoGhnsNP0rV1tXqD1TYd8zs7d0eu+/WhWjFbN9w8XkbO+Ycx0Sem/KYyJurEaTPyPlYcskllzwh987D8l5dIvdBoLW1Nb5r1867X3/9lXNFpE7/68MP//ihh/7esHzl05+478HVv13+0FOvhSL7dhUU5v+joLD4L3nBvFvSqfRJ8tRc5/cH/iMcbr+hvSN0fkdL+PhEZ6Rh4QXnjFly8ZyTllw0+8JLLpxz/aILz7vpg4vP//GSi+f++gNzz/zjgvlnr1h4wdlPLl0y55XLF13wxmULP/DW4sWzNy/5wDk7LrtsftOSJeeE5DqOyrWdo9sGIWSoMlQFKyZYQi3A2vli3lni0CJql6EbrwV+bz6E0YKKqXARhosWV288hC7KxjomimEca65ygDdPv8QrdmAI2zi4qHTARWUVLTCopNh4VDjQaoBf/lFJQqUIaWAQJ6j4wo/lSIsKrf2GIrrLYhZX5LeCFXhd6+8veLcp17bh2KAFCiIclW+MhYMIRWUO4g1iz7ZU2A/yw3DsrPC3xxXgOEPc45jZY4j1Ih5m/dnuobJ37955ci7ybEUT5aWSCW0hQysMxuFhXPNdd91l7r77bnPPPfeoLVu2TMOPPPKICgdU4kOtrXpeUTkdO26sbhcE/f/+7/+a5cuXq61YscI88MAD5v7779exbiXFJTqW0FasUWHGccHnbbBNmCUXn9eArVq1Su3xxx/XyV1279mt68J3UCFocKwg/LWF2yOuUI41i/Xniu8pzuvvKc4b7sl/yGbLyFEW9r0r7PWLyTJnuYgbHBd7GYtbVOx8ZxVjyXF/5jIsd5JLBhQi4Nzi2OO8ocuvzkQrLgxj4OHik0EQlvi0De55bAvA6lXESn60Km7YsEG71cOFYUw4ZlPGj1tIjWsE+QEEEIQnWnchvnHf4RrB2EnMDg3DUAOMJ5dLWYWjIuvGeGSA1kuMO8bMuhDA+KEN+2O3z2KPH7aztrZO8wFMPgURm50e2Djc45pXysX4VOA9R14Qj2cDxCrGHOMedO7DpDtTsF9byvHjIOKzy8BzBrOU4x7FvYn7Ep+xwbHF/ZgN8uJHIWwj1o1x4dqLQO5fjN9GGfi8ze233672zDPPaDnlFc43iLENaJHFD0q5ygdoIcfnbTCzN1r3bes6cPfh/fy8Td+YP3/+BxYtWvSovB/+LM/c2XIv+5qa9mxvamr6dUPDyKu+9PXv3vGLXy87Z8VDTz9y319Xt8dN7PWS0uJfSdbL5UC3+v2+37WH268Ph6LndcRbhosonbjkojkXXjT/7K9dunDOry69aN6qK674wIbLL79gt5yj3L+OkG74fP79HwIucgx7XEbIUGWoClbyHkBFChUH63r93jhUajCbL0QUxJmtoKCiA1FmK05ICz8qoliGrmIQDmjpgChDBRSVX1SuvOXDbH7rZi87Vni3IZdr9wPHBd3eUGlGxQ/HC62jOGZYbo+JzQcQB8MxQxyOC4QfKq7Ib1tcsQ7v8co+dgi/F2Kx2AWuNwNandAipi3Ech4hFvB5DCtIrDhBHNaPc70Bs9nK9mKbEcZENnAhJCE8duzcYXbu2iW2U81+kgNgYhxM9gJwTaFSDKGBViAcI1T47TdN8eMA3I7ODk3XLH607EKA4BgXFxWbmppaFdq2myKEvzWMYbRx6pZ1LVND12MxuDbOCXf5vabpy8u7xyNs4zx+/KABP1xr2eEDm5QhoiETlusrp7/c9UscrkG4+M5yIBjQ4565ZuRcoUcEykT3UAgzzMarJmlguHfRuqif/GltkUzOdYfrHcIYvQP0POJ6lPR6XbrlI2+1rNfOeIxlAMshYvAZGmwnwLnD9QNBqn6cSzmH2P60ZLPPGcTjO6M4F8iLeOwDWn/VRVdmtMrK/YSZgXUyIvmH7Cr4ZN3Ig8mggph5WLYJ1zEEHM6FvWawvzCsB9uB+xFbj3sBsw9jW3FOMcZWP+Nj82m4RNeNlWLMLsQkWi+xvXY5yrSGXgzlcoxxPNG9F8cdxwo/BmD/sS8Q1bukHGyjbk+x+2kfMVsOzu122RfsD36AwLYiHufWfu4H64KL+xqTQelxlR3Dfbdt6zZNj2Oon7ZxP2+DrteIxwzTFVXODNXoyoz7DuPEcZ4xthHXgboierHNuGeqqiu19wTKRIsxwD0t+3iWvBPqNIIckLlz55568cUX3y/Xwko5D+/v6Gj3ybURHz9x8osf/NAnnvjnm7496bIrP/L78tLShzo6w/8mT+Gxkm1ZJNL5yY729tOi4VTDwgvOPU/s04svmn37ogvPfOqDCxfukmuMguo9IvWhrl9iskjpT4uEEC/OW4CQXjJnzpzNUnnKOelSLj8qT6hkoEUDFVVUpBBvwXIILhgqL6jcWMGFPBBxSI+KmC03lwHroky0EGC9Pf2KfyTBPkIQ2ZYdbE+2i/3x+u1+YN9R0cTxQCVax4aJwQ/zHjuAdSAPKrOoTFpsuXBz+WGoOMo5ue6pp57qc5f0JUuW1GzYsGGtlJP50C7K7giFtVsvWoFHjh6lce7Sbg8b3RbZBoyZ3CKVWwgegP0bMWqkim+cTs3jZrRlaV75h8r81s2btYILcPz8UrE9fvIJKrJQiVfc9F3lyPGW9axbu1ZbcXGsAa6XiZMmqejPzCCLnHYj8B+XmC3KLReiSMMIOQucsNfv4i3L/eMGbV7geLolySz0LAPiyawBjm6fJ427CHTbEo/XBrpFAY1wxjmj6/SLL7ygghTlQKRAtJx19ll633bNkOtsgkNaW+AwQdMzTz+tE2ihLNwf06ZP1667OM7ObduVy9kH+S/naf26tTpTsD1H9h6fdcbp2hsD14uNQz71SRjXFs7nKy+/lOlujpY6iKJZp5+u9xhmTHaTuzgFQBzh26uY2RiCC5MITT7xBDP9pJkqnlDW00+s1jG2aK2dPnOmdmFFiysKQ3koEtcixoCiJReiE/ccjtvxkydrzwnddned9hrC8jVvvqnjku2xwozVY8eN17Ihdh0cF/u+6e2N5t3t282J06bKdp6ozwnsA479I39dqWXi+YDx2bhXnOPlbKeW4/x3/Phr16HxNh2Ax+lFsVUEqhXINj3GqUKo67hVjQFOHoxTxgzI2BaAc4tPOEEE49px0jvrwrWOlnCIbLjT5Ljj+CKv3vtiIsIvvU/QTGQ/Zs2a1VBXV/e1/Pz8T8v9mY/x97j2Z8w8zZx2xjmmvLIK46mTsXh0g1x8j6XSyVW+YODFS+af+45k5zE9jFxxxRV1SX9yYiqROk6u3uPkfhkZCoVHXXvdNdMuXLBgeF6w0Id7xk66FGpvMW+tfSv8wH2PrQkE/c3ptG+7nJHtxpdaL3fIhkA68PYDDzzQ7BZPyJBhvzoKIQdi7ty5m6Wy1+07rL3xo5KBCiQqU6h4IA6gwoOKGVykQTwqaTCbBsB/MLPpUM6xFqwQTFawAmwTwH56XcR74+x+IC8qxnb7cRyxP3BhyIdlaJlAWls+XFvmgfzICyHc3t5+SIL19NNPXyz5MaO2rhjlYkKZvbvQ1Rbj+5xz6CzOXf9BLPJB8GCbZOexA1q5tRXbXGhp8gfjE5EXeWxeHD9sB1rbnCPSBfJltkb+oDVHW/jcY478yIsxrHK0nEQ9kHOJLecA7JciE3HgvAcvWehlWT3RYy7ZL1xjdkwnjjG6teJexmRMB0TSQjyitVGvZRwjyYsxl8iv585lv/MlaXF+0KqIfNg+rB/XP7qUOl1FJVd2Rg/4EUcFNbZD8uIeQl4Nu2kc3BAcXZExxUVFKvAgUjF79Hnz5qqAwnF4VITgpo0bdfswplbFqmdfLIhBi73ddxSNH4pUfGHp/ll0m3G87TZDPOu9lDu5ChGUjU9IYRuRFj8ElJeVm/v+58/6LEQ+HUcs6TLk2F7L/ks8MeLFfmOfnOOIayLl/KCmYYvHJ160RON+xzYgnX3Ge0rOgP3G8w/3IoYInDJrlvs8cdYdCoV+MXXq1M/y8zb7M3/+/HmFBQV3lpaVjk7gW9h+n5l8wgwzdeap6fqGEZvjyeTTsUjkkVjSPHvZRec43wQjh43F1y6uLIrmnZ1Ipd6f9vnOlOv7eLmea3C/4LrGNY9ZwC+7bLFZePFCU5BfrD/yWMHaFt5n1r61zjzy8FP6LnXuI8knafTeTqV2SyFvStmrff70ww+teOg5ScBzSAY9ud4VhPTIvHnzMoIVhsqj9XvD3vjsNOBg6YD198UAXgoYt9VfBCu2J5cBr5jMXpYd503bU74DpfGGcVzc1tvrnnjiiT4LVqks/kLKuxHHHOWhsjph/HgzdcoUKdOZoKbX4LQdJHnX21jW1xXYD7tI9lL8TmX4AMkPP+6+2GuxOz3tpKQ97BuKvXfQtR6g7F6tNuf+vFdky3o6JH3kMBWzH9hrVBTRTb2peZ8+oyC8xo0ZazasWysrlnsKCXG95zpGueIlCtdnT2SX0nPKLvCsQ/frfS3Nuo0IYwz8aBGxa954M/MsyqCF5i65T/fuIdBj6dkL5EBgXyDIG/fszmwXhGxHR8c6WXbysmXLnO/9DGWqq0dOGn/clPKKyllyDdR37Nt7RTLSOULUjimrqjTjx04wp5x6xnPFxaU/3br2pXsp8o8MV1xxxXh/nv9z8oK6Ii8YHOXz+30Yu46eHHBxLQO8G8Lhdkl/qblk0SU5Betba9aalX9dLe9sCFzNpvkAnh34EQK9FPDDcCptXpE74w9Bv/+/2PJKBjNH9s1EBh3nn39+n7oE5/LnCh9OgzDDeMVjKVgxPu9ggvVwmRWiPQnUXPFWsKKFta+C9bbbbsv76U9/+rrs32Qcb5SJVijM1HrNP10jZbutQ5pa/maeMrJ+x3HB9rheG5lxMguUrnTwewM2bVdcdplZwUwC7zr2y9PXcJdX6baNQMJdMW6eTETuMBybq2tRxuf1it8TUNx8XRmdmJxhJzJ7/d3K1z+eCMG7Tu/euYnV20W2DOsFObI4UX0rq+ta7M4BS7ELJSP2E92Sn3/+OW3dw48zp59xBn600WUov+fCci9Alp7oeVHPS3BPY8KpJx5/XAUdtgnPv7nz5pmJEya463PyH2DVOTcsV3ocz0x8jgTyJHZ9WWj0/st6SK0t+WvXrTOPPvKIHnuNk32VZ2wqHA6fuWLFihclqqfsg5niMy5Y9MExY0ZdNX7M+NPHjBldhZm10eq/bdMG84mPfcw8++xz5n/uX25qGoab7e9uaw+3t++ORaOvRCOJ/177/JPoHTMUj9sRYcGiBZ+rKC27tbCosCYeT4hITThd3d0jjPtRnxOuPxQKm6uvvtIsWrjIBPz53QRruKPFrFu73qxYvkqu9e6CVcvQ/07ZuA8xnAbPIbkntqXTye+cfebZd/BHCTIYyfUeJ6RHIFgrKyt73SXYGz5QmsNpeHijhRXd7o6lYEXFEWB7joR5hWguUXogvxWsoVDoo6tXr75TN7SXzJo16zSpLD4vgtVvjzcM+43ullgHQJx1vX5LrvhsFxVWgG6l6qqCgAd5nZhMmvfg9iYN2G97DpDe+oE3fDC3ax3Ic/D19MVF2erX//jT++3qyfWWiT/w22UWXCe5cOJ7WOYZF2vR1Acsa3/6Gg+yl+HHJ3TVxXML+4Z7B4LQ0vM6ctcbUzn2zXKo+4HxtOh+bMNwMW8AttnLoZafTU/x4HCWhecJ5jawaXD8cT7k2XXLtGnTvj/UKucTTzvjkimTT/zeKSefOvX0WbN8Y0aO1tmgy8rLzL/+63fM5IljzeduvMFs3rrNfOaLXzYXLFps9jXtNU379mkLfFPTPtMSan2+MxS+9c1nn3pYiuz54JMDcuuttwZX/+2p20tLS68pLyvW96Fzb9v6iJPO8TsBuBhGcO65Z5sPX321GTl8DGLN3qbdZk/TLrNj1zvmuWdfEHtF3tMYJqTZusrQ/27ZiHMWZoRrNBq9LRVPfFbe65ytmQwqutcqCDkIEKxVVVXawooKGx6QqFBki1Kvi3T2YWv92ekOp2Gb0MJ6KIIVeWHAltdXINww6RAqVba8w2lWdMK1fhvG/mbHWQM4/jYdKrMiMD/62GOP9UmwnnDCCV8TMf59e2ywnoO52XEgV3xv3N6k6avbmzR9da0feMN9cXuTpq9ub9L01bV+kB0GPd1HB7q/+prncMWDobjuwxUPjnRZ+DFQBOvjIljPH0KC1T/97Nk/nDJ12hdnnXqa//iJx5lhdXXOOEc5RJh876Zv3GyuvnyxufLyS017KGQ++JGPmgWXXIqDqO9EjGduaW0xrbKsaV+TCYdCP3h1zjk3GbbI9Rm5Ln2LLlv0l2QivSgRT/jz8/NMcRFmt4dw7OqBhsvXcZ3r2MZhRvKa6hozfdp0nWQwEukwW7ZuMZs2bzHN+1qk/uCMEXezuX4Uhv9uPOKchc74cVkxxt13hNu/UV9X9/17772361c1QgY4R7/5iQxojj/++C/Ki7ESfogefDIB307E50LQqokJRdA91BVDmclzIJSs3yug8IC14VzmrfxavzcuF1iGFhC8MFBGb7BlYjsl78vyYrhd/OdZAdgXsF60CPRGsHr31a7LG/Ya4rx58PLC9toXo06CI8cchnMAF5+rwEy4OD+Iw+yotgzkFbtv06ZNr7qb3ivq6uq+I/nHu0Et72BudhzIFd8btzdp+ur2Jk1fXesH3nBf3N6k6avbmzR9da0fZIcJORLIs2uYiNbf/+Mf/2h1owYz+dPPmfunGTNnfmzqCSf6RwwfoZ8bionowezbePbHE3GzcdNmM3b0CDN21Ejz7s6d5rm/v2iOmzxFC8B7AqjEkfcFWmUDweDZVes3HD+iuur+nTt3UrT2kpPOOafu5RdW/yQWTXwo0hn14/2MJ17CHasqh9d9DnbVYbo/E30qbNvbw/rZvldefdm88cabZsfOXTouFcNqtEBVoz1jhasKWYv4/T4zp72jbdO1H7nu9dWrVx+kFEIGBqxVkD4xf/78V6uqqmbqA1oewPhuHz6+DyCA8OBEPFwYhBHS2gcq/Ph13KbBcoQRb4HQs+Xb8pDOhgH8AGEr2KxhGQQaWjq95WaDdDDkxwsfIlfc9VLG12Txg2L3ybbMLywsDKA7oC0L6zgQWK+Ium5dggH2AQZsGXYZtsFWKBCHYwmBjziEkR7lIs7mgR9m9xlpkQ9412O3G5OwnHTSSerH8tbW1pTs74ceffTRezSyF8yePXtUY2PjGjkuZW5UZnsO5GbHgVzxvXF7k6avbm/S9NW1fuAN98XtTZq+ur1J01fX+kF2GPR0z/QUD/qa53DFg6G47sMVD45GWXiGyfPrI3ffffcfJNhzAYOAmefNvXPScZP/aeLYcX60xmEGaLTo+f0B/XwRhg9gNuwNG942uxu3mxlTp5ht72w3b6/bYN5/0cX6PoxEMGdBhwmHQyYEC4W1pbUzGjGtzc2/mlRX9Wm2yB2cc+fM+UwwL3jTiSeOG/HOtkZfJBIz+C40vtuMb4fbJ59zQXbVSzA8wHG74hXEqeO4GsYy+Y9WU5vHcd1lbvqe8PtQJ4CATj8diye/8fQTTzwl0fxBggxoutcqCDkI8+bNu66ysvK/MAEGKqV4aEJIwSD6rICCcEKLHuKtGMMyhLHMiiuktcsQRiUE5cIPg98KLqQDiEM6GJZhvCjKsYblaFnE9kD8ZoN8SId1okVYLCLrWiGLUPFZKRZFOpdpYh+SMj8o+zwJ3a6w77YMWDbYx2HDhnUTrNjOkFQO0OoJ7L4DLIfZ42T3y8bZ/DC73zYNDOuxrbkIo+KCOJsO2wuzPwQArH/fvn1viPcCEaw7NLIXTJky5cOyHhwnXV9v3ew4kCu+N25v0vTV7U2avrrWD7zhvri9SdNXtzdp+upaP8gOg1z3CegpHvQ1z+GKB0Nx3YcrHhyNsvCMC4fDv586dep1g7lb8Alnnnv9mLFjfzlu9OjAsLphpqy0TJ7xIo5EqGLcIkQrJufBPVchQvbpp540699eb9rbWs35c+eZkROOM23ix/s40hkx7R3tpr2zXb9zrt86F4vJO6utufWfXnv6sbtklRQ2OXjf+943rKCk+M6C/PwL5P3pP27SSBNPpMyWLbtMcXGRdsmWZTqLOMaT492LKzcp9QwcX1sfQks4vu2MdzDe7/b6ltoE/jj+A9wPB0eevamI8cl1EcwrxvrSiVj81mG1tf/KHyTIQKZ7rYKQXjB//vw7pLJwXWFhoc+KKCus4LcPYoTh2oey17Vm02Y/vK0AtoILD3u8XBEuLy/X9I2NjboMrZloHQXIj/VCsCKPFayIs9uDcpFelqNp+I9ifxLbiHQHoEjsQrFrpcwLZd/zemp1xbbX19d3E6zwI37Xrl06vhX7gG7TMLzo8GF/bBvSoEwrigFcxNljnW0o37pIY7fF7jvKxTLrxzpk39eJYL9GxCpm2ew1Ujn8vZRxjXd/bdkHcrPjQK743ri9SdNX92BpcHy92HB2OgvC3jwIZ6ftybUg3NN63ovbmzTWVV92PK41Txhk+3XiKE+cM4GSmEZ54j3XUTY9LTvS8cC7rGtr5f6R+K7dsh7vD1fe1O993V4GSjw40mXhGsOzTp7l78hz7KRly5btcxcNKiaddFJd9bDh/xg3ZlxDbXW1vDcqtCuwfR9gUh7tduqmx3tm0rjxJibvFbS6NoVDZveevTiIKpJi8ZiJyHuxo9N596BLalsopN/oDYfbt3eEm2euee65QXksD5UpU6aUjhk//vJ4Ivb1/Lz8yfL+9KH+UVtbaU6YPFaOb4t599098s4uNOVlpaZIxGthQaG+w+37OC7HvTOCHww65fhj2FRM6yF4F+OdDEO6A90HB8e5CtKpqPxJGF8AVRbnHYKWXznX32uoHXYrRSsZqHR/uxLSS0S0TpOH6/vEKtva2oaHQqEvoWUP4EGNFycelDAIJ2/l3T7E8ZC2eB/Y3mXZfuvC0EJql9s4GCoze/bsUcGKbbFp3dbUsLxs0Jr6ezHMkHgoM+lNFrta1oNW1xOyW13xImpoaOgmWLUSL8ttRcv67XLr2uPkTe/12/1D2O43wvDjJWqFP1zsL5a74WdFRP9F8uFltUa2+ckVK1Z06Mp6yamnnlohx3HtsGHDGux6rQvgWj/oKd7ije+rC3qTBhxoOfzZ4d64lr6kO1ha61rstQAOlra38d7lB1oGuoXFb0O50mf7u+UVcJ1Y1Jf5g3sW/v3pKU9XdPeM3vReEL9/FseTq6wcUYJdb66yxJtjNmA3uUtXYvi6bavHi8BB9wN/cHjdZF3pu/LBZ+MzSfFHApn03khxe1itxOducOshuUMPhfW8b/pX/dnsn8cnz/O4xuNZKs/5uXffffdqd2HuQgYoJ82Z9+Xauvof1FRX+4vyC4xf9hlPBbSo2tbVYF6+itiComK574z2sClCl1ARUM1tbRLnl3dBh4m0d5hopFPFUyIWN5FY1HTKO7ITP2CK4Z7tCLd/5sVzzvglJ2EyZsGCBQXhjo4bystLP19WVjphX0sbXniZZxvesWPG1JvJx483HZ0xs/2d3Sbc3mmK5TzgB+mSkmKpFzjDn/Cpm6gIVXyjvNOph6ihroC6SXYdpm8425PGp3SSIlbl3PshVn34Md0py/7ImEzE/1/E+H/0zKOP7swsJGSA4FzphLx3zhEbJVYvli8VCYxxHCOiraqwsBBNfdXy4K4Xf5EsC8oDulxerPkQdXigo+IB0WdfBl5Rhwc4XOu3hjAe9PZhD2w8JhpCK6oVblKpeU0W/7fY3WLbkPYwgA8DXiD2Ednei7FvaHUFuQQrzO6TxYoS7IMF+4DttvuEFxpebADxEOKSHhONSH0jmpRlTbL+3fF4XHY10in5tos1ShqI8Rax7WIvi+0R6zO33nqrf82aNcWbN28eNnz48O987GMfmy3brb8yY1/sdnr3Kxuv+OoLByozm76kPRgHKuu9rqe3+ZGup2PrRDvLcmHzAfhsbsRnlnjS5OKg6+j2J7MG13XQq7rrTya53QrdTht23cxmqSft5BQvGmltS62TJqnxwNkv/ENAI1y/62KZeJyyxO8WijiNddN582RvmzxlMss0i4Y1tive62JxJs4JIDXidWd0kQY86bpcZ/1yDSCkcbrUOQ6azwnAZ8txkrpxGvC4No+47u7Lf/U5xwPLc1yaNtsxw67f3TbMirtrx7smHGrzyTP2bXnO3drR0YHhDW0rV67Eg/JYb/FhQc6X79TzL3yqvLzsrNK8PF+NiKB8EaP+oAgRfO4KJ0YM3/BMQfSI349xlIVFZu+O7aa2vgFlyGWRMkERuHinpiUfrgc8u/FOicq7sbOz3bS0tJqYLBPxunJCZenCod4Kd+7cufPygsEfBYPBk0aNrPXt2dOsohQz93rf4TiO9fU1ZsqJE0xNTbVpbgmZHTv2mPb2iAkG8kyBjm11vkuO9zje3Wjhhni1k2UlkxCs3X94PzhYv5suLfmTaKlNaDfggIpVvG+7l4NtDgb9Jh6LNyaS6W8Mq6n5L7a2koFEjtcTIUcMCDyoOLi1YlViELPlYmPk5VAhrrxXA/UiXsfKiyFPHt6FUikZIcuqZRkeukUSrtCXL17Q8vKwohdhuOhmA8EqlZhmeQncL9nQmroK+Y8gmDX3Sln/h2V7ptluv3abAF5YeMEBxMt2RiWuVZanJD4q4Xckvk0Wp8S/R2yr+DskTVxciM7dYvBjICz8YTEU6PSHPkIsXbo0X47lKDnWp8nxnCrbM6OiomKEnAOcSx/2hZD3gt4hmbfRkX8tZX4+6fY7it+Vbx4kAkkQ7/frX8QecbodgZ4DR4VDWeOReCLY7RAX+joViURaw+Hwenl+vi3Ppr9LeM2qVauaJcl+p3EgcsnHPjbi3U1bXx3b0FBXVVVtQiJuOkTsYOcDARGgIoSCgaC+//JESOk8tamk8eNHFHHz8wtMMF9etfKuTKTlvQjBJGWghRXvSLT6JSCW5J3kh0mePfv27WzqCJ3w9t//jvfQkOTcubO/kp+X/2+oiOA4Txg/wmzctFPf3egtJpGZXmO4JuOJpCkszDOjRw8348ePkuMeNG1tYdPaEtYW12gkbmJxZxJFGI679xyk9Hw5QtWZmMnZjgyyEs+1LyCBXARp/Kgthh8sZInPj15eqE4hVa47UOLTzpAjXyDfRDs67ywsKLhx5cqV3jk7COm32PuAkIECRNJw18XTeYKYfhdWQKvuWWIQvr8TwwQSx+JhPEvs82JocUbL5gYx3GshMYybtZWBJjG0gPZrrrjiiiKpGB4nL7oFsVhswcSJE88cNWpUEVquCSHkaIEf/2AQDOD111/f1Nra+qQ8m1aIAHi2qqqqcbC0Gl1wwQWn1A4f+Vw6ryBv8/btjmASsaFCSQyfpfH7xAJd8xngcygqYN3ePWi9S4igwm+mcuRUECVF4CSTmOjQmSwRlhTBVFRYaIr8JjH7nPed8bUvfekVyTTkfomcO//93xOx+jURjwGIy5KSQnPcpFHmnXf2mKZ9baaoqFCvvXw5vla84rhDbCbk/BQU5JuKilJTWloo58CZzyMawWf+Ok1HZ8QkRLjih4N4RsBiCI8VquKKvwvx63lDnGNOGtsSixj8gOa2uGsVw5s/G1mexjsb10+BycvPMx3t7f8jJ/+q1atXH8rQKEKOKrjCCSGkRzCWR17OaEF+v1RuFpaXl582Y8aMWnzTVV/U8uLFixl+Qgg5VKwghVkRZsPoMglxhW6V4sb37t0b2rx58zrJ9qwsf1ieQS+vXLkSPwIOihbWD11/4wVNbW0PiCAPQKhCHGEWWjkYshTPWueY4LlrXQv89rg5wO/Ee9PbdBaUUFhQMH/Vn+9Bj6Qh9UC/+iNX/qylOfyZeDzhx3EB6AJ8/HGjxM0z69Zvk3cdvrHuzFmB8akibh3hCpNrFTgiVI6vtoKmTCqNuSXiIlZjcrxxaeK4y3J0A3bdrnOCIU6Id+I0jTXZJBiKkLMm5VgDBztVOPkJyRtVsWp8+KqAM0lXe0f7N+pr6r4/WH7oIYMXe7UTQkhOli5dGgiFQtXyYp4hL9E5Ulc8U17Yxw0fPrymoaGhqLq6OgDxipc4wIsXAtaKWPvyJ4QMTax4glkR6hWjAM8J/PilYytFlHZ2dqYjkUiio6MjLhZpb28Xp6NN4ptl+V5J21hQUIBhE2+JvVFUVLR92bJlaEIaFA+c6efO+0xFRfnP5MDIofKbqsoKU1Jc4szALWAn7fMVz1yIH/vchWhyXKcbKlr/kAbY421dgPK1HCm0I9z+T6+sfmRIfd7mq1/99Ge379z308bGJtGd3X8kwRjVcWPrTTSWNBs3vmvw3dXS0hIIe53gKr9AxKsIV4g/CFxUqyE8YzHnSwc6IzC6AEs4noiJcMUPvGIpz/sRwlX9XefUOb+OHTrutZKKy9mEWJXt8zvzbADsayqVTCWine9fvfpvT0rUkDnnZODR9cQihJAeQCurCNIaqQQdLy/yGeJOlZfxeHmxDpeKYqVQKsK1UNy8qqoqv5gPn+rBCx0vcrz88RJGJUorV64hDsD1VqAIIf0Le69671P4YbaSn+0iD+5z3PdoHUUFHkMJYCI+0yI+U2JJMQjThLgxiFMRpB2Stl3EVpuU0QKT8vYFg8EmcfdK+XsDgcBeiW+SNE1lZWUtU6dOjQ6m77GePv+iOwqLCq9NJZN+fNKmtqbGFBc7MwE7khzHFudFnqnuccZ41IS4EKzo8guxGtMxk86xh0G84txY8ENjQX6Bpo2LkGptbfnPSbVVXxgqLW6f//zH65Pp1Jpt7+yt7uyIdutijeMEGzNmmBneUIcLXidV2t24T8Rf0JSJcMVXAvCeQ3fgPBGuyAf0eIpQhWDF2OEYJltyz4GeB1ne9T7ECe0SrIqcovf2RpTc2mIbExkaV7HqC0Csdi8V7+dopO3v72zddd7bb7/N8ayk3/Le7gdCyFDB98lPfjK4ZcuWssLCwjqpUI6WCuNYeZmPkRfuSHn51ovVSLpKeWGXYsZkEawFUpHMKy8vD4iQhfkxEVVpaalWvOzngLzjgGDOC7zLbLwFfm+FixDSN3LdQ7Zy7q2se12LvS+9IhSGVlEIURGdpr29PR0Oh9PipsSSIkIhSpOyPC7p4pI3Jnkjsh1oEe0Qt13WExILy/OgTawFJsswiRImz2uVbWiVynVIygrLc6NTnh/Ii1mBk4NRXJ1+/oVrRbAeX1pS4hsxfLipqa4yJSpYnR8C5E+XUE2JQJXzgW+tOucFLauY7AeCVc4PTIVTXM8RhBPKgeFZjE+x4FM5HXLu4rHYuz/67rfmzTzxxA2yvOvBO0j57Beuv66woOA3a97aEkCrKN5HXkM1Gd+7HTmi1jQMr9XW1Q4Rtjt37jFNTZis3y/npUiPI4SrbWXFecH9oaJVW1uj7jlAa6uYR7DifHrt0HHvaRWqcZNKynkWIewLYJIoEas9zB5s0iLU8/ynPfzA45hzY9CfczIwYa2PENJr3E/cBJubmyFIy+Vli5mea+UlWyf+enn5DUNY/NXyMq4QQ5pSsWJZVhgMBqWumZ8nL/ag5A+KePWLqIWQ9UPIit8HFwZBa3+91nFCrrDVF6xgX+5Sdsa1Zl/61iVkMIN7IpdlC0+bFnjvH1ScnRYhZ4yopxVUTcQmxKcKUYm3LaOYqRfhpOST7Al8Yish5SWk3Ji4MVkXWmwicu92yjZ0iNshcRCnYQljErqQpA2JvxWuWFjyhd007bJdnXLvR6TsWEtLS3zGjBmJ4cOHJ//lX/4FN/agvblv+tZ3Pv7E8y/8srioMDhSxGpDfb0ZVlOdEaw6xtE+70ScQPw4ghXn0G1RdX9MsGIJn1NxPqkSU2GK84zWtbLSMv1mKMbHIs++5hbzrc99fses9516vRz7lbK+Qf0Q/cznPv6tioqyb2zavCPQ2LjPFBbiR9SgvnN07LC4mNxKDrypri41DQ21pra2Ut9NbW3tZndjk37OJh5L6n2G8a54V+E2ww8JmEU4ocLVOScQsBDGuN/0/LnvK6/1DdzP7u2gXYsxVhUmflkWCOTrrMBd6bwgLmnyAvIMSCQvOeusJx/4l39ht2DSP3HeXIQQ0jd8Il59zz//fB4UqLygi+QFXCIvX3yiqFwqOZXiVkoYghaGMOLLpBJaKi9lpC0Wf5G4BWJ4o+bLC1/qCFJFCAYDUmywuLjYLxUDf2FhoQ8ufsUWoYvuxtrl2A2ri2/gWnPGEzmVDlQiUMmDZVcKZL3qz3a9aYDXT8h7AdehxV6X2ea9Zr3mxV6jEJtWcMKyWzytoeXTNYhMdSUNxGdaKtMqRMVSkjcl8fi0lhSbTMo9oSbrxye1EnBl++LiRsWFKI2I2wlXDC4+s9UhpqJT8qpAdd122WYs65B7FJ/sisgqkB6f+IpJXFzu2YTc64ndu3en5syZkxrs4jQbOU6f+fFPf/6zux643z9+9BgzZtRIM6K+wdTV1phSedbJMdTnFMSQc949594VRWhRdbqhxrqEKn6AiERNp3s9hNvb9TlZUV6hrYZOK6vf7GjcZSYPH23+7Ss3J/2VeZ/wBXy/lXUOWhHzqc9+9CPlZaV3xGKJwNp127SVGuNScWzU8GOpK17l4OsMwdU15aaurkpEa54Iw7Qc35hpb+807eFO09GB775DmMp5kfODbtqYlVnPFWZtRhjjWOX84Tza+xj/9L/nXaM+G3Rvf/sUQMupsxCGcpLiFVe2B0IVEyv5/Xni7t+q2oWkS0flb0r2L/+UlStXvSqRPSUm5JjS/Q1ICCGHhm/27NkBqWgG5MWszajy4i2QF36huMXyYoZALRUxWiLLyyQO/jKJK5PKUKnkL5a4EnFLxC2SOAjZQrECSV8gcXnix3d5YfimBSwg6aBu/TApD8LWX1BQ4IPAFSELsasCV1zEQczC3631FoZlcGWztZICV8rLCF74UVG0WL9sS5/Mm8f6Sf/Bnlevm+3vybLTgOzzK9ewVlytC4PQQOuLNQjNXKITfghM+GVZRnS6y1VsYjnEpxiEZ1rKT0v5EJwAG4MWUIhPWEKubQhQNfFDhEKMQoTGxNXWUbGohG33XYjSTFdeSYPuvJ3WJNwp64SA1XxuXnXlnorLNqkK3rNnT6Kurg5uasKECal77rknJemG/M0g5+bG+Dut/3nJFz8lJyNpJo4dZ0aPHGFGNAw39XV1OmYSQOzodQOh6l432nqHLr8QqyJMI7ZVFX78UCHXCT6t0hGV66ajUwUrnm+VFZXo2aJiGJMHxRNxs2bDOvON+Vea2UsXG1MW/ydfIP8uOT+DUrTe+OUbhwUTiTcrK8trQ6FOs2HDO3Ie0iLgnR8+vYbjhW/fyg0u4aC8W/DewLsBP3Y6IhSTKqEVG5Mz4dg7raluK7j+uCD3PUx/dPC8G+DqFjl/9QniPEawOteLZTAdvJzJq/90EVqCIawhUg8kVIFI3lRUBLkPz5Vn62pb59x77xp0sSekX+LeDoQQctjxLV26FBMw+eWFGNiyZUuwsrIyKC/+vHA4XCAiEC2zEKVqUsktkrosxGqx5FUTf5G8kIvEryJW/IXWlfRomS2QZSpoxYWozRfLk3JU2Io/AFcsAL/k9buGgUYqdF2x6xPXJ5VqHwSvbKL6IXQRdgWuughD0FrX9WdELio2EMAIww8XFR0ss67XZD8yLWpAtlVdGwbW740DNi3cbL837OVgYYA4rCvXMi/e5dnblotcaXoTZ8NwD+b3YrfPu53Wb9MjDJPrIyMirXnjIAqsuPQKSizT1i0J22VwIR496SAoVVy68Rp200NUqsBEWMpLuZaW9QPZvDTEAjzqiqnolOsGQg+uFZ1eFy2ianKdxSQv/KiQqoD0+mUZhKiGXb+abIMVqzG5dqOyfTG3LLhxuFiXbDvWkZD0SRE/2M6k3OMpK0jvvfdeHHRrJAdybOcH2gMP/vG2O4L/9uBd5sSJk8zYsWPN2JEjDboFj2ioNxXlZXpN6jVlrzP3GtM4CFTXIFDVRKSiZR3dgGHtEK7tHUbOj8mTZ1NVZaUpL3PmFsAsxHK+zfbGnca/O2T+8+rPm/zTx0eTFQVz5JH4vCwblOfv05/9+A3V1ZX/GcwLBCKdcbNx03bT3h4x+ISNPtshWO3zHH4xPLvlVeI+e/AcwXMCY1PFMF41HjVxPB/kfOGyx2MH5w4iNZVEV27nmaO/I8GP5xDSoiwIWdwqiHPzql/TuGnFUmk8o9HWimcZBKp9Bh7oNCGNrFe2NeDXbUglE4nZq1c//zdZcKCMhBxT7NVNCCFHC+1OvGbNGt+mTZv8dXV1GL+qIlIqXUGp8walIqaiUyoL6CKcJ/EFsjwfJvkhUDHdIUSvtsC6frsMYSxHKy8Ebh7yyXsZ+SFktfuxGOIham3LLcStClyJs34VujYsrmRxRK+EM354LLIdEMFwfVKZVxdhiGBrNozKEISvG58RrzCkgVnha/3iqtk0Un4mzvqz45BWNk3N+ntyvZYLb7xNJ8fFjXGQY+P6urBxSAu/NW8Yfhv2unKOVRR6XWueeEnufBoFhso8DPHZri0XZuPdCj/8EJDqoly4YimJQ3qISG25tCZIFGqd2NwuP3bVxskxSsnxxcRAKjBhCFu/nCN8uD/T6il+Na9fylFX0kAoojUUYRWhCEtaFZJuWM2NU2Ep68C40m5+WY4WT4hNLQ9+iVcBDBfbVVxcrAJZ8qFFND1s2LAUuuuKm54yZUp6qHXZPRLIsa4xzdGXEq/tHHvFT282LYG4mTx+ghmrXYJHmbGjRppRIlrLy8q0BbSzs8Pp5huFYHUEqopVV6RG0JIagThFF1VrHaYdY5IRL4I1FG7XH9aqKqtECJdnRCu6wyL/C2++Zj5de4q56MoPmtTEkjf8lUVnyXWBcceDki9++cYf11RXfTEQDEL5mZ079+qMwPKI0LHDhYVuDxwxK1oxwRJEKy5/dPt1WlDdFm8rWuMxk5Q4dOGW8ywPBH0s6LPNmvxx/bpE0nUtc/xIAr8m1ZsNQtUBLmIOhpMen7hJpaLaxRllRWLRj58/98I7B9MM22RwkrtGQgghxw59LllRK5ViuP5QKAQBh2/C6rhWefmj67EKXfjlhR6EXyoSEL1obVUxKpVu29qaJxUuCGGMlVW/xGmLrJRrRStaalGO5oErYY0Xf6YrssfN+CWNDWfEruuHuM3Eyfo07Lradwt+cX1uWPff40c8XBXGnjDEoiL74vocv13kiVd17cmjQtNjdhmcTBxcF/XbsOsHGpbtgYFM2HUzNSl4EXZdGwe8YY1rbGzMq6urg9jKxHncXKAyiJY9LUa2Cx418Ts1xKx4IMcHfu2OinQwiYOwRBgCMiXXj4pKSY5lKMsKTfXbsPVLOhuH5RCV8OtkROJCECYgECVdJux1YXKNQjTaMaMQkgm5RtVFGOuAa/1ueRpnt8GalJsUYaKtniJqdLIktIJKHGbyhT+9adOmNFpCXQEqRWRqwNYlR5Bke/SHvqbAPy//5a/9tzy3zBw/epwZj9bVMWNEtI4y48Stqaw0hSImMWMtuvhi3KTT5VdEKrr5ZrWmtotIbRdhq5NluYI17IrWsIhVpCktKXVaWEWwYiwrugZjPgCwdutGU7itxXx/1mWmcMkZJl3nu8VXUPB9ucYGrbD52k2f/3pxSfF3y8tKMZOCiUbiOhswJmOCIC0sKjTFRUXut1chWNHS6jym5T6TNE63XwhWx9Bt2+mqDeHqdAt2fmCDcJV7Uk3+OH4pR8PiU8fFexNmnsi9BjmkvFRCW1XFI6I7D9vXnEqmb5w797llnGiJDAT6fu0TQkj/wT7D0GprIHB3797tk4q4Tyrg8KMF19fa2qoiNxaLoVXTL5U6vxW7EofJnAJSmZd6v9Y+EKd+qTyoCIYhHq5UOPBxeV2GOPilAoKxtBi/m0kn0dpSi7CNs3ly+FGMuhKnNSAhI2itH4YFNoxlbpzm8ca5+ay4VVfMUZ4O6trl8Mv22sXqIowAwtZ10+dE8ti6VTdX9k2yqVf/ZKdzw+rfunXriLfffvu0OXPmLIdIc5erqBQgvDICE343n4pNNw7sF4bZOJteyOSV5d0EH1wYTq8bp2lsPPxyjXSLRxiuFizx3uVSQUzm5eVp+YLGyTWYKUuuq5SE0ZKLCY9Scp3qBEhy3SI+HQqF0hCaLS0taVmWrqmpSYmwR1y6qqoqvW7dOrR+6jH0tHxavH7Sj5BLZXRqV+h1/4s7Kj7x+x+b1zt2mRPHTxKRKoLVFatoXS3EWHsRSkWF+SYqYgiTKNlxqZ0RZ0ItFartzszOYRGrYfEjDNGKMathiFhZFgqHtHW2srLCVFVUmoqKioxgRStrYUGhaWreZ5554Tlzy7CzzGnzzjPpmXU7/fXlM+Qe2etu+qDkpm9+aW5pScmPKsrLTs7Lz/dhrGpnZ8w07tpjdu9pNhERsZg1GN9dzZdzgkmZ5Jio0JRzqWJUJ1dSsQpXxKoKVWdIgY5hlTRIizyaz3XxYIX73tGS5D/WAXEsjx1ZH74xi+JTycSKzs70V59//vm1TkJC+j89VjwIIWQIoCLuW9/6lj4LreCFH6L31FNPNdu2bYP4Q4XQJ6LWV1tbq25lZaW6EMFSEdGZiyGERfxqWMSJH65UTtAyDLGsE0KJGNEJomDwS8VFuxHDlXRIr37ZLrSQdouXdBoPvyetxgtQhZoHLvJZP7YfrqRT14alDHSFRVmI6rYsV/pcLkA6Wb92oYWLuGxXticTtnEJqcDJcdIw/HAfeuihn4l/ogiyX59++ul/wSFAvJSdlvXo2E6EEY8y4dplkk9dd3kmD+IRJ/sJEYiu0hCFmTDSIL1si44fhdvW1qbLZZmOMYULESnnGPFqEJbYD7Rc1tfXq6iEmISoRDz8e/fu1TgRnhpnWzRFGGjYdq2VaxDbiCiLLieDG7kAv2T2+H70+l33+a9/6HZTU1OtrasQqhi/OkbcuupqU5Cfp6IVkwGhJc9pUbUtqWhBRUuq24qKMaoqUtGiis8ROeGQGMRsWyis60Z34EoRq5h4CaIVglVFa0mp3puPv/iMOXGP33zl7MXGf+F0uViLPmoC5ndynQ7qFrnPfe5zBaPH1lxfkJ//hbKK8kkiWuVZH9PJrEKhDtPaGpZj6swGDLGJqnTm1pWwTqikwtUdsgChav1ZYtVrTvb3etvLqcHveCpURaTKdskLQtcfjyWek8gfPfXU839xEhIycOj2diSEEPKe6OmZqi3A6G65dOnSTBorjgEEMlyI5ObmZvWjGzRciOVx48aZLVu2GLQYIw5EIhH1QzzDhYCGwQ8hDdeLVJg0rqqqCuvQGZR1gSAiC60r++URoeUT8aZ+qWxllqNim41sr7oQd3DR1RACTyM9QOxhfbLdGsb3PbFNy5cvv1j26Q8ShfU0ipA7SSrs+AwKxo9pOVYQikA0jY2NGkY8urjCBbJf6sfx8gpFuAAtki+99BL2Nz1nzhyNe+KJJ1Q83nvvvQhm0gL33HWLExDGdmbHE9Jrks3tj/jeib//57f/3PeLN1aZyaPHmbFoXRWxOhoTLo0YYarl3ijMCNYC4xMV4nwX120xVVHqWDjsiNRQRrS68WKI03SSJy8vT7sDQ6xawYr7Ffc1xrPKfWVeX/umeevZl8xPT7nc1C0806RHFi7zlRZeJYIVPQMGPT/84Q9LSiv8l8ttfl08HpsjxwQ/OOp4d8z+G43E5PmGbtlRcRHntKpiUiUIU2cmYPgdAWvDEJKOLrVi1fpdFw7I8WSxwlgdt2MKpl3SxChLdChEqtPpRt8DmMn7oUQ8ccfTT7/woERRqJIBiXvpE0IIIcecl8ROcbzKP4v9VCxH1Y2QgY2Il+r03vbX0m81jbr+l98za1p2mIkiVseMGq3dgEc0NJjhYmh1LcrPV8FaVFggYjOo3XpDobC2mlphquI0LMIULa3tYR2rilZW73JMtgTB5Uy41CVYYeUV5Spay0sdd8euHeZ/lt9nvjj6bDNn0QKTmlC6zl9dMss/iCdf6on/9x/fPSkRTy9MJhIL4rH4qcG8IGa3N3FM1gYBG3UmWkKrq9Pt107C5PohWBOOYFWDOtX/XsHqPOYcMdpVQVeRqmH7GHREqpPepwLVSexToZxIxJtTqfTzxpd6MG6CDzy96unNmomQAYy9HwghhJBjyWIxdFXzvpd2iU0U01ZWQgYTIlxONHs7Xt7z/LrCq277rkkFfI5YHTHCjKyvN+hFgO+v1tXWmLLiEpOfn6ddgn2+dEZ8hsIiWlWYiolf41WkQrCK24Flrt8VrfheaHFRsbbcYuyqzhSMcazuWNby0jId34qWw9/++Y/mHF+9ueGKa0z6+Ipmf03JdBGs77q7MCT5wQ++MzHc0XxmNJ48JxmLnxKLJyaLeKxAyym6/Tqi1BnTipbVlMRrGC2tEgehiTjVrPInjZmArQDV/7pA16WOnG+4riZ1/kgYZbndjDGu+E05ry+ZlO+pwsLAcw8+uLpR4pxCCBkEULASQgjpD2S3rlrYykoGJSI4ppvm6CtvPPZ84Ppf/bu2akKsDheh2jBsmKkfVmdqq2tMTXWVqa6sVLEaDAZFoCTQ/V/Hq0KkdglWiFWI1g7HDUmcClZH2NrZgVHzszMEo2W1u2DFd1nLxO90C/79n+8x1Y0d5v9ec6NJT6roDNSWTZNN34wx4c5ekJtv/uLw1vbQ5HgscUI00jk1kUxO8BnfCDlPI4zxV8jhLvAFJEbn08Nhc8SpDusXV2PgqulSR8RKIIkW2hTGo6bbRfC2StJ3xb9DTuL6tM+s8QX8a+Md6Q2rVq1qkmWEDFooWAkhhPQn7hC7TmyS2CZEEDIYEcF6omlPvfLY//614Mt3/MwMq6kxIxsaulpWa6pVTFapmCwzJUVFJhgISs0trZ9N6YxEjU6oBFGqgtTpIpzpJhyCeHXDbmtsBJOM+fwqjrsJ1kqnddWOZcW3WQvyC83/Pni/2bl2o/nFDV8xgQlVrenKoml+v3+7uwvkAFx77bWVJSXB2m07362qLquojSYitXJOSouKS0pNMl2aj2nC08mCeDQeKCjKjycSyVg6mYrGYtG2aDTeUVJWGjKp9O729rZ9I0eObtq48d2m1atXOzNmETLEoGAlhBDSn6BgJUMCEazDTMK8tnLZAw1fu+2npqG21jRArA4bpuIVXXYxi29FmYjV0hJTXFho8vOD+lkVdCnFxD+YLVgnVXJbW53WVIhUtLB2jXG13YchdDHhEsqFYK3o1sIKAVthKtEtWNYpwtTc/9CDZvMba83tX/2W8Q8v3egrKzjV5/OhpY8QQo4azjRihBBCCCHkqCGCcLcJmrcra6vTAZ9+91gnzYGoxEQ+aEFFF160oGKCpdZQyLS2hUybCE98zgbdguOJuDv7bFK7kWIyn8yYSbebKcq15q7XBIJBEwgEtcU2EAio5Ykf3xWFoPX5A1putDOq3+80tRXGFOStkexs4SOEHHUoWAkhhBBCjg0Pjxw3Mg3hCIGISXQgWNF1NxKJ6HdTbXdefDZKZwaWMFpNO2Q5Zvx1Jt7pEqUQqzoeEqLV9TuT/KQNvvXrCFVHpGJMbCDY3YX5/T5df+Pe3aa+otKYCqku5vkelu3l2FVCyFGHgpUQQggh5Njwp+Ky4mhNZaWKT7SsouUUXX07Ih2mo9PO7guhGjZt+jmbkIpYfG+1s1NEa9wVrSJW0zBXnNp/tqXVEvD7RZA6ghWtpwHXr4LVbXFFK2xLa4vZuWunmTBxguRKoxvwfSJ4+R1PQshRh4KVEEIIIeQYIMJwQ/Wwmj+edvLJKXT/hWiNiGBF6ya6/YbVIFodweq0sDoTLDmitdMRrbG4SSQd0aoC1boZc1fok/9+n7agatdgEatw1XxiImDR+poUAbxpy2bTsm+fOX/ueVj+GxGrO9xSCCHkqELBSgghhBByjBAh+O3pUya3BIN52sKqXYFFvGp34KxJk+BiDCtMBSu6BotgRassRGs8kXS+/YmuwF7Rqi2vadGrzr/90G+ryH+kFe+u3Y3m5VdfMcePn2BGjh6BWYF/INuZRFJCCDnaULASQgghhBwj/H7/1tNmTPvc5EkTk50QqmKdIlbbYfpdVRGrrrXZllZXvGJCJnQNbo90asus0z048+1OKFBHhMKfAfHyX8e42nGvzoRPEL279+w2r7/5hln/9gZz+aKLjD8v8CkRq3vczIQQctShYCWEEEIIOYZMmjTprsry8h8G8/JTEK0qVrWF1W1ldVtYbVdgbWUV8doG0YpW1g4RupiEKRrTSZsgPp3Zg93xrK5ghYtWVxWoImqRDuNf0RW5U0TvvpZmFarPvfB3c/LMGebsM2Z9LRgMPiiC1at4CSHkqBJwXUIIIaQ/sFjsJLGfiTUjgpChwAt/e2pV/Zhx0/Pz8k8U0an9dlVsirjU8alJEZmJpImLwITITCTiKk7jcRGc6oppt2DXxB+VOLSaoqsxxCnApEr5+flG1uPMDixh9BJGmc3N+8y6DetNk7iXzD///8465eR/F7HKiZYIIccUClZCCCH9CQpWMmSJ+M1DpSVl8/ILC0dGo1FfV3ddiFanNTQu4lXdmFhGtLoiFQJVwzEVqugirHEiWFGOBd9a1U/b+J1qYDKe1Nbbd3e8a9Zv3GjKS4u+EIh2/nju3LkUq4SQY06OkfeEEELIMeMOsevEJoltQgQhQ4mxU2Y1DBtR8z+lZWXvS8TjPgjLgoICFZl5+p1U9zM0IjZ9OsOvT7+v6hdDz198cxUTL8VE1GIypkgkqt2LIViRDhQXF5uy0lJTXFQkZRdqHD6l886721P7mpo/8cbfHr9ToihWCSH9AgpWQggh/QkKVjLkqZ40qXz8uIk/LykquRrT+kKAovsuxKq67vdSVah6RKs7n5KIU2d8qu0ODOFqxSq6GSNPYWGhCmEI35Tk2rNnz45Qa+iGN59d/QCSaWJCCOkHULASQgjpT1CwEuJy0uzzry8sKvx2YVHRcHwbFcLVilQIVnXFEGfNTrKEFlXtOiyWDZYjbV5+vnYZbm/vWLZjR+NXGte9thWLnVSEENI/oGAlhBDSn6BgJcTDqJkzRzbU1H85mJd/nQjXKvT7TSZFvHrGpFqx6sUKV288/E6LbEDHvEaj0dXt0chP1jz5+HJZTKFKCOmXULASQgjpT1CwEpKDcSefPLa2pn6p3+dfGgwGTg7m5+c541admYTxuRqI2QyuiEUan8+vYXdm4d2JWPzhjnjyt289vWqVpKRQJYT0ayhYCSGE9CcoWAk5CCefd/6Jgbzg+/Ly8qamTHpGXiAwXGTrMF/alIr6LJDKHfoOd0rSplQqtUdsfSQSfVOU7Uu7O0Mv73jhhSanJEII6f9QsBJCCOlPULAS0gtmz54dzMsbVhIKtFUV55eWJFLJkrTfnyeiNOhPpzElcMKXSncm076OZMLXsiO2r23r6tURNzshhBBCCCHkEIBgxeC8CRoihBBCyJDG77qEEEIIIWRwMFPsC2Ks5xFCBjx8kBFCCCGEDC6+KfY1sWINEULIAIaClRBCCCFk8IDW1cViw8U+L8a6HiFkQMOHGCGEEELI4OETYrZ+h5bWEY6XEEIGJhSshBBCCCGDgwaxa8Vs/a5Q7CtiAQ0RQsgAhJ+1IYSQIUI6nZ7jevstEyZM+OrmzZsX3HnnnR++9tprd7rRA50tPp9vi+sn5EjyI7EviXkbJPApm+liG8XSiCCEkIEEBSshhAwBUqkUZgz9N7GoRvRTRKQW/+EPf8hfv35928SJE/F5m4EOhEOrCNZxYoNhf0j/Ba2py8RKxCaLYQzr78TwY8lzYivFKFgJIQMOClZCCBkCiGC9VZxbRTT16+f+2rVrza5du8yZZ55pCgtR/x74pNPpvXLY6ylYyVHkP8Q+JXaG2EtiFKqEkAELx7ASQgjpN5xwwglmzpw5g0asEnKM2O26Fa5LCCEDFgpWQgghhBBCCCH9EgpWQgghhBBCCCH9EgpWQgghhJDBCT5zw/lKCCEDGgpWQgghhJDBBWYGxkRLHAxOCBnwULASQgh5z2zbts20tra6ISe8e7ed96X3IM9PfvIT8+qrr7oxR5bXXntN19fY2OjGEEIIIaQ/QcFKCCHkPTN+/Hjz4osvqn/9+vUafu655/BJF43rLZFIxHzlK18xTU1Nfc57KOzbt0/X19nZ6cYQQgghpD9BwUoIIeSwgVZWCMCbb77ZLFq0yNjPviIera59oa2tLWceW5a3RdeC+J7W423xhR/5j4YoJuQYUu+6hBAyYKFgJYQQctj4zW9+oyLwy1/+ckas3n333aaqqsqMHTtW41555RXz4x//2FxyySUZwYh8ixcvzoTvvffeTJ5vfOMbmfgVK1Zk4isrK80f//hHXQbxifzjxo3TZRDLW7duVfEaCAS0jIaGBvPoo4/quuFH/nvuuSdTNiGDCNvHnWNYCSGEEEJI/yeVSt0qlhJxdkTw+/3pG264IS2CNP3MM8+4sem0iEZd9tZbb2n417/+dfrGG29Mi2jtFi/iNX3XXXdl0t9yyy3pLVu2pEWQaplIZ5fdd999aezKY489llnW0tKSfvXVV7UsgHSPPPJIJg+2be3atelnn302U0Zzc3P6m9/8ppaxefNmN+fhR7Z1jzj8gZgcTWaLJcS+LcZrjxAyoOFDjBBCyGHhoosu0pbNBx98MNNq+fbbb6sfLaNo2XzppZfMbbfdZmbMmKHL0dqKMa9YfvLJJ2scmDt3rhkzZow566yztFX23XffzZR17rnnatzEiRMzy8rLy7XlVUSs+dOf/qTpMHGT3Y4rrrjCHH/88ZmxqigDLaxYD8oghBBCSP+EgpUQQshhoaSkxNx0003me9/7ngpHLwsXLjRLly7V5Vu2bDF+v9/cddddKi4hYrF88uTJbuq+s2HDBp3oKRwOm2HDhlGEEuKAMay8GQghAxoKVkIIIYeNM8880/zoRz8y8+fPN7t27TKjRo3KtIKixbSiokJnAgZoUUXL6tVXX22uuuoqjbM8/vjj2vL6zDPPaCvp1KlTM2WtXLlSx6Z6l23fvl3zQfhOmzZN/bkYOXKkuigD5WM9thWWkEFEixgubI5hJYQQQggh/Z+jMYb10UcfVT/Gk2JM6m233aZjTZcvX67jRGUz1DBW1W7Kpz71qW5jSO2YU+S1ebzpvWWJOM2Ml21sbNR1YhniMU72V7/6lY6DRXkYz2rLwDhab9ne9R8JZL0cw0qONmPF4mK/FQsgghBCCCGEkH6LiKYjKlh7A8RoNpj0COKyr5sGgZoLiOXe0Nt0hwMKVnIMoGAlhAwa+AIlhBByVECXYC/4FirGu1544YVuTO/BONVcoMtxb+htOkIGOBCuhBAyoKFgJYQQckyA6Ny8ebN+j9XHSZIIIYQQkgPWEAghZAiALsHi3CrCkM/9o0w6nd4rh71eLOVGkSGG3H+LxTnpaN5/3/72t79ZWVn5zqc//enfBYPBI37tyXX+muzefbzOCSGHG1ZcCCFkCCCVyXFi1x7NCjPJ8KoYKvKY6IkMQUSw7pTz3+AGByXuDzMjxDB2lhBCDhusuBBCCCGEHEEoWAkh5NDhGFZCCCGEEEIIIf0SClZCCCGEEEIIIf0SClZCCCGEEEIIIf0SClZCCCGEEEIIIf0SClZCCCGEEEIIIf0SClZCCCGEkH7A7t27zbZt29xQd+yydJpfRyKEEEIIIYQQcpjAZ21EaB6UYDAINZr+wQ9+kE4mk25sOv3aa69llj388MNpKc9d0n+QbdojTp7uMCGEHEbYwkoIIYQQ0k/45Cc/ab7+9a+bXbt2uTHGrFq1yvz85z83gUDAjXFobW3VVle4veWdd97R1lovthwRnG4MIYQQQgghhJAhQV9aWP/yl7+kRZiqi5bUlpYWjX/xxRfVtS2sy5cv13RSvNof/vCH9JYtWzTNxo0bNc1jjz2maRBGOUuWLEn7fD5N/9RTT2mau+++u1s5WA/i+4rkYQsrIeSIwBZWQgghhJB+QklJifnlL39pRJhC6JqXX35ZWz5nzpzppjDaGnrppZeaZcuWaRoRpubaa68169ev77GVFOWIyDV79uzRNNOnT9fW1g9/+MPmH//4h5bzm9/8xtx+++3qJ4SQ/gIFKyGEEEJIP2LWrFnmV7/6lVm3bp2K0t///vfG7++qsm3cuFFF57nnnmt8Pp+ZNGmSugdi4sSJmubmm282jz76qCkvL8+Us2LFCvOTn/zEvPTSS+a2226jYCWE9CsoWAkhhBBC+hEzZswwixYtMnfddZe2tqJ19WCC1EskEnF9XYwePdrs3bvXzJs3zyxYsEDLtq2xCxcuNEuXLtWxs5s3bzbBYFDjCSGkP0DBSgghhBDSz7jqqqvM97//fXPRRReZyZMndxOso0aN0vDKlSvN1q1bzTPPPKPic+rUqRr/5JNPavdgtM5aUYruv+DKK680t9xyi07qNHLkSE2/fft2FbQVFRU5xS4hhBBCCCGEkEFKqg+TLtlJlURwahiTKdlP3PQ06dLChQvTf/vb37pNooS4//7v/85MuvTqq69qfpt+06ZN+5UD866vL0hZnHSJEEIIIYQQQgYaIuZ6JVgPhcbGRtfXBWYE7olc6cG2bdtUwB4qFKyEkCNF7wdEEEIIIYSQPgPB6vP5GtzgoETE6l7ZxxFicTeKEEIOCxzDSgghhBBCCCGkX0LBSgghhBBCCCGkX0LBSgghhBBCCCGkX0LBSgghhBByZNmKiYlc/6DE5/NtFWdQ7yMhhBBCCCGEEEIIIYQQQgghhBBCCCGEEEIIIYQQQgghhBBCCCGEEEIIIYQQQgghhBBCCCGEEEIIIYQQQgghhBBCCCGEEEIIIYQQQgghhBBCCCGEEEIIIYQQQgghhBBCCCGEEEIIIYQQQgghhBBCCCGEEEIIIYQQQgghhBBCCCGEEEIIIYQQQgghhBBCCCGEEEIIIYQQQgghhBBCCCGEEEIIIYQQQgghhBBCCCGEEEIIIYQQQgghhBBCCCGEEEIIIYQQQgghhBBCCCGE9BZj/j86FMldIJk9fwAAAABJRU5ErkJggg=="/>
          <p:cNvSpPr>
            <a:spLocks noChangeAspect="1" noChangeArrowheads="1"/>
          </p:cNvSpPr>
          <p:nvPr/>
        </p:nvSpPr>
        <p:spPr bwMode="auto">
          <a:xfrm>
            <a:off x="1238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17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Computer System Fundamentals</a:t>
            </a:r>
            <a:br>
              <a:rPr lang="en" dirty="0"/>
            </a:br>
            <a:br>
              <a:rPr lang="en" dirty="0"/>
            </a:br>
            <a:r>
              <a:rPr lang="en" sz="1800" dirty="0"/>
              <a:t>Algorithms and Flowchart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903144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altLang="en-US" dirty="0"/>
              <a:t>Steps to solve a programming task</a:t>
            </a:r>
            <a:endParaRPr dirty="0"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IN" altLang="en-US" sz="2000" dirty="0"/>
              <a:t>Two phases:</a:t>
            </a:r>
          </a:p>
          <a:p>
            <a:pPr eaLnBrk="1" hangingPunct="1">
              <a:lnSpc>
                <a:spcPct val="90000"/>
              </a:lnSpc>
            </a:pPr>
            <a:r>
              <a:rPr lang="en-IN" altLang="en-US" sz="2000" dirty="0"/>
              <a:t>Problem-solving phase</a:t>
            </a:r>
          </a:p>
          <a:p>
            <a:pPr lvl="1">
              <a:lnSpc>
                <a:spcPct val="90000"/>
              </a:lnSpc>
            </a:pPr>
            <a:r>
              <a:rPr lang="en-IN" altLang="en-US" sz="1800" dirty="0"/>
              <a:t>Algorithm</a:t>
            </a:r>
          </a:p>
          <a:p>
            <a:pPr lvl="1">
              <a:lnSpc>
                <a:spcPct val="90000"/>
              </a:lnSpc>
            </a:pPr>
            <a:endParaRPr lang="en-IN" altLang="en-US" sz="1800" dirty="0"/>
          </a:p>
          <a:p>
            <a:pPr lvl="1">
              <a:lnSpc>
                <a:spcPct val="90000"/>
              </a:lnSpc>
            </a:pPr>
            <a:r>
              <a:rPr lang="en-IN" altLang="en-US" sz="1800" dirty="0"/>
              <a:t>Flowchart</a:t>
            </a:r>
          </a:p>
          <a:p>
            <a:pPr lvl="1">
              <a:lnSpc>
                <a:spcPct val="90000"/>
              </a:lnSpc>
            </a:pPr>
            <a:endParaRPr lang="en-IN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IN" altLang="en-US" sz="2000" dirty="0"/>
              <a:t>Implementation phase </a:t>
            </a:r>
          </a:p>
          <a:p>
            <a:pPr lvl="1">
              <a:lnSpc>
                <a:spcPct val="90000"/>
              </a:lnSpc>
            </a:pPr>
            <a:r>
              <a:rPr lang="en-IN" altLang="en-US" sz="1800" dirty="0"/>
              <a:t>implement the program in some programming language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2634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print the largest of two values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90" y="1239420"/>
            <a:ext cx="4542933" cy="275069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Input</a:t>
            </a:r>
            <a:r>
              <a:rPr lang="en-US" altLang="en-US" sz="1600" dirty="0"/>
              <a:t> VALUE1,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if (</a:t>
            </a:r>
            <a:r>
              <a:rPr lang="en-US" altLang="en-US" sz="1600" dirty="0"/>
              <a:t>VALUE1 &gt; VALUE2) </a:t>
            </a:r>
            <a:r>
              <a:rPr lang="en-US" altLang="en-US" sz="1600" i="1" dirty="0"/>
              <a:t>then</a:t>
            </a: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else</a:t>
            </a:r>
            <a:r>
              <a:rPr lang="en-US" altLang="en-US" sz="1600" dirty="0"/>
              <a:t>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</a:t>
            </a:r>
            <a:r>
              <a:rPr lang="en-US" altLang="en-US" sz="1600" i="1" dirty="0" err="1"/>
              <a:t>endif</a:t>
            </a:r>
            <a:endParaRPr lang="en-US" altLang="en-US" sz="1600" i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Print “Largest value is”, MAX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8109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print the largest of two values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90" y="1239420"/>
            <a:ext cx="4542933" cy="275069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Input</a:t>
            </a:r>
            <a:r>
              <a:rPr lang="en-US" altLang="en-US" sz="1600" dirty="0"/>
              <a:t> VALUE1,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if (</a:t>
            </a:r>
            <a:r>
              <a:rPr lang="en-US" altLang="en-US" sz="1600" dirty="0"/>
              <a:t>VALUE1 &gt; VALUE2) </a:t>
            </a:r>
            <a:r>
              <a:rPr lang="en-US" altLang="en-US" sz="1600" i="1" dirty="0"/>
              <a:t>then</a:t>
            </a: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else</a:t>
            </a:r>
            <a:r>
              <a:rPr lang="en-US" altLang="en-US" sz="1600" dirty="0"/>
              <a:t>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</a:t>
            </a:r>
            <a:r>
              <a:rPr lang="en-US" altLang="en-US" sz="1600" i="1" dirty="0" err="1"/>
              <a:t>endif</a:t>
            </a:r>
            <a:endParaRPr lang="en-US" altLang="en-US" sz="1600" i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Print “Largest value is”, MAX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003" y="1125388"/>
            <a:ext cx="2605546" cy="297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58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Starting with C</a:t>
            </a:r>
            <a:br>
              <a:rPr lang="en" dirty="0"/>
            </a:br>
            <a:br>
              <a:rPr lang="en" dirty="0"/>
            </a:br>
            <a:r>
              <a:rPr lang="en" sz="1800" dirty="0"/>
              <a:t>Your first program, Hello World!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574389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Your First C Program​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Open a text editor and type the following​:</a:t>
            </a:r>
          </a:p>
          <a:p>
            <a:pPr marL="133350" indent="0" fontAlgn="base">
              <a:buNone/>
            </a:pPr>
            <a:r>
              <a:rPr lang="en-US" dirty="0"/>
              <a:t> 	#include&lt;</a:t>
            </a:r>
            <a:r>
              <a:rPr lang="en-US" dirty="0" err="1"/>
              <a:t>stdio.h</a:t>
            </a:r>
            <a:r>
              <a:rPr lang="en-US" dirty="0"/>
              <a:t>&gt;​</a:t>
            </a:r>
          </a:p>
          <a:p>
            <a:pPr marL="133350" indent="0" fontAlgn="base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 main(void)​</a:t>
            </a:r>
          </a:p>
          <a:p>
            <a:pPr marL="133350" indent="0" fontAlgn="base">
              <a:buNone/>
            </a:pPr>
            <a:r>
              <a:rPr lang="en-US" dirty="0"/>
              <a:t> 	{​</a:t>
            </a:r>
          </a:p>
          <a:p>
            <a:pPr marL="133350" indent="0" fontAlgn="base">
              <a:buNone/>
            </a:pPr>
            <a:r>
              <a:rPr lang="en-US" dirty="0"/>
              <a:t> 	      </a:t>
            </a:r>
            <a:r>
              <a:rPr lang="en-US" dirty="0" err="1"/>
              <a:t>printf</a:t>
            </a:r>
            <a:r>
              <a:rPr lang="en-US" dirty="0"/>
              <a:t>(“Hello World\n”);​</a:t>
            </a:r>
          </a:p>
          <a:p>
            <a:pPr marL="133350" indent="0" fontAlgn="base">
              <a:buNone/>
            </a:pPr>
            <a:r>
              <a:rPr lang="en-US" dirty="0"/>
              <a:t>	      return 0;​</a:t>
            </a:r>
          </a:p>
          <a:p>
            <a:pPr marL="133350" indent="0" fontAlgn="base">
              <a:buNone/>
            </a:pPr>
            <a:r>
              <a:rPr lang="en-US" dirty="0"/>
              <a:t>	}​</a:t>
            </a:r>
          </a:p>
          <a:p>
            <a:pPr fontAlgn="base"/>
            <a:r>
              <a:rPr lang="en-US" dirty="0"/>
              <a:t>Save the file as </a:t>
            </a:r>
            <a:r>
              <a:rPr lang="en-US" dirty="0" err="1"/>
              <a:t>hello.c</a:t>
            </a:r>
            <a:r>
              <a:rPr lang="en-US" dirty="0"/>
              <a:t>​</a:t>
            </a:r>
          </a:p>
          <a:p>
            <a:pPr marL="133350" indent="0" fontAlgn="base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79826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Compile &amp; run a C program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90" y="1239420"/>
            <a:ext cx="4542933" cy="2750690"/>
          </a:xfrm>
        </p:spPr>
        <p:txBody>
          <a:bodyPr/>
          <a:lstStyle/>
          <a:p>
            <a:pPr fontAlgn="base"/>
            <a:r>
              <a:rPr lang="en-US" sz="1600" dirty="0" err="1"/>
              <a:t>gcc</a:t>
            </a:r>
            <a:r>
              <a:rPr lang="en-US" sz="1600" dirty="0"/>
              <a:t> </a:t>
            </a:r>
            <a:r>
              <a:rPr lang="en-US" sz="1600" dirty="0" err="1"/>
              <a:t>hello.c</a:t>
            </a:r>
            <a:r>
              <a:rPr lang="en-US" sz="1600" dirty="0"/>
              <a:t> –o hello​</a:t>
            </a:r>
          </a:p>
          <a:p>
            <a:pPr fontAlgn="base"/>
            <a:r>
              <a:rPr lang="en-US" sz="1600" dirty="0"/>
              <a:t>./hello​</a:t>
            </a:r>
          </a:p>
          <a:p>
            <a:pPr fontAlgn="base"/>
            <a:r>
              <a:rPr lang="en-US" sz="1600" dirty="0"/>
              <a:t>Compiling Options​</a:t>
            </a:r>
          </a:p>
          <a:p>
            <a:pPr fontAlgn="base"/>
            <a:r>
              <a:rPr lang="en-US" sz="1600" dirty="0" err="1"/>
              <a:t>gcc</a:t>
            </a:r>
            <a:r>
              <a:rPr lang="en-US" sz="1600" dirty="0"/>
              <a:t> –help​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17726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Anatomy of “Hello World” Program​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 fontAlgn="base">
              <a:buNone/>
            </a:pPr>
            <a:r>
              <a:rPr lang="en-US" dirty="0"/>
              <a:t>1.   #include&lt;</a:t>
            </a:r>
            <a:r>
              <a:rPr lang="en-US" dirty="0" err="1"/>
              <a:t>stdio.h</a:t>
            </a:r>
            <a:r>
              <a:rPr lang="en-US" dirty="0"/>
              <a:t>&gt;​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   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int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 main(void)​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3.  {​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4.      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printf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(“Hello World\n”);​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5.      return 0;​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6.  }​</a:t>
            </a:r>
          </a:p>
          <a:p>
            <a:pPr marL="133350" indent="0" fontAlgn="base">
              <a:buNone/>
            </a:pPr>
            <a:r>
              <a:rPr lang="en-US" dirty="0"/>
              <a:t> </a:t>
            </a:r>
          </a:p>
          <a:p>
            <a:pPr marL="133350" indent="0" fontAlgn="base">
              <a:buNone/>
            </a:pPr>
            <a:endParaRPr lang="en-US" dirty="0"/>
          </a:p>
          <a:p>
            <a:pPr fontAlgn="base"/>
            <a:r>
              <a:rPr lang="en-IN" dirty="0"/>
              <a:t>Lines that begin with # is a pre-processing </a:t>
            </a:r>
            <a:r>
              <a:rPr lang="en-US" dirty="0"/>
              <a:t>​</a:t>
            </a:r>
            <a:r>
              <a:rPr lang="en-IN" dirty="0"/>
              <a:t>directive. Contains the standard IO routines​</a:t>
            </a:r>
          </a:p>
          <a:p>
            <a:pPr marL="133350" indent="0" fontAlgn="base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5997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Anatomy of “Hello World” Program​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3350" indent="0" fontAlgn="base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1.   #include&lt;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stdio.h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&gt;​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tx1"/>
                </a:solidFill>
              </a:rPr>
              <a:t>2.  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 main(void)​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3.  {​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4.      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printf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(“Hello World\n”);​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5.      return 0;​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6.  }​</a:t>
            </a:r>
          </a:p>
          <a:p>
            <a:pPr marL="133350" indent="0" fontAlgn="base">
              <a:buNone/>
            </a:pPr>
            <a:r>
              <a:rPr lang="en-US" dirty="0"/>
              <a:t> </a:t>
            </a:r>
          </a:p>
          <a:p>
            <a:pPr marL="133350" indent="0" fontAlgn="base">
              <a:buNone/>
            </a:pPr>
            <a:endParaRPr lang="en-US" dirty="0"/>
          </a:p>
          <a:p>
            <a:pPr fontAlgn="base"/>
            <a:r>
              <a:rPr lang="en-IN" dirty="0"/>
              <a:t>main() is the first function called when a </a:t>
            </a:r>
            <a:r>
              <a:rPr lang="en-US" dirty="0"/>
              <a:t>​</a:t>
            </a:r>
            <a:r>
              <a:rPr lang="en-IN" dirty="0"/>
              <a:t>program starts. </a:t>
            </a:r>
            <a:r>
              <a:rPr lang="en-IN" dirty="0" err="1"/>
              <a:t>int</a:t>
            </a:r>
            <a:r>
              <a:rPr lang="en-IN" dirty="0"/>
              <a:t> means it will return an </a:t>
            </a:r>
            <a:r>
              <a:rPr lang="en-US" dirty="0"/>
              <a:t>​</a:t>
            </a:r>
            <a:r>
              <a:rPr lang="en-IN" dirty="0"/>
              <a:t>integer. void means the function has no </a:t>
            </a:r>
            <a:r>
              <a:rPr lang="en-US" dirty="0"/>
              <a:t>​</a:t>
            </a:r>
            <a:r>
              <a:rPr lang="en-IN" dirty="0"/>
              <a:t>arguments</a:t>
            </a:r>
            <a:r>
              <a:rPr lang="en-US" dirty="0"/>
              <a:t>​</a:t>
            </a:r>
            <a:r>
              <a:rPr lang="en-IN" dirty="0"/>
              <a:t>​</a:t>
            </a:r>
          </a:p>
          <a:p>
            <a:pPr marL="133350" indent="0" fontAlgn="base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06750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Anatomy of “Hello World” Program​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1.   #include&lt;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stdio.h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   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int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 main(void)​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tx1"/>
                </a:solidFill>
              </a:rPr>
              <a:t>3.  {​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4.      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printf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(“Hello World\n”);​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5.      return 0;​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tx1"/>
                </a:solidFill>
              </a:rPr>
              <a:t>6.  }​</a:t>
            </a:r>
          </a:p>
          <a:p>
            <a:pPr marL="133350" indent="0" fontAlgn="base">
              <a:buNone/>
            </a:pPr>
            <a:r>
              <a:rPr lang="en-US" dirty="0"/>
              <a:t> </a:t>
            </a:r>
          </a:p>
          <a:p>
            <a:pPr marL="133350" indent="0" fontAlgn="base">
              <a:buNone/>
            </a:pPr>
            <a:endParaRPr lang="en-US" dirty="0"/>
          </a:p>
          <a:p>
            <a:pPr fontAlgn="base"/>
            <a:r>
              <a:rPr lang="en-IN" dirty="0"/>
              <a:t>braces {} denote the start and end of the</a:t>
            </a:r>
            <a:r>
              <a:rPr lang="en-US" dirty="0"/>
              <a:t>​ </a:t>
            </a:r>
            <a:r>
              <a:rPr lang="en-IN" dirty="0"/>
              <a:t>function body. The left and right braces</a:t>
            </a:r>
            <a:r>
              <a:rPr lang="en-US" dirty="0"/>
              <a:t>​ </a:t>
            </a:r>
            <a:r>
              <a:rPr lang="en-IN" dirty="0"/>
              <a:t>must match.</a:t>
            </a:r>
            <a:endParaRPr lang="en-US" dirty="0"/>
          </a:p>
          <a:p>
            <a:pPr marL="133350" indent="0" fontAlgn="base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3415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Anatomy of “Hello World” Program​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1.   #include&lt;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stdio.h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   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int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 main(void)​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3.  {​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tx1"/>
                </a:solidFill>
              </a:rPr>
              <a:t>4.      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(“Hello World\n”);​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5.      return 0;​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6.  }​</a:t>
            </a:r>
          </a:p>
          <a:p>
            <a:pPr marL="133350" indent="0" fontAlgn="base">
              <a:buNone/>
            </a:pPr>
            <a:r>
              <a:rPr lang="en-US" dirty="0"/>
              <a:t> </a:t>
            </a:r>
          </a:p>
          <a:p>
            <a:pPr marL="133350" indent="0" fontAlgn="base">
              <a:buNone/>
            </a:pPr>
            <a:endParaRPr lang="en-US" dirty="0"/>
          </a:p>
          <a:p>
            <a:pPr fontAlgn="base"/>
            <a:r>
              <a:rPr lang="en-IN" dirty="0" err="1"/>
              <a:t>printf</a:t>
            </a:r>
            <a:r>
              <a:rPr lang="en-IN" dirty="0"/>
              <a:t>() is a standard library function.</a:t>
            </a:r>
            <a:r>
              <a:rPr lang="en-US" dirty="0"/>
              <a:t>​ </a:t>
            </a:r>
            <a:r>
              <a:rPr lang="en-US" dirty="0">
                <a:latin typeface="+mj-lt"/>
              </a:rPr>
              <a:t>\</a:t>
            </a:r>
            <a:r>
              <a:rPr lang="en-IN" dirty="0"/>
              <a:t>n means newline.</a:t>
            </a:r>
            <a:r>
              <a:rPr lang="en-US" dirty="0"/>
              <a:t>​</a:t>
            </a:r>
          </a:p>
          <a:p>
            <a:pPr marL="133350" indent="0" fontAlgn="base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8258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Anatomy of “Hello World” Program​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1.   #include&lt;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stdio.h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   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int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 main(void)​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3.  {​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4.      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printf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(“Hello World\n”);​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tx1"/>
                </a:solidFill>
              </a:rPr>
              <a:t>5.      return 0;​</a:t>
            </a:r>
          </a:p>
          <a:p>
            <a:pPr marL="133350" indent="0" fontAlgn="base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6.  }​</a:t>
            </a:r>
          </a:p>
          <a:p>
            <a:pPr marL="133350" indent="0" fontAlgn="base">
              <a:buNone/>
            </a:pPr>
            <a:r>
              <a:rPr lang="en-US" dirty="0"/>
              <a:t> </a:t>
            </a:r>
          </a:p>
          <a:p>
            <a:pPr marL="133350" indent="0" fontAlgn="base">
              <a:buNone/>
            </a:pPr>
            <a:endParaRPr lang="en-US" dirty="0"/>
          </a:p>
          <a:p>
            <a:pPr fontAlgn="base"/>
            <a:r>
              <a:rPr lang="en-IN" dirty="0"/>
              <a:t>As promised at the beginning of the function</a:t>
            </a:r>
            <a:r>
              <a:rPr lang="en-US" dirty="0"/>
              <a:t>​ </a:t>
            </a:r>
            <a:r>
              <a:rPr lang="en-IN" dirty="0"/>
              <a:t>it returns an integer.</a:t>
            </a:r>
            <a:r>
              <a:rPr lang="en-US" dirty="0"/>
              <a:t>​</a:t>
            </a:r>
            <a:r>
              <a:rPr lang="en-IN" dirty="0"/>
              <a:t>​</a:t>
            </a:r>
          </a:p>
          <a:p>
            <a:pPr marL="133350" indent="0" fontAlgn="base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0134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Starting with C</a:t>
            </a:r>
            <a:br>
              <a:rPr lang="en" dirty="0"/>
            </a:br>
            <a:br>
              <a:rPr lang="en" dirty="0"/>
            </a:br>
            <a:r>
              <a:rPr lang="en" sz="1800" dirty="0"/>
              <a:t>Algorithm to Code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573418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 the largest of two values (Review)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516" y="1829623"/>
            <a:ext cx="3670099" cy="275069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Input</a:t>
            </a:r>
            <a:r>
              <a:rPr lang="en-US" altLang="en-US" sz="1600" dirty="0"/>
              <a:t> VALUE1,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if (</a:t>
            </a:r>
            <a:r>
              <a:rPr lang="en-US" altLang="en-US" sz="1600" dirty="0"/>
              <a:t>VALUE1 &gt; VALUE2) </a:t>
            </a:r>
            <a:r>
              <a:rPr lang="en-US" altLang="en-US" sz="1600" i="1" dirty="0"/>
              <a:t>then</a:t>
            </a: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else</a:t>
            </a:r>
            <a:r>
              <a:rPr lang="en-US" altLang="en-US" sz="1600" dirty="0"/>
              <a:t>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</a:t>
            </a:r>
            <a:r>
              <a:rPr lang="en-US" altLang="en-US" sz="1600" i="1" dirty="0" err="1"/>
              <a:t>endif</a:t>
            </a:r>
            <a:endParaRPr lang="en-US" altLang="en-US" sz="1600" i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Print “Largest value is”, MAX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311700" y="1019477"/>
            <a:ext cx="7631084" cy="69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IN" dirty="0"/>
              <a:t>Recall the algorithm to print the largest of two values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072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 the largest of two values (Review)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456785"/>
            <a:ext cx="3695035" cy="275069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Input</a:t>
            </a:r>
            <a:r>
              <a:rPr lang="en-US" altLang="en-US" sz="1600" dirty="0"/>
              <a:t> VALUE1,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if (</a:t>
            </a:r>
            <a:r>
              <a:rPr lang="en-US" altLang="en-US" sz="1600" dirty="0"/>
              <a:t>VALUE1 &gt; VALUE2) </a:t>
            </a:r>
            <a:r>
              <a:rPr lang="en-US" altLang="en-US" sz="1600" i="1" dirty="0"/>
              <a:t>then</a:t>
            </a: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else</a:t>
            </a:r>
            <a:r>
              <a:rPr lang="en-US" altLang="en-US" sz="1600" dirty="0"/>
              <a:t>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 		MAX </a:t>
            </a:r>
            <a:r>
              <a:rPr lang="en-US" altLang="en-US" sz="1600" dirty="0">
                <a:sym typeface="Symbol" panose="05050102010706020507" pitchFamily="18" charset="2"/>
              </a:rPr>
              <a:t></a:t>
            </a:r>
            <a:r>
              <a:rPr lang="en-US" altLang="en-US" sz="1600" dirty="0"/>
              <a:t> VALUE2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		</a:t>
            </a:r>
            <a:r>
              <a:rPr lang="en-US" altLang="en-US" sz="1600" i="1" dirty="0" err="1"/>
              <a:t>endif</a:t>
            </a:r>
            <a:endParaRPr lang="en-US" altLang="en-US" sz="1600" i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i="1" dirty="0"/>
              <a:t>Print “Largest value is”, MAX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228573" y="762400"/>
            <a:ext cx="7631084" cy="69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IN" dirty="0"/>
              <a:t>Recall the algorithm to print the largest of two values</a:t>
            </a: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089862" y="1317700"/>
            <a:ext cx="4572000" cy="26314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#include&lt;</a:t>
            </a:r>
            <a:r>
              <a:rPr lang="en-IN" sz="1500" dirty="0" err="1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stdio.h</a:t>
            </a:r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</a:p>
          <a:p>
            <a:endParaRPr lang="en-IN"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r>
              <a:rPr lang="en-IN" sz="1500" dirty="0" err="1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main(void) {	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IN" sz="1500" dirty="0" err="1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val1, val2, max;	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lang="en-IN" sz="1500" dirty="0" err="1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scanf</a:t>
            </a:r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("%d %d",&amp;val1, &amp;val2);	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(val1 &gt; val2)		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max = val1;	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else		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max = val2;	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IN" sz="1500" dirty="0" err="1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printf</a:t>
            </a:r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(“Largest value is %d\</a:t>
            </a:r>
            <a:r>
              <a:rPr lang="en-IN" sz="1500" dirty="0" err="1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n",max</a:t>
            </a:r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</a:p>
          <a:p>
            <a:r>
              <a:rPr lang="en-IN" sz="15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0427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Starting with C</a:t>
            </a:r>
            <a:br>
              <a:rPr lang="en" dirty="0"/>
            </a:br>
            <a:br>
              <a:rPr lang="en" dirty="0"/>
            </a:br>
            <a:r>
              <a:rPr lang="en" sz="1800" dirty="0"/>
              <a:t>Compiling a C program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300655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IN" b="0" dirty="0"/>
              <a:t>Steps in compiling</a:t>
            </a:r>
            <a:endParaRPr dirty="0"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IN" sz="2000" dirty="0" err="1"/>
              <a:t>Preprocessing</a:t>
            </a:r>
            <a:r>
              <a:rPr lang="en-IN" sz="2000" dirty="0"/>
              <a:t>: handles </a:t>
            </a:r>
            <a:r>
              <a:rPr lang="en-IN" sz="2000" dirty="0" err="1"/>
              <a:t>preprocessing</a:t>
            </a:r>
            <a:r>
              <a:rPr lang="en-IN" sz="2000" dirty="0"/>
              <a:t> directives and macros</a:t>
            </a:r>
          </a:p>
          <a:p>
            <a:pPr lvl="1" fontAlgn="base"/>
            <a:r>
              <a:rPr lang="en-IN" sz="1400" dirty="0"/>
              <a:t>Expands them and generates a clean source code</a:t>
            </a:r>
            <a:r>
              <a:rPr lang="en-US" sz="1400" dirty="0"/>
              <a:t>​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IN" altLang="en-US" sz="1800" dirty="0"/>
          </a:p>
          <a:p>
            <a:pPr fontAlgn="base"/>
            <a:r>
              <a:rPr lang="en-IN" sz="2000" dirty="0"/>
              <a:t>Compilation: Translates the </a:t>
            </a:r>
            <a:r>
              <a:rPr lang="en-IN" sz="2000" dirty="0" err="1"/>
              <a:t>preprocessed</a:t>
            </a:r>
            <a:r>
              <a:rPr lang="en-IN" sz="2000" dirty="0"/>
              <a:t> source code into assembly/machine code specific to target architecture</a:t>
            </a:r>
            <a:r>
              <a:rPr lang="en-US" sz="2000" dirty="0"/>
              <a:t>​</a:t>
            </a:r>
          </a:p>
          <a:p>
            <a:pPr fontAlgn="base"/>
            <a:r>
              <a:rPr lang="en-IN" sz="2000" dirty="0"/>
              <a:t>Linking: Resolve references between different object code files and libraries</a:t>
            </a:r>
            <a:r>
              <a:rPr lang="en-US" sz="2000" dirty="0"/>
              <a:t>​​</a:t>
            </a:r>
          </a:p>
          <a:p>
            <a:pPr lvl="1" fontAlgn="base"/>
            <a:r>
              <a:rPr lang="en-IN" sz="1400" dirty="0"/>
              <a:t>Links these files to create an object code</a:t>
            </a:r>
            <a:r>
              <a:rPr lang="en-US" sz="1400" dirty="0"/>
              <a:t>​</a:t>
            </a:r>
            <a:endParaRPr lang="en-US" sz="900" dirty="0"/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454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execute a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5" name="AutoShape 2" descr="data:image/jpg;base64,%20/9j/4AAQSkZJRgABAQEAYABgAAD/2wBDAAUDBAQEAwUEBAQFBQUGBwwIBwcHBw8LCwkMEQ8SEhEPERETFhwXExQaFRERGCEYGh0dHx8fExciJCIeJBweHx7/2wBDAQUFBQcGBw4ICA4eFBEUHh4eHh4eHh4eHh4eHh4eHh4eHh4eHh4eHh4eHh4eHh4eHh4eHh4eHh4eHh4eHh4eHh7/wAARCAFxAc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pk8nlQSS4zsUtj1wKAH0V88+Fv2iPGHinRIdb8PfAzxHqWmzlhFcQXyFHKsVbHydiCPwrk9Y/bQtNH1S50vUvhrqFveW0hjmiOqRkow6g4TGRQB9ZUV83eCv2mvEHjSymvPCnwZ1zWIIHEczW2pRt5bEZAYbMjNb/APwuf4lf9G9eK/8AwNj/APiKAPcqK8N/4XP8Sv8Ao3rxX/4Gx/8AxFH/AAuf4lf9G9eK/wDwNj/+IoA9yorw3/hc/wASv+jevFf/AIGx/wDxFH/C5/iV/wBG9eK//A2P/wCIoA9yorw3/hc/xK/6N68V/wDgbH/8RR/wuf4lf9G9eK//AANj/wDiKAPcqK8N/wCFz/Er/o3rxX/4Gx//ABFH/C5/iV/0b14r/wDA2P8A+IoA9yorw3/hc/xK/wCjevFf/gbH/wDEUf8AC5/iV/0b14r/APA2P/4igD3KivDf+Fz/ABK/6N68V/8AgbH/APEUf8Ln+JX/AEb14r/8DY//AIigD3KivDf+Fz/Er/o3rxX/AOBsf/xFH/C5/iV/0b14r/8AA2P/AOIoA9yorw3/AIXP8Sv+jevFf/gbH/8AEUf8Ln+JX/RvXiv/AMDY/wD4igD3KivDf+Fz/Er/AKN68V/+Bsf/AMRR/wALn+JX/RvXiv8A8DY//iKAPcqK8N/4XP8AEr/o3rxX/wCBsf8A8RR/wuf4lf8ARvXiv/wNj/8AiKAPcqK8N/4XP8Sv+jevFf8A4Gx//EUf8Ln+JX/RvXiv/wADY/8A4igD3KivDf8Ahc/xK/6N68V/+Bsf/wARV/4f/GjWPEHxNtfAfiH4b6r4UvbqxkvonvLtX3RoccKFHU5Gc9qAPY6KKKACiiigAooooAKKKKACiiigAooooAKKKKACiiigAooooAKKKKACiiigAooooAKKKKACiiigAqG//wCPG4/65N/Kpqhv/wDjxuP+uTfyoA+U/hj4kvPCf/BPa51zT5Xhu4oLyGGVPvRvLePEGHoRvzntitb9ib4W+C5vgzZ+K9Y8P6brGqazNM8k19bJP5aJK0aoocED7hJI5JPPQVa/Zu8KxeN/2JovCcs3kDU4b+BJcZEb/aZCjEegYA/hXnHwl+LHjT9n7QZvh349+Hes3kVrdOdOuLbhSHYkorYKupbLAg5+YjFAH0F4D+CGh+B/i1qnjnwvqM+nWepW5hn0SKIC2BODuXnjDDIGONxA4rqPjRr2o+F/hP4n8RaQ8cd/p2nS3FuzoGUOq5GQetea/s/a38W/HvjzVvHHimC98N+DWi8rStDnjAaRuB5hJUOQACc8AluBgV237S3/ACQHxx/2Bp//AEGgDwrwt4v/AGlvH/whi+IGg634e0y3sY55DB9lUzan5TNuOChVRgbAuRkoTnmr/i79ofxNcfsr6V8SPD4s7DXm1dNMv1aISxhwjliqnoGARhnpnHPWuL+DvxquPAv7Ndl4WvPBOv3l7fQ3kehXVrAHtbvzJZAQzA5DK5cFQCSAPWq3i/4X+J/DX7EmlaNJol9NrWoeI49TubKCB5JYVaJ1UMqgkEKqZ9CcHmgD23wP41+J+l+Gdf8Ail8TFsrbwsuhx3emaVbFfOVgAcuQvDSZH8RA3AYGK4rQtf8A2nPGXgl/ipouu+G9N0toprqz0E2wYzQoTwWKk5O04y4z7Zr2Hxb4NuvGn7NreDVHkXt5oFvFEsoK7Z0jRkDdx86gGvCvAvxr1DwB8IovhZrXw58V/wDCZWNpNYWkEVnuhnJLBH3Z3Y+YZ2qwOODzQB2Gu/tKlf2YoPiRp2mwR6/dXX9lrauS0UV2ASz+rIEG8D3APc1zHj3xf+0t8Lvhc3i/xFregatHfvDwtsol0tnIIUgIqupGUPXBI5rNuP2d/Fh/ZAttBjsQfFcerHXjYb/m+aPyzDnON/lhTj1GOtZ37Q3xP8ceNvgJc6RqXwz1fw5FYy2o1e+1AGONpAygJCrKCxL4PsAaAO0+LHxw+IXhrRvg5eaKtrd3XiqwhuNRtvs65upGFv8AIhP3NxkYD0yPSuwutS/aH8O/CTV7y803Ttf8aX2qf6BBZbDDp9o0a5JBChtrKw5LcsCSRxXk3xI0PWtRg/ZnuNP0jULuG0tLJrmSC2d1gGbM5cgYUYBPPoa9F/byg8VT/D7RF0eLUZdCGpZ11LAMZDDgbchf4PvZzxnbQBxV38UfjF8MfiP4U07xp428NeLrPX7xYbuxskj82yBZFIyiqVI38ZyDtNdp8Xfif8S9N/aZ0X4Z+C5tIEGqaaJES/h+RZSs5Ls4+bCiMNtHXbjvXh/xG0Hwjea78PtS+Efw38Q2mgWmpJJfatJp0/8ApLb4j1bLkIqsS3C5Y4717B480XWJv2+PBesw6TfyaZDpW2W8S3cwofKuhguBtB5HfuKAMLwx4/8A2gj8VfEPwXuNd8PXviFYxPBrM1uFis49qyEqioN+VdQAy8H1rtv2XPiX441vxz4v+GvxCubXUtX8OMdmoW8QQShZNjhgoAPJUg4HBOayPDmi6xH/AMFAPEWsvpN+umSaSqpeG3cQM32a3GA+NpOQR17Gm/s+aLrFl+1x8VdSvNJv7axufO8i5lt3SKXNwpG1iMNxzxQB6t8HNf8AidrWseKIfiB4ZtNGsrO6VNGlgQg3UW6QFmzI2ThY+y/ePHp2HjPWpvDvhm91m30XU9bltkDLY6dEJLibLAYRSRnGcn2B61x3wc+I2teOtZ8UWOreCr3w5Hot0sFtNcO5F6paQb13RrgDYDwW+8OfXqPiB4qt/BvhmbXrrSdZ1WKJ1U2+lWhuJzuOMhARwO5JoA+MdN16T4leIPEmu+MfAfxa8QTxa3LDZR6K7pBpcSY2wFAcLMufm+o96+p49Z8K/Br4UafLreq641mmFt11KU3WoTSyEuIAB95xkjA4GOuBmvEP2fvimvgv/hLLXVvh58QnbXfFV1qlqbfQmcJDMUCh8sCGGDkAH6mvV/2h/D3iK61LwV468OaO/iCXwpqL3c+jBwr3MciBS6ZHMiYyo9z3oANA+Pmg3Wu2eleJPCni7wcNQmENhda5ppgt7hz91d+SFY54zx711HxQ+J/h3wA1lZ6hDqOp6xqBP2HSdLtjcXdwB1YIOij1JHtmvIPih4q1744eFz8O/DXwz8WaU95dwfbdV12yFrDpyxyK7Op3Es+BgAc8mug+IWn+I/AXxssvijZeGtT8Y6RLoQ0e8islEt5ZFZA4ljQ43Bu+PU5xxQB1fw8+Mug+K/ESeF9Q0XX/AAp4hkiM0Gna5ZG3kuEHUxnkNgDJHB68cGvS6+epL/XvjP8AE7wTqum+CNf8M6B4Yvm1GfVNZtxbTzttwIIo8klWONxzjHpgZ9T+MHjLVPA3hNNa0nwjqXim4a7itzZ2P31VzzIcAnAxjp1IzgZIAOyrx3Xfj/okOtXum+F/B/jDxkmnzmC+vNE00zW8Lj7yh8jcR7ce9etSK15prIfNtWnhI7b4iy/lkZ/SvnH4W+MtX+CPgyD4e+LPhr4wvpdOuZ1g1PRLAXdvfI8rOsm4MCGIbBB54H0oA9b+DfxS0H4paZqd9oVnqdmum3n2SeK/hEcgfaG6AnHXGDzxXEeJP+T2vCv/AGJ9z/6Oeuv+Cur6prkevapdfDl/BVjdX3nWi3CrHd3xZf3k00YHysSBySSfwyeD8fwahcftl+F49MvVs7n/AIRG4KytGHH+ufgg00ruxnVm6cHJRcmuitd+l2l+J7/RXLaH4g1CDVl0HxNBFBeuM21xF/qrke3o3tXU1U4ODszDB42li4OVPo7NPRp9mun9NaBRRRUHWFFFFABRRRQAUUUUAFFFFABRRRQAUUUUAFFFFABRRRQAUUUUAFFFFABRRRQAUUUUAFQ3/wDx43H/AFyb+VTUjqrKVYAqRgg9xQB85/saeNvBmjfs9aBp+seLtA068jluy9vdalDFIubmQjKswIyCD+Nexf8ACyvhz/0P/hT/AMHFv/8AF1i/8KM+D/8A0Tvw9/4Cij/hRfwf/wCid+Hv/AUUAbX/AAsr4c/9D/4U/wDBxb//ABdc38UfE3w98ZfDvXvCsPxK8I2kmqWMlqs76rAwjLDGSA/NWv8AhRfwf/6J34e/8BRR/wAKM+D/AP0Tvw9/4CigDB+BGo+APhv8LdJ8G3PxQ8IajLYGbdcR6pAivvmeThS5xjfjr2ruP+FlfDn/AKH/AMKf+Di3/wDi6xP+FGfB/wD6J34e/wDAUUf8KM+D/wD0Tvw9/wCAooA2/wDhZXw5/wCh/wDCn/g4t/8A4uj/AIWV8Of+h/8ACn/g4t//AIusT/hRnwf/AOid+Hv/AAFFH/CjPg//ANE78Pf+AooAp/FHWPhZ4+8F3vhm++Jug2C3G1o7qz1yBJYXU5Vgd/PuD1BNeHXnw10zxFBa6F44/am0vWfC9pJG0dil9bo8ioMAMxlIBA4BIavff+FGfB//AKJ34e/8BRR/woz4P/8ARO/D3/gKKANTTvH/AMMdP0+3sLPx34TitraJYYUGsQYVFACj7/YAVP8A8LK+HP8A0P8A4U/8HFv/APF1if8ACjPg/wD9E78Pf+Aoo/4UZ8H/APonfh7/AMBRQBt/8LK+HP8A0P8A4U/8HFv/APF0f8LK+HP/AEP/AIU/8HFv/wDF1if8KM+D/wD0Tvw9/wCAoo/4UZ8H/wDonfh7/wABRQBt/wDCyvhz/wBD/wCFP/Bxb/8AxdH/AAsr4c/9D/4U/wDBxb//ABdYn/CjPg//ANE78Pf+Aoo/4UZ8H/8Aonfh7/wFFAG3/wALK+HP/Q/+FP8AwcW//wAXR/wsr4c/9D/4U/8ABxb/APxdYn/CjPg//wBE78Pf+Aoo/wCFGfB//onfh7/wFFAG3/wsr4c/9D/4U/8ABxb/APxdH/Cyvhz/AND/AOFP/Bxb/wDxdYn/AAoz4P8A/RO/D3/gKKP+FGfB/wD6J34e/wDAUUAbf/Cyvhz/AND/AOFP/Bxb/wDxdH/Cyvhz/wBD/wCFP/Bxb/8AxdYv/CjPg/8A9E78Pf8AgKKP+FF/B/8A6J34e/8AAUUAbX/Cyvhz/wBD/wCFP/Bxb/8AxdH/AAsr4c/9D/4U/wDBxb//ABdYv/Ci/g//ANE78Pf+Aoo/4UX8H/8Aonfh7/wFFAG1/wALK+HP/Q/+FP8AwcW//wAXR/wsr4c/9D/4U/8ABxb/APxdYv8Awov4P/8ARO/D3/gKKP8AhRfwf/6J34e/8BRQBtf8LK+HP/Q/+FP/AAcW/wD8XXk82vaH4g/bR8M3Og61p2rQR+ErmN5bK6SdVbzXO0lCQDgg49677/hRfwf/AOid+Hv/AAFFa3hT4YfD3wpq41fw34Q0nS78I0YuLaAK4Vuoz70AaXjjRxrGgypH8t3b/v7WQfeWReRg+/SrHhHVP7a8OWeoHAkkjxIPRxw36itOWRIomkkZURQWZmOAAO9cp8KufDty6Ai3e/ma3OOseRgj8c1staTv0f5ni1EqObQcP+XkJcy/wtcr/Fr7jraKKKxPaCiiigAooooAKKKKACiiigAooooAKKKKACiiigAooooAKKKKACiiigAooooAKKKKACiiigAooooAK4LWdHsdc+J0lnqCyPCmlrIAkhX5hJjt9TXe1yUX/JW5v+wOP/RgrehJxcmux4We0adaNCnUjeLqRuns9xf+FeeGP+fe5/8AAl/8a8/+O6+GPh34JbU7exmn1G6l+z2Ub3L7Q5BJdueQoGcdzgV7ZXzx+27ZXD+G/DepJvNtbXsscoA4BdAVJ/74YfjXscPx+t5lSo1pPlb113sm7fPYxx2R5bSw8pww8L/4V/kc5ovwj+LureHovEP/AAlMFpdTw+fFp8jsCQRlVbA2qSO3OM813vwT0+y8UeDp7nxZod9pWqadK0N20zSQpIAMiQbjgDGc44yD2r1jQdc0rUvC9prtpeQnTpbZZhMXAVV25OT2x39MV418aPiHYeMPgN4hv/CD3b20V1FZ3UzxGMFSw3bc9RyoPs1eisXis2n9XnSUffiuZK3Jd2s7b+j6ozqZFldGKm6UXZPRpO5Mni74EvrP9ljxA3mbtomMkwhJzjHmfd/Hp711PizTfhl4UtLS78QXz2MF2/l28jTyuJGxnA257Vg6n4Y8JL+y80i6XpwRfDq3SziNd3n+UGDb+u7f7+1eO+Pbi+vP2bvh02o7mI1GaKMsclolLqv6DH0FdOFynDY2rFUpzjHncHdq791tNaabarX1MKmV4ClF82Gpt2uvdXe1j2Wx1n4K3viSfQLfXQbyHduZriVYiVBLASH5SQAe9TeC7/4P+MdXl0nQNUlubyPcRE0s0ZkUdWTdjcPpXF/tKaDotr8R/hraW2k2UEFxdiCaOOFVWSMTQAKwHUYZvzNW/iLY2el/tY+BRptrDZCa1QyCBBGHO6ZeQPYAfSphluFrUITpzmnOE5K7Wjhe99Nb28reY3lWBjNqWGp2TS+Fdf8AI63Wrr4O6Nqmo6XqmtfZb3ToxJdQvPNlAduO2GJ3rwMnmp/AK/CvxxHM/hu9mu3t8GaFppY5EB6Eq2Dg+o4rgtB03S9T/bM8RRarbW9ysVsZYI5lDKZRDCAcHgkKWP61dezt9H/bJsbfw/bQ28V1pZa/ihAVRmNySQOM/LGf1rOpllBU3CM5+09kql21y7Xata/o7jjlWA5rvDU+Xm5fhV/Up+CNB04+C/H+or4yHiO506CaS2aFpl+xMschCkOAG5A6ZHy1q/Aax0XWvhAvinxhePvjnn8+6luDEqorYGcYFcr8B/8Aknfxi/65T/8AoqeuW1K5vYf2R9Ggt8i2uNfkS5IOMgF2UH23AfkK9jEZd9YqVMPzWbqU1zWSaThd2skv82YrLcvsqksPF+638K3Tsj1/QfE/wP1vW10ex1uX7TI4jiMzzRpKx6BWbA/PFdF4gsvhd4f1y00TWdRayv7uPzYIpLiX5k5+bd90D5T1I6V5j4z8C/EXxL4KstJ/4Q3wNpNtb+U9pe2l3skQAcYY9cjrnr160z4saW2rfG34YaT4kjSd7jTLaO/RZNyyNvfeNw6gkHnuK81ZVg6tWKhWdrTbSlGTXKrp3Str2/E0eV4KMXzYWF9Le5bc9Z8G6J8PvF+jf2xoDXV1Zec8IlMsqbmU4OA2Dj3ra/4V54Y/597n/wACX/xrf0bSdL0WxFjo+nWun2oYsIbaJY0BPU4HGTV2vka2JbqS9lJ8vS71t5nqQ4eyzlXNh4X/AMKON+F9vHaf29aQ7hFBqkkcYZiSFAAHJrsq840fxFZ+HB4kubqKeUtrEwRI0JyeOrdB+NX9J+Itjc2CTXOnX4nYtlLeAyKBk4w3fjGadahUnJyS0PJyfO8uwmGhhalRRkuZ27Lmf9JHcUVyX/CbeZ/x5+Gten9D9m2g/jmk/wCEl8SzcWvgu7B7Ge4VB+orH2E+v5o9f+3sC/hk5f4YTf5RZ11Fcj5/xBuuEstG09T3kkaQj8uKD4d8T3v/ACE/F00anrHZQiP/AMe60eyS+KS/P8g/tapP+Dh5y9Uor/yZp/gdPeXlrZxGS7uYbdP70jhR+tc5d+OdMaU22jW91rN10CWsZ2j6seMe/NOs/Afh+KQTXUM+oTf37uYv+nSujtLa2tIRDa28UEY6JGgUfkKP3Ue7/ALZriN3GkvK85fjyxX3SOROi+IfEjhvElwlhp+c/wBn2rZZ/Z3/AMP0rrrS3htbaO2tolihjUKiKMBQKloqZ1HLTodWDy6lhW5puU3vKTu3/kvJJLyCiiiszvCiiigAooooAKKKKACiiigAooooAKKKKACiiigAooooAKKKKACiiigAooooAKKKKACiiigAooooAK5KL/krc3/YHH/owV1tcjrmk+JF8XnXNDOmkNZi3YXTN/eyeFH071tRtdpvoeNnKnyUpwg5cs4tpK7tqddWb4n0LSvEuh3Oi61aJd2Nyu2SNsj3BBHIIPIIrDz8Rv7vh385aM/Eb+74d/OWqhCUJKUZpNeYnm6as8PU/wDAf+CeZt+zH4c+2EReKNdj01iS1mGTnnpuxj/x3Nes6Z4L8M6f4LPg+30uH+xmiaKS3bnzA33ix6liec9c1Sz8Rv7vh385aM/Eb+74d/OWvRxeZ47FqKrV721Wtte+nXz3MKWOo0r8mGqa/wB3/gnBD9nfR94sX8YeJn8PK+8aQbn91nOcZ6Y/DPvXYeP/AIWeG/F/h/R9Cne602x0iQPax2RVQAF2hTuU8Yq6W+Io6r4cH4y1BNfeOof9dceFY/8AflcfzNVPNMwqVI1JVtY7er3e2/m9SHmGGpxaeHmk/wC7/wAEd49+HWj+MvEHh/WtRvL6CfQ5/Ot1gZQrnej4fKkkZjHTHU0viL4d6RrnxF0bxxdXl9Hf6TGI4Io2UROAXPzAqT/GehHasy68UeI7bPnax4OBHYTSMfyGaz4/HXiq4u0ttPi0vUHZgP8ARreZgPck44rOnVxsYxjGekU0vJS3XzOStxRlkJWnCXM2tLK7a20TueaP4XtPF37Vvi/S7q7vbJ1shNb3dnKY5reVY7cB1YezEe4Jr134WfCnSfA2pXmtPqd/retXi7Jb69bLhc8gd+cDJJJ4FaYT4hBzIIfDQc9WxJn86dn4jf3fDv5y12Y7OMTiaUaMJ8sFGMWr78q72vZ9jqo4ynTk5vD1G7t/B3+ZmeEPhPoPhnRfE2k2V/qUsPiJXW6aZ0LR7ldTswoxw5657VJo/wAKfC9j8NJfAE/2u/0mSR5C1w6+arltwYMoGCD04/Or+fiN/d8O/nLRn4jf3fDv5y1xTx+Mm3KVbVtS36pWT+SNVmFJKyw1Tt8PR/M4Oz/Z70nzre31jxh4j1fRbZ1aHS7i4/cjb0B7Y+gWu08QfDXQ9Z8daD4ukuLy3utDjWO1t4CiwlVJIBBUn+LHBHQVYz8Rv7vh385aM/Eb+74d/OWtKuaY6rJSnW1Sa6bPfZder3FHG0Yqyw1T/wAB7fM66iuRz8Rv7vh385aM/Eb+74d/OWvL9j/eX3nR/bP/AE4qf+A/8ETwBHHLceJ45UV0bV5gysMgjjtXUWFna2FsLazgSCEEkIgwAScnA+prD8DaRqelxalJqrWxuLy7a4PkMSo3AZ6j1ro6K8rzdnoPJMO4YOm6kLS97dapOTdvyCiiisT2AooooAKKKKACiiigAooooAKKKKACiiigAooooAKKKKACiiigAooooAKKKKACiiigAooooAKrXuoWFiu68vbe3H/TSQL/ADrkJDq/ifxHqmm/2tJpdjp8ixtFbDEsuR94t2Fcx8cvC2k+H/gr4w1bT0nGpW+lTSRXbzM0qOF4YHsfcVv7OEfjevkeHHMcXirvCUlyptc0pWu07OySb3XXlO7ufHHhmE7VvzcN/dgiZ/1AxVdvGol/48fDeu3Xowtdqn8TXjXw+/Zx8CeI/AnhzxHqmqeK5NQ1HSrW6uJBrDjMkkSu2OOBknivlnxgujaZ8bLy3srnxHJ4A07W4tMu7g6hIWxysh8zsTskYDHRaXNSW0fxNPq2Zz+OvGP+GH6yk/yP0K/4SLxRN/x6+DLge890qfpij7d4+k+5oelQD/ppclv5GvNJv2ZfhfDZveTa14pitkjMjzPrjBFQDJYkjAGOc15ppXh39lfVPEC6HZ/EvXmvHcIhfV544nYnAAkZAhOfej2sekF+P+Yf2XXl8eKm/TkX5Q/U+ltvxDk/5a6BAPpIxo/s/wAfP97X9Mj/ANy1zj8xXjXjr4H/AAQ8D6ONX8WeLPEmlWZfy0ebW5Mu3XaqgEsfYA1k/Dj4Y/s8fER5YvCPjfxJqNxEu+S3/teaKZVzjdsdQ2M45xjkUe2fZfcH9jQfxVqj/wC32vyse9/2R44PJ8WWwPoLFcUn9ieNG+94vjH+7YrXz/8AEX4d/s4/D69jsfFnjrxLY3jgMLZdWmmlCnozLGpKj3OK2dE+CvwK1vwjP4t0nxl4hvNDto5JJ7yLXHKRKg3PuGMqQOSCM0e3l2X3IX9h4frOp/4Mqf8AyR7P/YXjH/ocR/4BJR/wjviv/odZf/ANP8a+btT8L/ss6daWF1c/EzXTDfsy27R6xNJnaSpZgqEquQRlsDirOt+Cf2ZNG8S23h3UfiPrkOoXKI6Aa3K0ahwCu6QKUTIII3EcHNHt5dl9y/yD+wsL/NP/AMGVP/kj6JHhvxO33vG1yD/s2af40f8ACL6633/Guon12xKv9a+RP2rvhdoHw3l8Fr4Z1bxCE1i/kgujcam8mUHl429MffPNdtpHgL9mnV/Gb+ENP+Ieuz6yshiEI1qULJICQUSQrsdsjopNHt5+X3L/ACH/AGFg+vN/4Mqf/JH0N/wiF+3+t8Ya6f8AdlC0n/CDQt/r/EGvS/W7x/SvkXxj8LdB0v8Aa28LfDO11TxF/YGp2AuLgNqbmXfsuDw/YZiXt616n4M+CXwN8ZC9/wCEX8X+I9U+wSCK6EGtyZhY5wGBUY6H8jR9Yqdw/sDL3vC/rKT/ADZ7QPh/oTf66XUZ/wDrpdsf5VND4C8KRf8AMKV/9+V2/ma8S8O/BD4HeItb1TRND8XeJL/UNJfy7+CHW5CYG3FcN8uM5Uj8DR41+CHwP8F21rc+KvF3iTSYbuXyYHn1qQCR8ZwML6Uvb1f5mVHIcsi7/V4fOKf5nvtr4a8P2uDBo1ipHfyVJ/M1qRRxxJsijSNfRRgV8mWXgf8AZmvPGf8Awh9t8Rdek1jzfJWIa1LsaTONgk27C2RjAbrxW74h+DPwH8PeIrXw9rnjTxBp+qXcJngt59ckVnjG7LZxgD5G5J7GocpS3Z30cNRoK1KCj6JL8j6Yor5j0H4PfAbW/Bc/jPT/ABj4lPh+BpFkv5tZlhiXy22scuo4z0PftmsLwf4N/Zj8W6+NB0H4ieIbjUXfy4oZNWnh85vRC6AOfoTUm59c0V8z/EL4L/AvwBpCap4u8XeJtLtpGKReZrMrPKwGSERVLMcegrH0bwB+zVrH9jrp/wARNdmk1mTybCL+2pQ8sm4Ls2lcq2WAw2DyKAPrCivlfW/hn+znouo6vp2qeP8AXrW80aHztQgfW5d8KZUDI28kl0AAyTuFN8TfDX9nbw14X0vxJrnjjxLY6dq1utzYGTVpvMuI2UMCsYXf0I7cZANAH1VRXy98OfhP+z/8Q4JpfB/jTxJqbQANNEusSpLGD0LI6hgPfGKydW8F/sxaXZ6jdXnxI11V02cW10i6zM8iS5YbAgXcx+RugPSgD63or5E1jwj+y/pOg6Xrl58RtfFjqhYWjR6vNIz7W2sSioWUA8EsBiuyg+APwXn8Lp4oj8Xa9/Ybwicag3iErB5f94ueAM8c0AfRNFeA6P8As3/CfWdNh1LSPEXiTULGcExXNtr5likAJB2suQeQRx6VH4i/Zz+FPh/Qb/XNV1nxbBYWFu9zcSHWXO1EUsxxjngdKAPoKivhyx8I+Hb+O31Ox+EfxlutBu0SS1vYtYDSSo+Nr+UOikEHO6vb0/Zd+HLIG/tHxeuRnB1l8j9KAPdKK8M/4Zb+HH/QS8Xf+Dl/8KP+GW/hx/0EvF3/AIOX/wAKAPc6K8M/4Zb+HH/QS8Xf+Dl/8KP+GW/hx/0EvF3/AIOX/wAKAPc6K8M/4Zb+HH/QS8Xf+Dl/8KP+GW/hx/0EvF3/AIOX/wAKAPc6K8M/4Zb+HH/QS8Xf+Dl/8K4Tx78LPD/wx+KnwqufDWo68zaj4lSC4W81F5lZBggYP1oA+rqKKKACiiigAooooAKKKKACiiigAooooAKKKKACiiigDlPE+k6haaqPE2g7DdrHtu7ZzhbiMe/Zh/n38x+LHjg698CvHlneWrQzf2TctE6KShXHCk9iP1r3hlDKVYAgjBB6EV51+0lHHF+z943SKNUUaNPhVGAPlrf2qcOWSu+jPEeVVqeMVfDVeSDbcoWupN9Vtyvvbrrbe+Hd+ME8B/si6Z4n8wJPa+FLNbXJ6zvbxpGP++mB+gNfGWk+MfAcP7MWs+Bb6z1qTxbqOpDUhci1UwiRWUIC5bOPL3/w9XNfYV58L7H4s/s6+AfDuqa1qGmWcOlafdP9jCZlYWqgBtwPA3E/WvX9L0jT9N0a10i1to1s7W3S2jQqMCNVCgfkKwPbPnz4f6wnxa/Yuk0q48QWuk6h9hOjz3l1MI0WWIqEDsegdAgPfDmvFda0jWvBPwy0/Rvij8ENJ1XwxYSIy+IdEu0indWbCu08e7cDv/i2g5UcV9JeDv2c/CHh/wAI+K/CMmpanqOheJJEkltZii/ZXUkq0TAZDD5eTn7gznmuU/4ZWmuLOLw/qXxd8X3vhGEps0VmwgVTkLksVwO2E4oAzf2g/Clz8StH+Gfif4e6lpOqTafbx3VnoWs3SBr6JgjKSjkbz+7KuCeecHisT4b69o+l/tHaDH4++Er+AvF17EbewudMudllOWDIA0Kjad2Su4MeduR3r2f4o/Abwt4zsfDy2F9qPhnUfDkK2+lX2nSYeCJcbUOeuMZByDnPPJrK+HX7PkOh+OrLxt4x8da9431vT1K2MmoMQkGc4IBZiSMnHzYyc4zigD5/+FK+N/EHxi+JWtWPw28O+NtUXU2huV1q6jX7GvmSBVRX4IwgXIHAQDvXXeBPAPxA8E+EvjRceIPDdj4f0HWfD15c29jaahHPHbzCOTCKqsSBtZuTj7oFeo/EL9nq21rxxe+NPBnjfXfA2tagP9Ok05iY7g8ZYqGUgnHPOCecZzWr4F+BHh3wv4N8U6L/AGtqep6n4ptpbfVNYu3DXEgkVl4zwMbyec5PUmgD5y8I+FvDc37AGua/LoWnSasJpJBfNbqZ1K3SKMPjcBt4wDjk+tJ458K+G7f9gbw7r0Oh6fHqzzwyPfLAonZmndTl8biMcYzjgelfSWlfA/Q9P+BF58I49Z1F9Nui5a8ZU85d0ok4GNvUY6Ua38D9D1X4F2Hwll1nUY9NsihS7VU85tshcZGNvVvSgD55/az23/we+Bf9oTM63FnD9okZuSGt7bcSfxPNdV+3P4L8HeFvhJoOseG9D03R9SsdWghtJ7KFYpCnluTkrgtgopycnIz3r1P4m/ALw7498H+EPDGp6xqdvaeF4FggeEJvnURxp8+RxkRjpjqa5u1/Zf0+48V6bfeJ/iB4l8TaDpMgk07RtQlLpEB0QuWOV4XgKuQME0AcP4kmu7n9uv4Y3F+nl3cvh2F51/uyGC6LD880RavbfAf9p/x8LkrBoniHRJtZs1Y4Vp0DSBB2yXEyge4r3TXvhFo+r/HDRvitLql9FqOk2v2aK0QJ5LrtlGTxuz+9PQ9hXz9+1lNoXxf+MnhT4beG7W9m8Q6bfyWuqXPkER28DbGbn+IABmz0GMd6APUP2IfCdxovwmfxRqiltW8V3b6lPI3LGMkiPP1+Z/8AgdcZ/wAFH1VvBHhFXOFOruGPt5Rr6k0yyttN02106yiEVtawpDCg6KigKo/AAV8u/wDBRtVfwX4PRhlW1hgR6jy6AI/20/Afgbw78A9O1Hw/oemabeWF9bR2V1aQrHK6lSCC68vkDdkk8jNcv8XtNj8ZftJfBnT/ABTA8g1Pw3YnUYfMKl2ZpmdCRzgnIPqCa9Sl/Zf0y/8AEthPrnj3xLrPhfTZhLYeH7yYyRQAdI95Y/JjAwFBwMZrvPF3wi0fxH8X/DnxJn1O9t73QIFhgtIlTyZFVpGG7Iz/AMtD0PYUAeK/to6Ppnh3w58O/BGi6bBpHhS/14m+gtcRRZymAQPUPI2fUZrQ/bc8D+DPDvwSt9Y0Hw/pejalpuo2y2NxZW6wSDOQV3KAW4Gec8rmvdfix8PfDvxM8ITeGvEsEjW7MJYZom2y28ozh0PryRyCCCQa8o0j9mO3m1jT5vHHxG8TeMtJ0yUSWOlX0hEKYGAGyzZHHYLkcdKAPOvFm/xj+1X8JLDx/axS2E/hq3ufstyQ0cly8MrsCDwSZVUEd9oFH7Qfhzwv4f8A2uPhT/wjum2GmzXV9ZveW9pGsa5F0oRyi8AkZGcc7a7j9s2HwTu8Nt408L+IBZKzLD4j0ZwH01sj5GXByDwwB9DjnNeK+AtE8L+MP2gvAKfDIeJNZs9HuEv9a1zVUYySsjhxuY9FAQKBxy3GetAHZeHPCHh7xp+3l470/wATadHqVjb2ZuhbSkmN3C2yjev8QG8nB4yAe1dF8aLjwevx38P+FfDPwwPjPxbo+lpFbWUt6sGnWVuFYorRsCrYVt3OAMryTXsHhr4R6RoXxr134pwapfS6jrFsbeW1cJ5MYPlcrgZz+6HU9zWN8RvgePEXxNg+I3hnxlqfhLxAIBb3M9rAkwnjA29GxhtuBk5HA44oA8R/Z1g1iw/bY8S2usaLpWgXraO7XGm6U3+iwkpbsFXHBOCCccbicVL+yX4W8N+I/iB8ZW1/Q9P1RodQMcRu7dZfLV5bndt3DgnavI54r2r4ffAbR/BnxSl+IVp4m13UdTubZ4bwag6S/aGcDc5bAIJZQcDgdAMVq/Cb4QaP8Ota8Wapp2q395J4muBPcLcBAISGkbCbQOP3p6+goA+Yv2VPCvhvWP2avifqWq6Hp99ewR3Sw3E8CvJEEtN67GIyuGJPGOa9Q/Y50PT/ABj+yfN4Z8QGabTLq9ureVFlKER71bCntySfxNeg/C74IaH4A+HPiTwTp+sajd2mvCYTTzhPMj8yHyjtwMcDnnvSeG/gfomh/BDU/hTBrOoyadqBlL3bhPOXeVJxgbf4fSgDu/APhfRvBfhGw8MeH45I9MsVZYFklMjAM7OcsevLGvNv2vvCMHiD4P61q0uta5Yvo2nXNwlvY3higujtHyzpgiRfl6cdT613/wALfB1n4A8BaX4QsLy4vLbTkdI5rjHmPukZ+ccdWI/Cue+M/wALJPiVDFay+OPEuhWP2d7e5stOnVYLpWPPmKR83pzxjtQBxn7PnwesNO8O+DPGaeNvHM8zaXbXX9nzauTZZeBSU8oKPkG7hc9hS+J28RfFH44eIfh7F4u1fwp4d8NWNtLcLpTiC71CWdS2RIQSI1HHA6/Xjo/hd8Hb3wLrFjdL8TvGmsafZW5t4dKvrtWtAmzao2Y4CjGMYxgduK0viZ8I/D/jbWbfxEupaz4d8R20Jgi1bRrs29wY/wC455DLk9+fegDiPDh8RfCv43eGvAD+LtX8V+HPE9pctBHqsgnu9PlgUNu8wAExsOORjOfTnN8JaT4g+O2peJde1jx74l8OaPpmsz6Zp2kaHdC1eMQkfvJ22ks5Jzg9P0r0j4afCLw/4K1ufxHJqeteI/EdxD5Emrazdm4nWP8AuJ0Cr9Ofes3xj8DdE1jxNeeJPD/ifxR4N1PUGDag+hX5gS7P950wRu9xj1OTQBQ+CeteJdI+J/iv4U+INeuPE0OjWtvfafqlwAbgRS9YZ2HDOCQQTyRk+w9myM4yM+lcd8L/AIceG/h3YXcOiLd3F3fyia/1C+nM11duOjSOeuMnAGByfU1HrXw503VfixovxFl1XVor7SLSS1itIrjFtIr55Zf+BHOODhc/dFAGz4/l1eDwRrUvh+6s7TVlsZTZTXbBYUm2nYWJ4Azjrx618b6va+J9P8P3F54w1L48+Hdf+y/6XrHnC70qNsfMzCHBWIHPQkgV9g/Ezwfp3j7wNqfhHVp7mCy1FFSWS2YLIu11cYJBHVR1FeZr+zrZvAdLvPih8R7zw+YxEdJl1k+S8fTy2IXlCOMccUAes+DJo7jwho08OqLqyPYQst+Ol18g/e/8C6/jXjv7UdzDZ+Pvg9dXD7IYvFAd2xnACrk8V7ZommWGi6PZ6RpdslrY2UKQW8KfdjjUYUD8BXjH7TAB+JHwZBGR/wAJWv8AJaaJnzcr5dz2XR9X03V7cz6beRXKDhtp5X6jqKvVyHivQGsnPiLw5GttqNuN8sUYwlyg+8pUd/8APpXRaDqVvrGkW2pW3+rmTdjup7g/Q5FaTgrc0djzcFjarqyw2JSVRK6a2ku6vqrPRrppq0y7RRRWR6gUUUUAFFFFABRRRQAUUUUAFFFFABRRRQAVyPxm8P6h4r+FXibw3pIiN9qOnS29uJX2pvYYGT2FddRQB8+eFR+094e8MaVoFr4X+HctvptnDZxPLeT72WNAgLYYDOBzgVpf2v8AtS/9Cn8N/wDwMuP/AIqvcaKAPDv7X/al/wChT+G//gZcf/FUf2v+1L/0Kfw3/wDAy4/+Kr3GigDw7+1/2pf+hT+G/wD4GXH/AMVR/a/7Uv8A0Kfw3/8AAy4/+Kr3GigDw7+1/wBqX/oU/hv/AOBlx/8AFUf2v+1L/wBCn8N//Ay4/wDiq9xooA8O/tf9qX/oU/hv/wCBlx/8VR/a/wC1L/0Kfw3/APAy4/8Aiq9xooA8O/tf9qX/AKFP4b/+Blx/8VR/a/7Uv/Qp/Df/AMDLj/4qvUPFHiO40jU7HT7PSX1G4u1dkVJghG3Geo9P5VT/AOEk8S/9CRdf+Bif4VqqM2k/1R5VXOsJSqypNybjo7QnKzsnuotbNHnf9r/tS/8AQp/Df/wMuP8A4qoIbz9pqG4luIfBPwwjml5kkS4nDP8AU7smui0H4z2mueJ7jw1pehS3Gq25kEkAuAPuHDYYrg4Poa6n/hJPEv8A0JF1/wCBif4VtWwGIoSUaseV762Whms/wT25v/BdT/5E87/tf9qX/oU/hv8A+Blx/wDFVXvbr9pi+VVvfA/wvuVQ7lE08zhT6jLcV6Z/wkniX/oSLr/wMT/Cj/hJPEv/AEJF1/4GJ/hWXsJ+X3r/ADH/AG7hP7//AILqf/Innf8Aa/7Uv/Qp/Df/AMDLj/4qj+1/2pf+hT+G/wD4GXH/AMVXon/CSeJf+hIuv/AxP8KP+Ek8S/8AQkXX/gYn+FHsJ+X3r/MP7dwn9/8A8F1P/kTzv+1/2pf+hT+G/wD4GXH/AMVR/a/7Uv8A0Kfw3/8AAy4/+Kr0T/hJPEv/AEJF1/4GJ/hR/wAJJ4l/6Ei6/wDAxP8ACj2E/L71/mH9u4T+/wD+C6n/AMiecyap+1FLG0cng/4aujDDK13OQR9N1R2l7+05ZwiG08FfDG3iHRIrmdVH4Bq9K/4STxL/ANCRdf8AgYn+FYOpfFZtO8XWPhS88M3MWsX6CS2t/tAO9fm53BcD7jdT2rSlgq1VtU43sr6NbLdiefYNb8//AILqf/InM/2v+1L/ANCn8N//AAMuP/iqP7X/AGpf+hT+G/8A4GXH/wAVXon/AAkniX/oSLr/AMDE/wAKwdK+Kz6p4r1DwtY+GbmbV9PUvdW/2gDywCozkrg/eXoe9EMFWqKThG6Wr1Wi7sP7ewa/n/8ABdT/AOROZ/tf9qX/AKFP4b/+Blx/8VR/a/7Uv/Qp/Df/AMDLj/4qvRP+Ek8S/wDQkXX/AIGJ/hR/wkniX/oSLr/wMT/Cs/YT8vvX+Y/7dwn9/wD8F1P/AJE87/tf9qX/AKFP4b/+Blx/8VR/a/7Uv/Qp/Df/AMDLj/4qvRP+Ek8S/wDQkXX/AIGJ/hVzwv4iuNX1K+0+70l9OuLNULo8wcndkjoB2H60nRmk3+qLpZ1hKtWNJOSctFeE43dm93FLZM8v/tf9qX/oU/hv/wCBlx/8VR/a/wC1L/0Kfw3/APAy4/8Aiq9xorI9U8O/tf8Aal/6FP4b/wDgZcf/ABVH9r/tS/8AQp/Df/wMuP8A4qvcaKAPDv7X/al/6FP4b/8AgZcf/FUf2v8AtS/9Cn8N/wDwMuP/AIqvcaKAPDv7X/al/wChT+G//gZcf/FUf2v+1L/0Kfw3/wDAy4/+Kr3GigDw7+1/2pf+hT+G/wD4GXH/AMVR/a/7Uv8A0Kfw3/8AAy4/+Kr3GigDw7+1/wBqX/oU/hv/AOBlx/8AFViap4W+O/jXx/4H1Pxlovg6w03w7rCX7tpt3IZGXgNw5OeB7V9GVXvr6zsYjLeXUFun96Rwo/Wmk2TOcYRcpOyLFch8Px9i1XxDoq8RWt4JYl/urIM4/SnXXjaG6la18NWFxrFz03IpWFD6sx/z71c8H6LeafJe6lq06TalqDq0/lj5ECjCqPpmt1FwhLm0ufPyxVPHY6hLCvmUHLmkvhs4tWvs25cuivtqdDRRRXOfRBRRRQAUUUUAFFFFABRRRQAUUUUAFFFFABRTZJI413SSIg9WOKzbvxFoNr/x8axYofTzlJ/IVSi3sjGriaNFXqTUfVpGpRXMT+PvCsZ2rqRmb0ihdv6VD/wnljJ/x6aPrd16eXaH+prT2FT+U86Wf5anb28W/J3/ACudbRXJf8JXrEv/AB6+DdVYdjKRH/Oj+2vGcv8AqfCMUQ9Zb1f5Cj2E+tvvQv7dwj+BTl6U5v8A9tOtorkjdfEGT7um6LB/vzM2PyNAh+IUnLXmhQewjdjR7H+8vvD+2L/DQqP/ALdt+bR1tFcl/Z/jxvveIdNj/wBy0z/MUHRfGrfe8Xwj/dsEo9lH+dfj/kH9q1umFqf+SL85nW0VyP8Awj3ixvv+NJAP9mzQf1o/4RvxP/0O1z/4CJ/jR7KH86/H/IX9pYv/AKBJ/fT/APkxfEH/ACUnw1/1yuf/AECpvip4kXwl8PtZ1/cFltrZvIyesrfKg/76IrEGn6lp/wARfD66jrMmps8dwULxBNmEORx1zXI/tSWniDxNJ4a8EaLpt/Nb316s17dRW7tFCoO1dzAYGNzMc/3RXqZdhKeIxlGnUa5N2+lk23+GhxZdiKnLi6jg4ydTZ2bT5IJbNrz3PHdH0a8+HOmfD34pu87Pf3sjahknHlOfl/76j3n8q+if2gvHeo+CPhwNb0GOOW6up44IJ2TekQdS2/HQ8LxnjJFeceOfgHr48E3aJ8Qtb1tNPtzNaaZNExjZkU7VVd5wcZAwO+K0bTWvG8n7POlK3gUa1cWb/YdU03VLOTzJIEHySIhwTxt5weckdK+rx1TDZlUoYrnjU5ZuMl8PutuUV71tFqu2yOijGph4zp2cbq666rR7feJ4I1z4rw69o93beKdG8faNfOG1CKzeFJLNDjJxlW4ySBz90gjpU/xn+IHieP4qWngHRPEVh4TtmtRNLql5GCHZgSACwwBxge+ea8wvtL0vxH4p0b/hU/gXxN4c1uG9VrqecMsEC9+Sx24P0yMjBzXp3xx1DyPGIg8c/DUeIvCq2/8Aoup2EDm6jYgZVmDAKAd3HHUGqqYWhHG05OnFtxl7toRknfRuN3CT7bXS8hRqTdGS5nutbtr77XXmdP8ACTXPH0C61D46kstT0qxiM1nrtm8RS4ReWGEPpyCQOh9q840rxz8SPH0V94k0nx54c8K2UE7pY6ZcvEJJgoyN+8E88DJ4zngCk+A3hW61Dxn4luNB0jWdC8Dajpj2og1LO6V3UAYBPOPmOecA4zzXNeFtO8P+A4Lvw38RfhPqOtarHcv9jvba2Mi3KH7oDZAxxxjPB5GRVU8HhYYivyxjKpaDSUY6Jr3vdlLlvtzWenS1wdWo4Qu2o663fy1Svbsd/J8YvEGo/s7X3i6ze3s/EOnXsVncMsQeNiXQbgpyPmVvzzisXxj45+Lvhvwj4Y+It5ruly6ZfLAr6bFbAb90e/LsR1YKfukbc4FXfFnh29uf2cNWOmfDr/hHLzUL23lXTLLzJ5nRZEw7rtyDjPGOB1pfjVoWuXv7M/gvTLPRtRub6AWfnW0Vs7yx4tnB3IBkYJwcjrUYWGAVWMY042lVlF35XaPKtL3eid7NMdSVZxbcndRT0utbi+K/GnxS8C+KPDeueINZ06+0fxBOqtplvAAtshKkorEBiwDj5s8kcioPjjJq8f7T/hBtBit5dTOnotsLgkRhmacbmxzgAlsd8VpftLaJrOp6X8PV03SL+9a2uAZxb2zyGIbYuW2g7eh6+lV/jjb+JrP9obwx4m0Xwzqesw2FjGzi3gYq2Hm3rvxtDbTwD3I9aWAlRn7GrGMVKUKqa0SdtI326deoV1Nc0W20pRff1L0Hiv4kfDz4n6HoPjrW7HXtJ8QyeXFcRQCIwSEheMAYALLkHPDcc1S+G11DY/tR/Ei9uG2w29hLLIfRVaEk/kKq6lqGpfGf4ueFXsfC+raZovh6cz3k+oQ+WdwZWK+mcooAyTySRgVpeDfDGp3n7QfxIF9pl9b6Zqmmz20d1JbusUm8xD5WIw3Geh7GonClTo1PbKMKjpe+o2X21bRaX5dbDTlKceVtxUtL+n5XMTSvHPxI8eQX3ibSfHvhzwtZwzOtjpdy8QeYKON5cE88DJ4zngCtqf4xeINQ/Z2u/F9i9vZ+ILC+jsrlliDxkl1ywVsj5lb884rgPC2n+HvAttdeG/iJ8JdR1rV47lxaXtvbGRblD90BsgY44xng9Miux8X+Hb64/Zw1L+zPh3/wjl5qF9bzDS7LzJ5nRXXDuu3IOAeMcDrXXisNgVWpx9kuT2kOV2gk4311TvJNbtrR7mdOpW5JPmd7O613+6yO7+C958TPEFza+KPFV1YxaDd6SgtbKLAlaU7D57ALgbgHIG7gMBiun8Of8lG8T/7lt/6BVn4WwT2vw18M211DJBPFpVskkcilWRhEoIIPIIPasQafdan408VWtpqU+nyMlt+9iAyfk6Hvj6EV8RjKsa2Iq2iopaKysrJr+rkZk50vqkopzlzt2vq37OpprojvUkjcsEdWKHawBzg+hp1efeG/A2tWVtPDN4kvLQmcsBavlZAQPmOec/4Vqf8ACH3x5bxhrmfaUCuCVKmnbn/A2w+Z5hUpqUsI0305o/53/A62iuS/4Qpn/wBd4o8QSeo+1YH8qP8AhAdLb/XalrE3+/dn/ClyU/5vwNvrmYvbDL5zX6JnVvLGgy8iKPc4qpNrGkw587U7KP8A3p1H9awU+H3hfOZLOaY/9NLhz/WrkPgvwtF93RbY/wC8C38zRal3f3f8EPa5tLalTX/b8n/7YvzHXHjHwvB/rNbtD/uNv/lmqL/EDw6W22zXl43pBbMc/nity30XR7cfuNKsY/8AdgUf0q6iJGu2NFUegGKL0l0f3/8AAD2WbT3qwj6Qk/zmvyOT/wCEv1G4/wCQd4R1eYdmmURD9c0fbPH15/qdJ0vTlPe4mMhH/fNddRR7WK2ivxF/ZmJqfxcVP/t1Rj+Ub/ich/wjvii9/wCQp4tliU9Y7KER/wDj3WrFl4F8PQSia4gm1CbvJdymQn8On6V09FDrz6O3poVDIsCpKU4c77zbn/6U3b5EdvBDbxCK3hjijHRUUKB+AqSiisT1klFWQUUUUDCiiigAooooAKKKKACiiuKuJtX8VazfafZ3z6ZpVjL5M0kX+umfuAf4R/nmrhDmvrZI4cdjlhVFRi5Tk7RS6vfd6JJbtnQaz4i0TSMjUNRgicf8swdz/wDfI5rF/wCEzub3jQ/DWp3w7SyL5Uf5mtTRvCmg6Th7awjebqZpv3khPrk9Pwrbq+alHZX9f6/U4/YZnX1qVY012iuZ/wDgUtP/ACU5H/i4F9/0CdJQ9uZXH9KP+EU1m6/5CfjDUpAeq2yiEfpXXUUe3kvhSXyH/YdCf8ac5+s3b7o2j+BykXw/8O7t10l3et3Nxcsc/litK18K+HLXHk6LZAju0QY/rmtmik61R7yZvSybL6LvChFPvyq/37kMFrawDENtDEP9hAP5VNRRWVz0IxUVaKsFFFFBQUUUUAFFFFABRRRQBxniy5t7P4g+HLi7nighWK43SSMFUZXAyTW9/wAJL4e/6Dmm/wDgSn+NWNS0nTNSZG1DT7a6MYIQyxhtueuM1U/4Rbw3/wBALT/+/C/4Vvz05RSlfQ8JYXMKFetOg4OM5c2vNf4Yx6f4R/8Awkvh7/oOab/4Ep/jR/wkvh7/AKDmm/8AgSn+NM/4Rbw3/wBALT/+/C/4Uf8ACLeG/wDoBaf/AN+F/wAKX7rz/A0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wvCNzb3nj7xLcWs8c8LJbbZI2DKcJjgitr/hFvDf8A0AtP/wC/C/4Vb03SdM01nbT7C2tTIAHMUYXdjpnH1p89OMWo31Mnhcwr16M67gowlzac137so9f8RdooorA94KKKKACiiigAooooAKKKKACiiigAooooAKKKKACiiigAooooAKKKKACuR8JH7H4z8S6a/BklS7j91Yc/riuurkPHEU+lapZeLbSNpBajyb1F6tAT1/A1tR1vDueNnF6SpYtLSlK7/wALTjL7k+b5Fn4p+LofAfw/1fxdcWUl9FpkIla3RwjSZYLgEg4615TF8evG0umJqafAbxYbJ4ROtwblAnlldwfJXGMc5rW/aX13TNc/Zw8dNptyJhDaKj8Y/wCWiEH6f4GvNP2vfE97ov7K3g7R7GaSE61BZwXDISN0KW4dkJ9CQmfUZFZSi4uzPUoV6deCqUpKUX1WqIG/bf0JWKnwBqWQcH/iYR//ABNdfoX7SPiPXfD48QaN8FPEt/pW1m+1QXcbxgL97JC8YxyK9C+EXw28HaF8JdH0CPQdPuILjT42vGnt0drmR0BdnJHOST9BgDpXzd8AZT4J+N/xb+GWnzTnQ/sF/LbwM2RG0Rwp+uxypPfAz0pGp6X4P/aW8QeMNLfVPDHwU8T6tZJKYWntrpGUSAAlc7euGB/GrXiP9ofxZ4c0W41rXfgZ4r0/TrYKZrme4RUjBYKMnb3JA/GvGf2T4PjVqnwd1Gx+GGoaHolnaatLPLdXy+ZLdzGKL9ygKMqgBRknrvHIwa7+L436z4s/ZV8aa3rGj6S3iXw7cQ2d9bXNqs1rMTPGA7RNkd2GOgZMj2AOq0P9oHxjrmkW2r6R8CPFl7YXSCSC4huEZJFPcHbV3/hdnxC/6N88Zf8Af5P/AImuS8RfGzWfCX7Pnw7k0DTdITxR4qiSGziWBYLS25AZwgwqgFkAHTkk9MVnH4ofFv4W+L/Dv/Cw/Fvhbxh4e1u8FtcNpnl+bZM2Om1VOBnPIIIBGQcUAd9/wuz4hf8ARvnjL/v8n/xNI/xu+IEaNJJ+z94wRFBLM06AAep+Wsz4s/Eb4j698bB8H/hPc6bpd7a2X2rU9UvIhJ5WVBAUEMMAOn8JJLdgDVXQvEXx8ltPGnw/8TWVmNYsrLztM8TnT5F0+4QbDJGSFCljGzbcAEMCCOKAL+iftDeKtctWu9E+CXiLVLdX8tpbO/imQNgHaWQEZwQce4qLS/2jfE2qazqWj6d8EPFF3f6WyLfQRXKM1uzDKh8LwSAeK8p/Y21vxZ4R+CfjTxhHfaWfCumC8mNm8Z+0vfLBCUYNjHlkbRjOc16v+y7FdaF+y/qfjjzVn13WE1DWri5kG4yTLvClvUfu849z60Aaf/C7PiF/0b54y/7/ACf/ABNH/C7PiF/0b54y/wC/yf8AxNeTaR8Vv2g/FnwKv/iRpeseG9Os9DuJTdEWwNxdqgQlQhVkVVDeoJ556VP4k+Lnx6uvhFp3xq0y88OaX4dh8uGbSxD5sly3meS8rFl4UyZwqsCB69aAPUv+F2fEL/o3zxl/3+T/AOJo/wCF2fEL/o3zxl/3+T/4mrXj3x98R9W+EPhPXvhd4bW41XxFFBNNNMA0WnRsgZmYE4PJwCc8AnFedeFfil8VPBXx38O/D3x34r8OeMbTXWCtNpyIHtGdmVRlVTBDKMhgeD60Ad3/AMLs+IX/AEb54y/7/J/8TUV38dPHlpazXVz8APGEUEMbSSO06AKqjJJ+XsBWZ8TPiL8TPFXxuuvhJ8JbzTNIl0uzFxqmq3kQk2MQp2qCGAA3oPukkk9AKteBvFXxWl0/x/4I+KGiNJNpuk3Elnr9rZPFaXi+WQVDbQhOGBGMHhgRkUAVPCH7SviDxfpTar4Z+CnifVrFZTCZ7a5RkDgAlc7euGH51s/8Ls+IX/RvnjL/AL/J/wDE14X+y3B8bL/4I38fw01PQtD0+y1OeeS4vE8ye8l8uMmJAUZVUBV5OMl+vFfRH7JnxR1P4q/DKTV9chhj1WxvGs7l4U2pKQqsrgdiQ4yBxkfhQBx3iv8Aad1rwrNYQ+I/gx4l0uTUJDFZrcXSKZnGMhfl5PzL+Yrd/wCF2fEL/o3zxl/3+T/4muI/b4/5GL4Uf9hib/0O2rvfjhrHxqufG9n4a+HcVh4f0T7KZbzxJqCK0SSYJ2DcGxgAfwnJbsBQBD/wuz4hf9G+eMv+/wAn/wATR/wuz4hf9G+eMv8Av8n/AMTWP+zJ8VvGmv8AxM8TfDTxtqWka7d6NbmaHVtOVQkwV0RhlQFbO9SCFGCGBrkvhV8R/wBoH4uQeJ9M8M6n4a0ltLvAh1S5t8FFO8LEiBWBJxksRxjHegD0X/hdnxC/6N88Zf8Af5P/AImj/hdnxC/6N88Zf9/k/wDia5/4HfHnXrv4f/EC4+IMEFxq/gbd9oltlEa3X+sVVwOA2+MrkAA5HFYHhPxv+0lq3w9v/jAt54bm0A2txPDoTQ7ZBCm4eajBc5UgnDOdwTpzQB3/APwuz4hf9G+eMv8Av8n/AMTR/wALs+IX/RvnjL/v8n/xNbH7Jvj7xD8SPhMviTxNJbSX5v5oMwRCNdi7ccD6mua/aQ+KXjvwX8WPAnhbwemmzLr0gjkgu4+JHMyoo39UHzckA0AXf+F2fEL/AKN88Zf9/k/+Jo/4XZ8Qv+jfPGX/AH+T/wCJrzx/iP8AtAeGfjd/wq3WNS8MazquvWnm6ZOITFbWRYMfM4UOyqI5PlYEk459en+BXxI+JNr8dta+D/xMv9P1m8trU3Vvf2kKx4O1HC/KFBUpJ3XII70Abn/C7PiF/wBG+eMv+/yf/E0f8Ls+IX/RvnjL/v8AJ/8AE1y7/ED4w/F3x/4l0b4Sapo3hvQfDlwLaXUL6ESyXUoYjjKPgHa2AAOO+Tgb3wb+NGuvc+NvCfxQtbSHxH4Nt5Ly6uLIYiurdBksAeA3KnsCHHAwaALEvxv+IEUTySfs/eMVRFLMxmTAA6n7tYvg39prXfGWnS6j4W+C/ibV7SGUwyS2t0jqsgAO0nb1wwP41zvgPxr+0N8QvDmp/EzTJvD0fhZftCw+H5Y9slzEmQwSQIW3jBUMWALA8Yrh/wBnnxlrXgH9jjxx4q8PPAmpWfiKMRGaPenzi1Rsr34Y0Ae7f8Ls+IX/AEb54y/7/J/8TWF4v/ac1rwhFay+J/gx4l0lLuQxW7XN0iiRx2Hy9ea6jXviN4ls/wBkiP4lQyWo19tFtrwuYQYvMdkDfJ6fMeK8C/aU8Uar40+APwi8Ua20T6jf380k5ij2KSG28DtwBQB7l/wuz4hf9G+eMv8Av8n/AMTR/wALs+IX/RvnjL/v8n/xNZnx3+KvjJfivp/wl+HF9pGj6nLa/atQ1fUyvl2ylSQq7sjOMHoSSygDrVX4O/FLx5pnxnT4UfErV9D8QS31mbnTdX0zbtchWJVtoA5CP/CCCvcEUAWfDn7RvifxHbXFxoXwQ8UahFbXD207QXSN5UqfeRht4YehrU/4XZ8Qv+jfPGX/AH+T/wCJrA8OXzeBv24Na8L2zhNK8Z6YuomDOFW6VWJcD1Ply59d3tXpfwy8R/ErV/Hvi3TfGHhW20nQbC4ZNEvI0YNeR+Y4DMS7A/IEPAXrQByf/C7PiF/0b54y/wC/yf8AxNH/AAuz4hf9G+eMv+/yf/E17TrF42n6Td362dzetbQPKLe2QNLMVUnYgJGWOMAZ6mvijxH42uPiZ8UPFC+K/BHxau9L09baKw0PR42iewJQlmuY1PDuRlSe2fQUAe3f8Ls+IX/RvnjL/v8AJ/8AE0f8Ls+IX/RvnjL/AL/J/wDE10Pw4bw38M/hBJ4i1bVPE+n6RJ/p0yeKLgy3VnuwohxyRyBhRkkt6mse0/aO8LfaYZta8KeNfD+iXDqsGt6lpDRWbbuhLgnaD2OKAK3/AAuz4hf9G+eMv+/yf/E0f8Ls+IX/AEb54y/7/J/8TXo/xG+IXhfwFoEGsa5eSMl24isre0jM095IRkLEi/eJHfp71ynhD46+HdZ8SWfh7WvD3inwhqGoOU09de05rZLtuyo+SNx9Dj060AYf/C7PiF/0b54y/wC/yf8AxNH/AAuz4hf9G+eMv+/yf/E17nRQB4Z/wuz4hf8ARvnjL/v8n/xNH/C7PiF/0b54y/7/ACf/ABNdD46+N3h3w54kuPDOl6H4k8XazaBTe2ug2BufsgPQSNkAHHOOffFdF8MfiN4a+IVhdTaHJdQ3VjIIr7T72AwXVo5zhZIz0zg4IyOD6GgDzz/hdnxC/wCjfPGX/f5P/ia674I/E9viTDrwn8M3vh680S++xXNrdSh3Em3JBwBjHTFei14b+zJ/yP3xk/7HCX+RoA9yooooAKKKKACo7mIT28sDMyiRCpK4yMjHGakooE0mrM8G/aP8FaZ4e+AfjS90+6v97aeEdJJFKsPNTqNtM+M/wzvfih+zF4f0nSNh1ixsLK9sUcgCV1gCtHk8DcrHBPGQK6n9rX/k3Pxn/wBeS/8Ao1KvfDz4geA7fwB4dgn8beGopY9KtUdH1WBWVhEoIILcEVc5ym7yZy4PA4fBU/ZYeHLHeyPGvA/7TLeE/BVh4V8ceAvFieLtOthaLbxWQCXZjXarZYgrkAZwrdyM0fs5/Dzxez/ED4teNtMl07V/ElndLZ2DxkSokmXZivUZIRVBGcAk9RX0F/wsX4e5z/wnXhbP/YWg/wDiqP8AhY3w9/6Hvwv/AODeD/4qoOs+Rf2Y/itd/Bf4YalpvjDwH4q8i51GS40+4isSElmMcamJy+Nv3Uwec7jxxUeleD9c0T9jr4o+K/EOmyabd+KL22uo7aUFXWFbqMqSp5GWkfGecYPcV9fH4i/D09fHXhb/AMG0H/xVeX/tFx+Hfil4XtPDWlfGbwtoGnvMW1NTfwS/aYxtKLjzB0ZQeooA8X+IPgHUvEH7OHwf8Y6doMviCDQLYf2lp0W4vNbM6s2AvOPkIJHI3Z7VN4f/AOFI+L/Eel6H4B/Z61nVLuacJfSX93PaQ2K8ZZnDyZxzwdvT1OK+lvAPiH4ZeDvBWj+FrDx/4alt9LtI7ZJH1aDc+0YLH5+CTk/jW4PiL8Pf+h68Lf8Ag2g/+KoA+c/Hc9/8E/2rtU+J+qeHtV1Lwnr+m+TJdWMPmm3fbHkHJAB3QjgkZDZB4Ir0L4T/ABE8efFbXvFFxD4Z/sfwItm0OlS31q0V5czsoHXeVK/eJwMDKjJ5r0o/EX4ekf8AI9+F/wDwbQf/ABVH/Cxvh7/0Pfhf/wAG0H/xVAHyH8CNL8Sp8GfiF8FdY8F69YareW15qUF3cWzRwF0jiCRZI5YtGMYyCK9f/ZzvE1b9i37LZq8txbaTqVm8SrlvNBlIXHXJDLx7167/AMLG+Hv/AEPfhf8A8G8H/wAVXnfwzHgLwF408U3ekfEzwl/wjWuzrfR6YdThDWl0eJCjb8bG64xxgDtQB5X8GtD1q2/YW8baXcaPqEN/K975drJbOsr5SPGEIyc4PakvND1s/wDBOmDRxo+oHUw65s/sz+d/yEy33MbunPTpzX0z/wALG+Hv/Q9+F/8Awbwf/FUf8LG+Hv8A0Pfhf/wbwf8AxVAHyX8YbTxBbfCb4JWuvWutxeBYbK3XxHFZpIsiECPIkUcjCbtue+7vVCXQvDq/tE/DTV/hv4B1zR/CMN3CGv57CdVuX87LSEvlto3KNzY6HHAr7DPxF+Hv/Q9+F/8AwbQf/FUf8LG+Hv8A0Pfhf/wbwf8AxVAHzh4nvb34E/tT+I/iDrXh3V9R8J+JbIqL2wh83yJD5bMDkgA74zwSOGBGcYruvAXxC8ffE6x8eajN4YOk+CU0yeLRvtNo6X11KYz1+Ygj733V6soycGvVT8Rfh6Rz468LH/uLQf8AxVH/AAsb4e/9D34X/wDBvB/8VQB43+wtpep6X+z/AKnaanp15Y3DatdMsVxA0bkGGIAgMAccGqn/AAT00nVdH+F2vwatpl7p8r62zql1A0TMvkRDIDAZHBr2/wD4WN8Pf+h78L/+DeD/AOKo/wCFjfD3/oe/C/8A4N4P/iqAPCv25NI1bVNf+F76Zpd7erb6tK0xt4GkEY32/LbQcDg9fQ1yHxthsJP2rbn/AIXJY67e+CDYKuhw2kc7wPIUT5cRcklvNyBznbnivqT/AIWN8Pf+h78L/wDg3g/+Ko/4WL8Pf+h78L/+DaD/AOKoA+Z/2WdHk0v9qjxbeW3g3VfC+h3ekyLpttd2bxBU8yBlGTwGKqWIzkc55Brov2CtI1bSk+IH9qaXe2PnarG0X2mBo94/ecruAyOR0r3b/hY3w9/6Hvwv/wCDeD/4qj/hY3w9/wCh78L/APg3g/8AiqAPlz4K/D3WfEy/tAeG7zT7rTzrVxtsZrqB445JBPcsjAkDK7thOOxo8K+OPiN4Y+Bmp/CG++FOtx6vp+lXtu2oyqUso7YrIzSs+MHClsbSQxAwea+mdX8b/DbVNKu9NuvHnhsQXcLwyGPWYUbawIOGD5BwetfOV38O5V0658Lad+1ZpqeErkOslrcXsEk+xz8yF/NG4HvyAcnigDu/+CfoI/Z9jJBGdWuSPf7lY37TmkatfftL/B69stLvbm1tr6Jp5oYGdIgLqM5ZgMLxzzXp3ws1D4T/AA78C6d4R0Xx74ce0skP72XV7cvK7MWd2w2Mkk9OnSun/wCFjfD3/oe/C/8A4N4P/iqAPCPiJpGrTft7+B9Wh0u9k0+LSgsl2tuxhQ7LvgvjAPI79xTtF0jVl/4KC63q7aZerpz6SqrdmBvJY/ZYRgPjbnII69q91/4WN8Pf+h78L/8Ag3g/+Ko/4WN8Pf8Aoe/C/wD4N4P/AIqgD5k8Aa/N+zL488a6P4w8Ma7daBrN6t3pWpadbiZHXc21CSwGcOARnII6cg1ofCfwHr3xN8V/FP4k6tol1oNl4s0qfSdIgvQUlZHRV8xh2GI057knGcV9Fn4i/D09fHXhb/wbQf8AxVH/AAsb4e/9D34X/wDBvB/8VQB8vfAn4nax4A+HN18G9Q+H/iW58ZWj3UVlBDbAwyeYzMGdyRtQMzfMAQQAQaxPhF4D8U6v+xZ8QfDsei6hDqsusLdW9rNbMkkyxrbOQqtgnIRgMdxivrz/AIWL8Pc/8j34X/8ABtB/8VR/wsb4e/8AQ9+F/wDwbwf/ABVAHyVcfE658S/spy/C7Q/Anim51zTtLgs9RkNniC3WKRMtuzuLHC4TaD83tVD4p+HfEE/7MXwasYNC1SW6tbuY3ECWkhkiBc43KBlfxr7E/wCFi/D3/oe/C/8A4NoP/iqP+FjfD3/oe/C//g3g/wDiqAPmP9pjwTp+gftDwfEbxb4JvvFfgjVLNYtQSzDl7aZI9gY7WGOEQjJAPzdxWz8ALf4ZeJfilZ6j8PPgjqGl6Xp0ZuB4jv7yaHypCpAVIizrITnH3umTgY5+g/8AhY3w9/6Hvwv/AODaD/4qmt8Rfh+EPl+OvCu7Hy51aDGf++qAPDdRsR4n/wCCgdncWqmSLwxoKtduOiOySbRn1/0hePY+leq/DL4k6r4v8e+LfDV94MvtFttBuGht7+Z2KXwEjpuUGNQBhQ3Bb71c38GR4A8E/wBu6xrHxL8Jat4m8Q3z3mp3yalAikZPlxIC5IRQeB7/AEr0P/hY3w9/6Hvwv/4N4P8A4qgDW8U6xD4f8PX2tXFnfXkVnCZXgsoDNPIB2RByxr5X+HHxcs/D3xg+I3i2+8CeP20/xLLYvYrFobGRRDEyPvBYAckYwTX0l/wsb4e/9D34X/8ABvB/8VR/wsb4e/8AQ9+F/wDwbwf/ABVAHF/tA+H9Y+IXwn0rUPDOnzXF3Z31nrcekXq+Q14kfzG3kVvusQ3Q9xiuQ8f/ABS1j4heCNW8BaH8IPGg17VrRrKWPVNPEFpZmRcGRpScEL94HAyQOlex/wDCxvh7/wBD34X/APBvB/8AFUf8LG+Hv/Q9+F//AAbwf/FUAeR+N/BPinwXJ8LPFmn6ZdeMx4J097DULCDDTuHhVDcQqfvMpHTrgL7mqHxA8Q6x8dY9F8JeGfAHirRreDV7e9vdb1qyFotisLZPlZJLSHkDH/6va/8AhY3w9/6Hvwv/AODeD/4qj/hY3w9/6Hvwv/4N4P8A4qgCb4leI7vwj4G1XxHY6Dea9cWMPmJYWn+smOQOODgDOSQCcA8Gr/hPVJtb8M6brFxpl1pc17axzvZ3IxLAWUEo3uM4rK/4WN8Pf+h78L/+DeD/AOKo/wCFjfD3/oe/C/8A4N4P/iqAPGfDGtax8DPEfi/T/EPgbxLr2l61rc2rWWt6LZi6aUS4/dTDIKspGBnrk4GK6P4Mab4i8Q/F/wAT/FbVPDd74V07UdPg02y0+9AS5uRG243EyD7p4CgHnBP1r0P/AIWN8Pf+h78L/wDg3g/+Ko/4WN8Pf+h78L/+DeD/AOKoA6ivnL4FQ+I/+E/+MF1oN1b/ALrxdNvtZo+Juv8AF2Ney/8ACxvh7/0Pfhf/AMG8H/xVeX/srXdrfeMvi/eWNzDdW03i2R4poXDpIpBwVYcEH1FVGXK7nPicOsRTdNycfNOzXz/pPqev+FNfh1y0k3Qta3tu3l3Vs/3o2/w962a43xan9heJtO8TQfJFPILS/A6MrfdY/TH6Cuyq6sUrSjszjyzE1Zc+HxDvUpuzf8yesZfPZ+afQKKKKyPUCiiigCh4h0bS/EGjXOja1Yw32n3S7J7eUZSRcg4P4gVwv/Chvg7/ANE80L/vyf8AGvSaKAPNv+FDfB3/AKJ5oX/fk/40f8KG+Dv/AETzQv8Avyf8a9JooA82/wCFDfB3/onmhf8Afk/40f8AChvg7/0TzQv+/J/xr0migDzb/hQ3wd/6J5oX/fk/40f8KG+Dv/RPNC/78n/GvSaKAPNv+FDfB3/onmhf9+T/AI0f8KG+Dv8A0TzQv+/J/wAa9JooA82/4UN8Hf8Aonmhf9+T/jR/wob4O/8ARPNC/wC/J/xr0migDzb/AIUN8Hf+ieaF/wB+T/jR/wAKG+Dv/RPNC/78n/GvSaKAPNv+FDfB3/onmhf9+T/jR/wob4O/9E80L/vyf8a9JooA82/4UN8Hf+ieaF/35P8AjR/wob4O/wDRPNC/78n/ABrqvE3iVdFvrSyXTbu/nuldo0twCfl68VR/4TC+/wChO17/AL8VqqM2rpHl1s6wVGpKlOfvR30k7aX6J9GjD/4UN8Hf+ieaF/35P+NH/Chvg7/0TzQv+/J/xrc/4TC+/wChO17/AL8Uf8Jhff8AQna9/wB+KfsKnb8UZ/29gf5n/wCAy/yMP/hQ3wd/6J5oX/fk/wCNH/Chvg7/ANE80L/vyf8AGr2vfEiHQdLk1TWfDusWNlEVDzzRYVSxAGT7kgVNpnj59T0+31DT/C2tXNpcxrLDLHDlXQjII9jV/U63J7Tl93a/S/a4f2/gP53/AOAy/wAjL/4UN8Hf+ieaF/35P+NH/Chvg7/0TzQv+/J/xpfFfxc03wqlo2vaBrNkLuQxwb4fvsMcD8xW3/wmF9/0J2vf9+KcsFXjCM5Rsns+jtvYP7ewP8z/APAZf5GH/wAKG+Dv/RPNC/78n/Gj/hQ3wd/6J5oX/fk/41uf8Jhff9Cdr3/fisiy+K2nXviG68O2mi6pNq1ou+4tEjzJGvHJH/Al/MUoYOtNNxje2r8l5h/b+A/nf/gMv8iL/hQ3wd/6J5oX/fk/40f8KG+Dv/RPNC/78n/Gtz/hML7/AKE7Xv8AvxR/wmF9/wBCdr3/AH4qPYVO34oP7ewP8z/8Bl/kYf8Awob4O/8ARPNC/wC/J/xo/wCFDfB3/onmhf8Afk/41uf8Jhff9Cdr3/fij/hML7/oTte/78UewqdvxQf29gf5n/4DL/Iw/wDhQ3wd/wCieaF/35P+NH/Chvg7/wBE80L/AL8n/Gtz/hML7/oTte/78Uf8Jhff9Cdr3/fij2FTt+KD+3sD/M//AAGX+Rh/8KG+Dv8A0TzQv+/J/wAaP+FDfB3/AKJ5oX/fk/41uf8ACYX3/Qna9/34q/4Z8SLrV7eWbabd2M9oEMiXAAb5s44/D9aTozSu0aUc6wVapGlCfvS20kr6X6pdEcp/wob4O/8ARPNC/wC/J/xo/wCFDfB3/onmhf8Afk/416TRWR6h5t/wob4O/wDRPNC/78n/ABo/4UN8Hf8Aonmhf9+T/jXpNFAHm3/Chvg7/wBE80L/AL8n/Gj/AIUN8Hf+ieaF/wB+T/jXpNFAHm3/AAob4O/9E80L/vyf8aP+FDfB3/onmhf9+T/jXpNFAHm3/Chvg7/0TzQv+/J/xo/4UN8Hf+ieaF/35P8AjXpNFAHm3/Chvg7/ANE80L/vyf8AGj/hQ3wd/wCieaF/35P+Nek0UAebf8KG+Dv/AETzQv8Avyf8aP8AhQ3wd/6J5oX/AH5P+Nek0UAebf8AChvg7/0TzQv+/J/xo/4UN8Hf+ieaF/35P+Nek0UAebf8KG+Dv/RPNC/78n/Gup8FeCvCngq0uLXwpoVnpEFzIJJktk2h2AwCfwq7qPiDRNPB+2apaQkfwmQFvyHNYknjiG6Yx6BpGoatJ0DrGY4vxY/4VpGjOWyPOxGb4LDvlnUXN2Wsv/AVd/gXfiRAtx4I1NW/gi8xT6FSD/StXQ5muNFsbhuWlto3P1Kg1zB0HxB4ikRvE91Fa2IYN/Z9qfv46b27/h+ldjEiRxrHGoVFAVVA4AHQVU7RgoXuzmwKq18ZPFuDhFxUVfRuzbvbotdL6+SHUUUVie0FFFFABRRRQAUUUUAFFIxCjLEAepqnc6vpNtn7RqdnFj+/Oo/rTSb2M6lWnTV5yS9S7RXP3HjXwtBnfrVu3+5l/wCQqm3xB8PE4tze3Xp5Vqxz+eK0VCo/ss86pnmW03aVeF/8S/zOsorkv+E2aT/j18Ma9N6H7NtH55oPibxDJ/x7+C776yzqn9KfsJ/00R/b2Bfwyb9ITf5RZ1tFckNX8bSf6vwpbRe8l8p/lS/aviA/3dL0SL/fmdv5Gj2L7r70H9tUn8NKo/8AuHNfmkdZRXJbfiHJ/wAtNAh/CQ0fZPiA3XVtFX2WBj/MUex/vIP7Xk9sPU/8BS/OSOtorkv7O8eN18Q6avutpnFH9l+Ov+hosv8AwCFHsl/Mvx/yD+1av/QLU/8AJP8A5MPEH/JSfDX/AFyuf/QK62vPRba1bfEXw+Na1KG+Zo7jyzHCI9o2HOcde1ehU66soq/T9WY5JVdWeKnKLi3U2drr93Ds2vxCiiisD3jyz9q3/kh+s/8AXW2/9HpXSfBX/kkfhP8A7BNv/wCixXPftTQzXHwT1iKCGSaQy22EjUsT+/TsK4X4f/HTSfDvgfRNBuvCPiqW4sLGK3keKzXYzIoBIywOOPSvq8PgcRjckjChHmaqN/8AkqPMqVoUsY3N2XKvzZ0f7UfiJvD9v4XZdE0PVPtN+0eNTsxOIuF5TkbTz1p/xb+JHi/w38WtA8I+G9P0++TU7VX8mcFXaRnkUfPnCqNoJ4PANcf+0rqj+LvB/gDXdO0zUI4rq+eXyZYT5sY+UfMFzjpWx8Vba5k/aq8BXEdtM8KWqB5FjJVfnn6noK9DBYOisPQVaCbUa10+8dv6RjVqzc58j6w/EksPHvxM8JfFjRPCvj9tGv7TXmCwPp8ZXySzbRgkAkBsZDA8HOa5rTvFOk+Df2lviHr+szeXbQWDbVH35XP2faijuxroPjtbXMv7QXwzmitppIo7iPe6Rkqv79epHSuTvvh7b+Pf2jPHGm6pHdwQi1ea0nVSqCbZEqEnGGA3E474rswUMHOl7aslCM6L5uVW2qJaLvYyrOqpcsXdqWl/Q9O8G+PfF/8AwgOsfETxpZ2VhoyQNPpunwRMJ3TPyF3J/iyAOBnOemK4tfHfxtn8JN8RYZPDCaMI2uF0kjMpgB+9nr0H94HHOO1QeCm8Q+Lfg34o+Eus2txH4g0eIrZmVWAnSOQFVDHg4ZQo55BX3riPDs/wg0/wzBp3if4fa9P4wt0MU9qrToZ5QcZ4f5c9/l49DVYfLsPGda9FSkppWjFSXs7XTV5RtfrLVpk1K9RqPv2Vt27e916Pbses/E34z6rpvw28JeL/AAzbWg/tqUrPDcxmQptHzKuCOQwIz3rvvhdd/EC/k1a+8bWNrp9vPJG+l2kTKXhiIbIcjnd93OT1z0rxD466ELH4UeBbTSvC93o0f9oyTHTjK9y9vvBbDMcnPOcds47V9S14GbRwuHwNNUKa9+VTV6ySjJW1Ta20vrpszuwzqTrS55bKPpqtQooor5U9IK5Lw5/yUbxP/uW3/oFdbXACHVrjxp4rj0W8htbox22Hlj3D7nQen1wa3oq6kvL9UeFnVR06mFmouVpvRbv93U2vY7+ivO/DGjePobe6WTWIrRzcFmM8YmaQ4HzBvT/Ctf8AsrxyeD4ptFHqLFc0SoxTtzr8f8hYfOq9WmpvCVE309z9ZJ/gdbRXJf2L40b73jCMf7tglJ/wj3it/wDWeNJR67LNB/Wl7KP86/H/ACNf7TxL2wk/vp//ACZ11Fcl/wAIvrzf6zxrqJ/3YlX+tB8HXcn+u8Xa83+5MFo9nD+f8GP6/jnthX85Q/Rs62kZlX7zAfU1yf8Awglm3+v1rXJv968P+FKvw98O/wDLVbyb/rpdOf5UctL+b8P+CH1rM38OHivWp/lFnSTX9jD/AK68t4/9+VR/M1z/AIo8f+FfDttHPfanHKsknlhbb98wOCeQvQcdakh8CeFIvu6PG3++7t/M1x/xY0LRtPuPB4s9MtYRJ4ht0k2xj5lOcg+oq6cKMpJXZdKeZuS9pCCj5Sk3/wCkouj41eBScC41An0Fk/8AhSTfGjwei5ji1ib2WxYfzxW9448LXWraOlt4f12XwxNHJ5jT2VtGzOoB+Q5HA78HtWL+znrGq698KNP1LWr+a/vXnuFeeUjcwWVgOnoAK6fYUXh3XjrZpNX11vbpbo+p3RdR+7LR+X/B/wAjJufjlo65+zaHqknoZEK/yBrMm+NtxM22DTFtVP8AFLBLJj8gP5V2Hxd8ceGfDumy6Jq3iqbw7qN/bM1tcw2rzPEM43gKpHUHrW/Fb3Gr+A7e307xBdRTXWnx+TqqRDzSSgIl2sMAnrg+tUqcIU41J07KTsm729drP5anFVwFSq7fWJr05F/7bf8AE8tPxNN0P9K8VXdoD1W10SQ/qwpv/CV+Brg51XxB4tv/AFVreVVP4AUz4UfFfRtB8M6la/EDxp9o1KDWrm2iadS8zRIVVTtQEhc5P517H4b17RvEmmJqehalbahaMSBLC+QCOx7g+xrbGUKuEk1KD5U7XWifo+U545Jg6n8W8/8AFKUvwbt+B5jpvjb4T6eQ1vpd4XH8UmnSSH82BrbT4xeCUUKv9pqo6AadIAP0r0Wob+8tbCzlvL64itraFS8ksrhURR3JPArznUhN6pt+v/APTw+EoYaPLRgorySX5HA/8Lk8F/3tV/8ABfJ/hR/wuTwX/e1T/wAF8n+FX9A+K3w917WF0nS/FFlNeO22OM7kEh9FLABvwNdVrX/IGvf+veT/ANBNXVo+xko1abi/PT9DdO+zIfDes2PiDRLbWNNd3tLkExl0KkgMVPB6cg0VzHwG/wCSSaD/ANcpP/Rr0VzVIqM3FdGNHcUjsqKWZgqjqScAVymo+JNQ1DUZtK8K2aXMsLbJ7yY4ghPp/tH/ADzTE8FvfsJvEus3mpv18lW8qEfRR/8AWq/ZJazdvzPHlms60nDBU3UtpzX5YX/xat/9upmhqfjLw3p7GOXU4pZB/wAs4MyNn0+WqH/CX6jef8gbwrqdyD0knAhT8zW/pmi6TpigWGnW1uR/EkY3fn1q/RzUltG/r/wA+rZnW/iV1BdoRu//AAKV/wD0lHI7viDe9I9H0tP9omVx/Sj/AIRnxFdf8hHxjeYPVbWJYh+YrrqKPbtfCkvkH9iUZ/xqk5+s2l90eVfgckvgDRpCDfXWp3zdzPdMc/lir1t4L8LW+Nmi2zY/56Av/wChE1v0UnXqP7TNKeR5dTd40I37tJv73qUrbSdLtsfZ9Ns4v9yFR/SriqqjCqFHsKWis229z0adKnTVoRS9AooopGgUUUUAFFFFABRRRQBx/iaWOH4i+G5JpEjQRXOWZsAfJ6mul/tPTf8AoIWn/f5f8ar61oOkay8T6nYpctECELMRgHr0PtWf/wAIN4T/AOgND/32/wDjW7lTlGKlfQ8GOHzHD160qMYOM5c2spJ/DGPSL/l7mx/aem/9BC0/7/L/AI0f2npv/QQtP+/y/wCNY/8Awg3hP/oDQ/8Afb/40f8ACDeE/wDoDQ/99v8A40rUu7+5f5m3Pm//AD7p/wDgUv8A5A2P7T03/oIWn/f5f8aP7T03/oIWn/f5f8ax/wDhBvCf/QGh/wC+3/xo/wCEG8J/9AaH/vt/8aLUu7+5f5hz5v8A8+6f/gUv/kDY/tPTf+ghaf8Af5f8aP7T03/oIWn/AH+X/Gsf/hBvCf8A0Bof++3/AMaP+EG8J/8AQGh/77f/ABotS7v7l/mHPm//AD7p/wDgUv8A5A2P7T03/oIWn/f5f8aP7T03/oIWn/f5f8ax/wDhBvCf/QGh/wC+3/xo/wCEG8J/9AaH/vt/8aLUu7+5f5hz5v8A8+6f/gUv/kDY/tPTf+ghaf8Af5f8aab7STIJDeWJcDAbzVz+dZP/AAg3hP8A6A0P/fb/AONH/CDeE/8AoDQ/99v/AI0fuu7+7/gi583/AOfdP/wKX/yBsf2npv8A0ELT/v8AL/jR/aem/wDQQtP+/wAv+NY//CDeE/8AoDQ/99v/AI0f8IN4T/6A0P8A32/+NFqXd/cv8x8+b/8APun/AOBS/wDkDY/tPTf+ghaf9/l/xo/tPTf+ghaf9/l/xrH/AOEG8J/9AaH/AL7f/Gj/AIQbwn/0Bof++3/xotS7v7l/mHPm/wDz7p/+BS/+QNj+09N/6CFp/wB/l/xry/xHdeMD4m8TTeBUsbmYpb+YzMGcDZ/yzB+Unr1ruP8AhBvCf/QGh/77f/GtHRdB0jRmlbTLJLYygBypJ3Y6dT7mrhUp078uvr6+pjLD5jiK9GVeMFGEubSUm/hlHrFfzdzg/Dc/xPbwXoj6fFpkt20cv286wZVmEnmtjgdsf0rqPBz+OWubj/hLIdDjg2DyDYNIWLZ53bu2K6ais5Vea+iPdsct4wfx8t/EPCkOgyWnlfvTftIH8zJ6beMYx+tTeDX8aM91/wAJdDosa4X7P/Z7OSTzu3bv+A4x710dFTz+7y2QzlPFsnxCXVFHhaDw+9j5Q3G+aQSeZk5+7xjGP1q34Nfxg0d1/wAJdFo8b5X7P/Z7OQRzu3bvwxj3roKKHP3eWyA5HxTJ8Rl1dh4at/Dr6dsXab1pRLu/i+7xitHwc3ixrW4/4SyLSY5/MHkCwLlSmOd27vmt2ihzvG1kBx3iaT4lLrMw8O2/ht9NwvlG8aUS5wN2dvHXOPauT8cN4naDwgfFcemR3n/CU2/liwLlPL28Z3c5zn9K9drzz40f8fPgv/sZLb/2atqE7ySshM3vGvjjwn4R8mHxJrlrp0tyjGFJckuB1IAB9a8u/Zf8deEbbwFpHhW4160j1qW6nCWjEhmLSsygHGOQR3r2vUNM03Udn9oafaXezOzz4Vfbn0yOKhtNB0O0uFuLXRtOgmT7skVqisv0IGa6qWJw0cLKjKMrtp3urXV7dNtdSWpc1zzL9ozxp4Pt/A/iPwtdazZrrr2JWK0IJkywBUZxgEjB61p/Df4meA5fBNhap4nsPO0vR4ZL1CSDCqIisTkc4YgcZ613l9ouj30/n32k2F1LgDfNbo7Y9MkUltoei2yyrbaPp8IlTZII7ZF3r6HA5HtVfWsK8LGg4yune91von020DllzXPnf4D+OPhpobeJrjXrq0tL681i4lhvZ7dmWa3LZVVbBxjJJHH3hXc/CJrPVPit4p8SeE7Z4PCd1aQxGQQmKK6vFJ3SRqccBeCcck16eND0VbUWo0fTxbh94iFsmwN/exjGeBz7VfjRI0CRqqKBgKowBW2MzSlWdSVOLTmrO8rq2nSy1076CjBq1znJvG2hRfEGHwM0lx/bE1qbpFEJ8vYM8bvXAJ9OOueK5X9ouyurrwvpNy1nPqGjWOrwXWs2cCFnmtlJz8o+8AcEj/CvSjbwG5F0YIzOE2CXYN4XOdueuM9qkrgoYmFCtCrTjtvd7vrbt5dimrppngnxT8Z/DXxd4Cm8O+Fkh1fW7lUj0u1srJllgmyNrZ2jywvfnpxXsccV7B4KWHUpRLex6cFuZB0eQR4Y/ic1ftrCxtp5J7eytoZZPvvHEqs31IHNN1r/AJA17/17yf8AoJrTEYqnUpxpU4tJNvV3d3byWmglFp3ZyXwG/wCSSaD/ANcpP/Rr0UfAb/kkmg/9cpP/AEa9Fclf+JL1ZS2LXwnATwxJBgCSG8mST13bu/4Yrrq4/wANN/ZPjjWdGk+WO9IvrbPfP3wPx/lXF/tg65rug/CaC68O6zeaPezaxaW32m1fa6o7EEZp4j42++p4+QPlwMKPWneD9Yu34qz+Z7JRXxR+0vZfFT4VTeF7fRvjF4s1m4164mt1SeURBGXywuCD3Mnf0qkfAv7Z/wD0HNYP/cfg/wDi6xPZPuSivnr/AIVT4ytIbKPWf2jvFGn31xGp+zyzRAlyBlVy/wA2CccVPqPwl8V6aYhqP7SfiqzMpIj8+SOPefQZfnqPzoA9+or518S/DnWfDMKTeIv2ovEOkRyHCNe3EUIb6bnGav6d8H/GGpWcd7p37R3i68tpBlJoGjkRvowbBoA97or5u1DwLfafrK6Lf/tV63a6k/3bSa8gSU/8AL57itTUvhJ4s02NJNR/aS8V2aO21GuHjjDH0BZxk0Ae+0V4HqPwi8Xabbi41H9pDxZZwltokneONSeuMl8Z4NeWePZfEvhT4w+Hfh6/x08X3Y1hEaXURexIlnuZlw689lB5YcMKAPs+ivnjWvhnr2i6ampax+094k0+ycbkuLmeKONhjOQzOAeOeKk0D4XeJPEFiL7Qv2mfE+qWpOPOs5YpU/NXIoA+g6K+IPglceNfGo8ZXHif4+eIfDVj4dvktVuZbpFSTcZRlmdgAf3fT3NekeLfh5400z4b614x0j9obxXqsNhplxfQGKRGin8uNnA3qx4O3GRQB9L0V8k/s++FfiN8Tfhfa+Mb745eL9MkmmmjaGNg6KI3K5ySPTNdLo/gW+1nVJNL0j9qzW9Qv4jh7a2vIJJFP+6rk0AfSNFfI3xd8N/ELwhr3hbwrovxx8Y6r4j8SXywW1tIwRIoAf3kzkEnCj88H0rurj4S+K7a9jsbj9pPxVDdyLuSCSSNZGHPIUvkjg/kaAPf6K+cdO8AanqVne3un/tUa7d21iSLuaG7hdLfHXeQ+F6HrVrw/wDC7xH4h08ahoP7TPifVbMnAns5Ypkz6blcigD6Eor5s1fwTd6PqiaXq37V2s2F+52rbXF7BHIT6bTJmt5Pgr46eNZE/aF8aMjDcGCoQR653UAe60V83ab4Fv8AUtYfR9O/ar1u81JDhrSC8geUH02h815/8QNP+Jfhj4/+E/hnH8afFtxa67brNLeO4V4cvKuAucH/AFY/OgD7Ror500L4d6vr13cWmiftSeINTuLY4nitLmGV4/8AeCuSOtU/il8NviH4O+HWv+KYPjx4zu5dLsZLpIX2qshUZwSG4oA+l6K+T/gf4R+IHxA+Emm+OtT+PHi3SftQnaWMOpjiWOV0zuZhxhM81v6D4FvtevpbDQ/2q9b1O7iJEkFpeQSuuOuVVyaAPpGivAJ/hN4qt75bCf8AaU8VRXbrvWB5I1kZcE5Cl844PPsaqaB8OtY8QT3EGhftReIdUltjidLO5hmaM/7QVzigD6Kor518Q/DrWfDrwR6/+1F4h0p7hgsK3lzDCZCeMKGcZq3b/CbxVcXz2Nv+0p4qmu0Xe0CSRtIq8clQ+QORz7igD3+ivBr34OeNLG2e6vf2i/GFtAmN8sxREXJwMktgcmsm98BajY3NnbXn7VWuW896A1rHLeQK04PQoC/zDg9KAPo+ivB7v4NeNrO2kurv9onxjbwRKWkll2KiKOpJLYArH07wJf6jpz6jYftV63dWSS+S1xFeQNGsnPylhJgHg8e1AH0hRXgE3wn8VQ3UNpN+0p4pjuJ13QxPJGHkHqoL5I4PSqOm/D/VNSgvZ9O/an167isCftjw3ULrb467yH+Xp3oA+jaK+evD3ww8ReIrD7foH7TXibVbXcV86zmimTPplXIzXF/CXw38QvFviPxV4T1r44+MdK8ReHL4wz28bB0mgP8Aq5kJIOCOo7ZHrQB9c0V4YPgl49PT9oPxr/3yv/xVH/CkfH3/AEcF42/74X/4qgD3OsDxt4T0vxdY29nqrXSJbzieNreXy2DgEZz+Jryv/hSPj7/o4Lxt/wB8L/8AFUf8KR8ff9HBeNv++F/+Kpxk4u6A67/hT/hn/oJeIv8AwZNR/wAKf8M/9BLxF/4Mmrkf+FI+Pv8Ao4Lxt/3wv/xVH/CkfH3/AEcF42/74X/4qtfrFX+YVkdd/wAKf8M/9BLxF/4Mmo/4U/4Z/wCgl4i/8GTVyP8AwpHx9/0cF42/74X/AOKo/wCFI+Pv+jgvG3/fC/8AxVH1ir/MFkdd/wAKf8M/9BLxF/4Mmo/4U/4Z/wCgl4i/8GTVyP8AwpHx9/0cF42/74X/AOKrG1/4c+INB1TR9L1b9pLxla3etXJtdPjaMEzSBdxUYPHHc4GSB3o+sVf5gsj0f/hT/hn/AKCXiL/wZNR/wp/wz/0EvEX/AIMmrkf+FI+Pv+jgvG3/AHwv/wAVR/wpHx9/0cF42/74X/4qj6xV/mCyOu/4U/4Z/wCgl4i/8GTUH4PeGSCDqXiEg9QdSb/CuG+AreK9F+PHjrwPr3jfWPFNppWn2UtvLfvyGlXexC5IHXH4V79R9Yq/zBZGb4X0Sy8O6Da6Lp3m/ZbYFY/Mbc2CxY5P1JorSorJtt3Yzl/iFp7vYRa3ZSeVqOmN5sLBSd47oQOTmvBf2lPEt5rXwagttVhaG9i8R2LjMZUOhkbp9On5V9RV4Z+21/ySGw/7GGw/9DNa+1Xs+Rr0Z48ssnHHrF0qnKmvejbST2vvo7W1t0PP/wDgoVFdT6l8MYbGcW91JqVysMpGRG5a3Ctj2ODXTxfDP9phZlaT45WLIGBYf2coyM8/8s66f9pr4N6r8WT4Zl0nxFBok+hzzTLJJbmUsz+XtIwRjBj/AFrlz8Iv2hf+jgH/APBd/wDXrE9g6/8Aav8Ah3o/jv4VX1ze3UGnalokT31hqEjbRCyLllZuyMBg+hCntXg/7Ms978ffina+KPiDqVref8IZp8CWWmZ5nlyf9IZT1+YBmPdtg6DFe5fGH4V+NfiF8OfD/gqXxxDaW8EcP9u3RtmaXUXRVBIwQFBIZsHqdvpWXe/s/f2F8UPDvjj4Y6vaeGzptrHaXtlJbs8V7EoC/NtI5ZBhie4VutAHz/Ffw+Ofj/4/1fxh8M/E3xCjsLtrG0srAuEsY1kdF3hSCMhOO2dx611nwVufG3w1sPivdWvgzxR4c8LrpE+qaLBqsDYtrhAAFDHgnDZ9xGM9K9L8Z/BLx1pfxK1bx98HfGtn4evdbGdSsr638yCR85LD5XHJy3K5BJwcHFdX8L/hh4j07TPEP/CyfHGoeL73X4nt7mAyulnbxMCGWKLO1Sc9QBjAAA5yAeJ/s/fAXwP8Rv2eT4i8QRyy+Jtda7k/teSZ2e1kErorBdwVuU3HPXJ59M/9sPw5feEf2e/APhvUPETeIZbDVmhW/aLY0iCN9oI3N90YXr0ArqoP2evi9ofh/UPAHhb4qWMHgW/aUSQ3Nnm5SOT7yDCnqM52uoPJwMmu38f/ALO+i658BtJ+Gej6k1lLo0i3FlfTR7i83zby4HZy7dOnHXGKAOW/4KH/APJCNH/7Dtv/AOk89ecfF3wR4Vu/2n/hhp9xo8Ulr4i060m1aMyPi5cl1JPOR8qKPlx0rvfGX7Pnxa+Ifg200rx98VbO6uLGdGtIYLL/AEdUCspZyFRpJD8uCeg3dc113xl+A2qeM9a8K+JvDvjI+H/EHh2yjtIp/s3mK2w5Vh8w2kEt65z7UAcJ+0JY/C1fi94d0PVdP8VeLbzSNKS2s/CGjwGSCOIKdhdtwYEjaeCThVzxXP8A7IzNpf7VvjDRbDw/eeFNNl0l5jok8xka3IaAoGJJ5xIx9t+K9L1f4KfELTfitafErwX4w0Ya5caXDY6w2q2rukzrEkbzIF/veWrbeMHPPOK0/hZ8EfEXhH44an8StX8ZQa9Nqtk8F2Hs/Jcu/lklcEqFBjAC9lx6UAeKfslfDPwl8QvFnxGk8YWL6pa2OpqILJriRIg7vNmQhGGWAXAPYMaf8NRN4Um/aG+GenzXUvh7TtGv57NJH3CBlR1xn1KsAfXy67jw3+zv8UfA2qeINf8AAHxPsLDU9VuGYwTWG63kjLM2H3B8MC3DBT1PrXWfDP4B3Xhn4feOLHWPEY1TxX4ytZ4b/U2QmNC6OBgHlvmkZieM+gxQB853viXVND/YP0DTdMknhXWdfuLW6ki4JiDO5TPbcVH1AIqXxn4Lc+GtJb4c/Ab4heG/FGmTwzRasySOZSo5LjnknBG0Dn24r6F0r9nW0f8AZ0X4T69rSzzw3cl5balbwbfJlLllYKTyMMVIzyCelZFj8I/j/fpY6B4j+NKweHLN4wJNJjaG+ljUY2mQKrA44yXb1OaAOf8AB+qX/ib9uXTp9esp7a707wnCywXCbWhlktkdxt7ENPID7g1S/aH0Sw8SftueAdD1VJZLG80mOO4SOVozIm+6JXcpBAIGDg8gkV1vxZ0z/hXf7S/gP4lkyf2FqMA8P6ncSsX8lypWJ3Y885XJP/PM5612fjT4Q3niD9ojwx8U49at4LbRbRbd7JoCXlIM3IbOB/rR27UAfP1j8MvB0P7a1/8ADmDTpofCdxYLPPpcd1KsUxFusoVyG3Mof5sE9RXSfs0Wtl4L/am+KfhTSJTp/h20sZJ1hZyyQ+XJFtbLf3RI457V67H8Ib1P2m5fi9/bVubV7L7N9g8g+YD5IjzvzjtnpVHQPgdJafGDx94z1DW4rjTvF2mz2DWcUJWSFZfLyd+cHhD270AfMmoab8NNQ8GeNLzwz4I8bfEC/f7VcP4svkMEFowQsZNwbDAEF8MNxzj0rpm8Za5pH/BPSwa2vLkTXuoyaT5yn5o7cyyErnsNqFPo2K9H8I/AT4o6J4C1f4Zp8QtFtvCF5522W309mvZBIOUYsQqKeM4LHBIBFdR4a+AMMf7Ok/wi8R6xHdKZ5J4L+1hKmJy/mI21jyQ2QRnkccUAcs37LvgbUPhj4am8O30nhjxHDFbXZ11WeWR3KBmypkVRknIxjGBXJ/tG+H4/EH7Wvwx8OaxezzR3WjwQXk9uxhacebcb8EHKh8EHB6Mea6OT9n34teI9L0vwX47+KFlfeCNMliMdva22LmaOMYVWYqCMDgEs+OvavQfGPwYl1j45eC/iBYatbWWn+GbOO0GnmAszqjSEbWzgDEgHTtQB4v8AErwb4d+Ff7V/wrXwFYHRYdTnjiu4opnZZFaby2+8SeVYgjOOBX0R+0p/yQLxx/2Brj/0GsT4sfCG88bfF/wP46g1q3s4fDUySyWzwFmn2zCTAYHA6Yrufij4al8Y/DvXvC0F0lpLqljJarO6FljLDGSB1oA+U9HuPCa/sG+GLHxh4i1bR7C7vp1EelxLJcXjC5nIhCsQCP4jkgfKK8+8ew6NoXjj4bat4L+GfiHwDH/aaLHe6k7JLqG14fmCFjjAY5PQ78dq9/8AEH7NN/ffArwr4ItfE1qmu+GL2a7tL1oGEEpklZyrLkkdV55+705pfHfwL+J3xDvfDeueMviBoranotyJYrOz051tFGVY4JYOzsUGSQBgDAoA4349+HrHxV+3P4O8P6m1wtjeaOi3AglMbPGBdMybhyAwG047E1D4t8I6D8Lf2zvh1ZeBLNtGtNTt0F1BFM7I4d5Y2HzEnBUDjPUA17X4o+EF7rH7SPh74sJrVvDbaTZC2exMJLyHbMMh84H+tHbtS/Ef4Q3viv47eD/iRDrVva2/h+NEktHgLPNtkd+GBwPv46dqAPGPhd4R0L4zftK/FG++IljNqaaLci0sbKeZ0SOMSyRrwpBwFjGO2XJ6mm/s7+H7Pwr+3B408PadNPNZWWkSx25mlMjJHm1Kx7jyQoIUZ7KKf8VrXwXpv7QWuXvhr4raj8MPE0sanVvtdkfsl2GCkvG24AlhhsEEEgkEHNVv2QtNs7v9qPxrrnh/V7zXtFtdNaBtWudxe7mkeEtISf7zxysB6UAe1/tof8m0eLv9y2/9Koa8Y0X4I+A9T/Y+bxhfWc0/iMeH5dRj1KS5kLxtGrMkarnaEAULjHT3r2f9tD/k2jxd/uW3/pVDXjfgH4S/FjxZ8CPDmi+HfiZBZeDdZ09ZL2xu7bdNBuJLpG6ruaMnJ2llxkjkUAcb428YeIfFP7Mvwl8O6le3q22savLYX90W5miglWOMMx68PnnqY8nOK3f21vhB4H+Hvwy0fU/B9jLpbyalHaXMK3MjpdDypGWRwxI3qVOCMffNen/tBeA/hp4U/Z10Xwr4km1ey0vSZo47HVLK186W3uCGJldQQNrktkZHJGCDivnL45La6r4Q0PTF+M1z8TPEEupRwadaQowjtoCrAllyS0jMYhzzwevNAHpfxz0iz1/9pz4P6NqIlazvNDtIp1ilaNnQvLuXcpBAI4OD0JrPl+GPg6z/AG10+Hdnp01t4Vv9OE13psV1Ksc22AyhGO7cV3orYz1Fe6eKPgxqGufGDwF4+Gt21vH4ZsYLaa0MJZpihckhs4H3/TtVy5+EN7L+03bfF4a1bi1hsjbGw8g+YT5LR535x/FnpQB5J+zlplp4N/bM+IPgvw6r2egppxlS03llUhoGXk5PHmuB7Gtq+um0f/gobZxWcbBda0DZd7OjYichm/78J+leg+D/AIQ3mhftGeJfirJrVvNbazZm3SxWAh4ifJ5LZwf9Ue3euR+EdkfHv7U3jT4oRjdomixDQtMmH3Z5VAErKe4GH5/6aCgD0T4U/CXTvh94v8WeI7PWb++l8S3P2iaG4ChID5kj4THbMhHPoK9FldY4mkd1RVBJZjgKB3Nec/CjwL4u8K+L/FmreIvHF34gsdYufN0+zmeRlsE8yRtih2IHDqPlA+6K7fxPo9r4h8OaloN80q2uo2slrMYn2uEdSpKnscGgD5B8X/GDW9PvNQurf9oy2u760EzwWOn+EfMsZGXJWIze+AN3IGevevqb4R+J5/Gfwz8PeKrq3jt7jU7GOeaOM/KrkfNjPbIOK8kg+B3xMh8IzeB4vjH9n8LJZNaW1rbaFBFK8ZQqFkkHJHTcRksM9M16D8A/BPin4f8AgqPwz4j8T2muwWgWPTvIsRB9nhA+6Tkl+e559z2APQ68v+OfjjxDoV/4Y8GeC0sh4n8VXUkFpcXgJhtIo03SzFR94gEYH8+h2vB/hPxPo/xD8UeIdU8bXuraRqpjNhpMseI7HHXac/hwBnq2TzR8XPh3ZfEDTLAf2pe6LrOlXP2rStVsz+9tZcYPB4ZSOCvegDzDxdf/ABf+DOmR+NPEfjyz8ceHI7qKPV7SXS0s5beOR1TzIWQnOCw+U+vTuL19q/jbR/2rPDGjS+NrjUvDHiO0vLyPTDZxRpbLHCxVA4G5+cHJwfXNWV+DfjXxNfWcfxT+KE/ibQ7G5W4TSrXTI7OO5ZDlDOU5YAjO39a6T4vfDXUvFeu6F4s8KeJz4a8UaEs0dpdtaLcxPFKu10eNuPoe2Tx6AHGWl98QPDn7VWjeFtW8fXOu6Frdje36WT2EUC24XdsjyvLbcDnjPpXK/tQ+GPGVx8afh5Na/EK4tYNT1kxaVCNNib+yZAibpFOR5ufRsfWuos/gl8R4vipoHxAvfi1/ampWKGK6+1aUgQwsfnihjVgqAqSM9cnPtXoHxm+HMnjy20W80zXZNB17Qb0X2l36wLOscmMENG3DA8fl+FAFn4V+F/GfhqC+Txf8Qp/GDTsht2l06O1+zgA5A2E7s5HXpiu2rzT4e+B/iBp3iOHXvHHxSvvELwwvGmn21jHZ2eWH3nVfvkdicYr0ugDwfwLeWlp+2H8ThdXUMHmaXpip5jhdx8peBmveK8A8KaRp2sftcfFG31K1juI/7J0zbuHKnyl5B6g16Zo0134W1+Hw/fXElxpl5n+z55OWjYf8smP8vw/DWMFKOj1PLxGOq4WulWivZSaSkns3tzLs3omnva/c7Oiiisj1Arx79rrw94g8S/CmGy8M6PPq9/Dq9rc/ZoSAzIjEnk8V7DRQB4d/wuD4r/8ARu+v/wDg3h/+Io/4XB8V/wDo3fX/APwbxf8AxFe40UAeHf8AC4Piv/0bvr//AIN4v/iKP+FwfFf/AKN31/8A8G8X/wARXuNFAHh3/C4Piv8A9G76/wD+DeL/AOIo/wCFwfFf/o3fX/8Awbxf/EV7jRQB4d/wuD4r/wDRu+v/APg3i/8AiKP+FwfFf/o3fX//AAbxf/EV7jRQB4d/wuD4r/8ARu+v/wDg3i/+Io/4XB8V/wDo3fX/APwbxf8AxFe40UAeHf8AC4Piv/0bvr//AIN4v/iKP+FwfFf/AKN31/8A8G8X/wARXuNFAHh3/C4Piv8A9G76/wD+DeL/AOIo/wCFwfFf/o3fX/8Awbxf/EV7jRQB4d/wuD4r/wDRu+v/APg3i/8AiKP+FwfFf/o3fX//AAbxf/EV7jRQB8+eJPiH4+8SaNPo2vfsy6tqWn3GPNt7jVIXRsHI4KdiAavw/Fv4qQwpDH+zrr6oihVH9sRcAdP4K90ooA8O/wCFwfFf/o3fX/8Awbxf/EUf8Lg+K/8A0bvr/wD4N4v/AIivcaKAPDv+FwfFf/o3fX//AAbxf/EUf8Lg+K//AEbvr/8A4N4v/iK9xooA8O/4XB8V/wDo3fX/APwbxf8AxFH/AAuD4r/9G76//wCDeL/4ivcaKAPDv+FwfFf/AKN31/8A8G8X/wARR/wuD4r/APRu+v8A/g3i/wDiK9xooA8O/wCFwfFf/o3fX/8Awbxf/EUf8Lg+K/8A0bvr/wD4N4v/AIivcaKAPDv+FwfFf/o3fX//AAbxf/EUf8Lg+K//AEbvr/8A4N4v/iK9xooA+bPGHibxL4wEf/CUfso3WrtGMRvdX1u7oOuA3l5A9s1oeHfiD478OaeNP0D9l/UdKtAd3k2moW8SE+pCxjJ96+g6KAPn3xJ8RPiB4k0W40XXv2Z9Y1HTrkKJrafVYWR9rBhkbOxAP4VJofxK+I2h6RbaRpH7NetWVhaxiOCCLVoQkajoANnSvfqKAPBtR+KXxL1KylsdQ/Zs1i7tZl2ywz6nA6OvoVMeCK5rw3qmreG9TOp6F+yI+n3u4sLiG7thIpPXafLyv4Yr6eooA8O/4XB8V/8Ao3fX/wDwbxf/ABFH/C4Piv8A9G76/wD+DeL/AOIr3GigDwyX4ufFSWJ4pP2ddfZHUqw/tiLkHr/BWf4a+IXj7w1o0OjaB+zLq2m6fBny7e31SFEXJJJwE6kknNfQdFAHh3/C4Piv/wBG76//AODeL/4ij/hcHxX/AOjd9f8A/BvF/wDEV7jRQB4d/wALg+K//Ru+v/8Ag3i/+Io/4XB8V/8Ao3fX/wDwbxf/ABFe40UAeHf8Lg+K/wD0bvr/AP4N4v8A4ij/AIXB8V/+jd9f/wDBvF/8RXuNFAHh3/C4Piv/ANG76/8A+DeL/wCIo/4XB8V/+jd9f/8ABvF/8RXuNFAHh3/C4Piv/wBG76//AODeL/4ij/hcHxX/AOjd9f8A/BvF/wDEV7jRQB4d/wALg+K//Ru+v/8Ag3i/+Io/4XB8V/8Ao3fX/wDwbxf/ABFe40UAeC/Ai18aan8c/HHjrxR4Iv8Awrb6tp9lDbw3Myy5aJdpwy4z0z0716v8R9P+3eFLmSPi4tMXULDqrJzx+Ga6OsPxfrml6Xpc8V5cKZpYmSOBOZJCRgAL/WtKPNzrl3POzdUXgqsa8kotNXfp+fYv6DfDUtFs78Y/fwrIQOxI5/WiqHgG0ubHwfptreRmOdIvmQ9VyxIB98EUUqiSm0jbAVKlXC0p1FaTim/VrU3KKKKg6wooooAKKKKACiiigAooooAKKKKACiiigAooooAKKKKAOP8AGU2qzeKtG0jTtVl05LuOYu6IG5UZHBp//CNeJP8Aod7v/wABE/xqLWri3m+Jnh1IZ4pGjjuQ4RwSp2d8dK7KumU5QjFLt2XdnzOFwVHHYnEzqSk7TsrTmklyQdrRklu2cl/wjXiT/od7v/wET/Gj/hGvEn/Q73f/AICJ/jXW0VHt5+X3L/I7v7Cwf9//AMGVP/kjwrR/EXjC++Omq/DpvEciW1ja+et2IQXc7ImwVzj/AJaH8q9I/wCEa8Sf9Dvd/wDgIn+NeVeFP+T0fE3/AGDf/aVvX0C7bUZsE4BOBXs51GNCdFUopc1ODei3a1Zy4XJ8NUUnJz0bX8Spsv8At44fU7DUNLCf2l8SRZeYcJ9ojij3H0G5hmrUXh3xDLGskfjq5dGGVZbVCCPUHNeLfBXwnovxgvfE/jDx5Dcanc/2gbe3hed41t4woYABSMYDAY6ce9O+GOonwzqPxO+H9x4hutP0DSYZZLS+fLtYqW2Hb7/MuAO4yOa7q2TKPtKUKl6lPl5lyK2rS91q7dr9tehhDAYV8snGXLK9v3tTp3949YFvcnUf7NHxQiN7/wA++IfN/wC+d2avy+HvEEUbSS+OrmNFGWZrZAAPUnNfJ3irTfA8PwzN14X8M+KLu9gmRn8TXcLQQtmTGMbyuTkAYGc85r0f4ya1qmsfDf4WeG5724SPxGtt/aE6nmT5YlwT35kLYPUgV1VeHH7SlGnU0lJxfNFJrlXM3ZN9Nk7PuZxwmE5ZOSlok9KtTq7fzG/8Z/F+v+CfCFl4g0HxlFrqXF99kbaEKL8jsfmQnnK4xXoM2l6xa6al/qHxBezhKBmkmhjRFyM9S2K8K/ag+G3hrwP4K0q68MxXFlFNfCG5gNw8iTMInKyEMThhhhkY4Y074qalH4g+OkWg6/oeveINE0fT4iml6WhZ5HaJWMhAIO3L4LA54ArWnlGHxeGoyw8tP3jk3FczUXFJWva93prbqxSwFCnOUail0SXtKltb9ea57vp+kavqFstzp/xDe7gbpJBDG6n8Q2KZc6bqVtA1xcfEfyYUYK0kkcSqpPABJbAJrx/4N2+oaH8bk/4Rnwb4t0Hwnqlu0dzb6layBIpVVmDbjkAZUAEnPzEelYn7P/w+0nx1rXixtbur0Wen6qssdrBJsV5i8mHY45wAQB/tGuSpktOj7SpUrWhBRl8MW/ebVmk7Jpru0XHAYaXLGMZXba/i1LadfiPob/hGvEn/AEO93/4CJ/jR/wAI14k/6He7/wDARP8AGutor5T28/L7l/ken/YWD/v/APgyp/8AJHJf8I14k/6He7/8BE/xpvgubVYvFGt6TqOqy6itokJjd0C/eBJ4H+eK6+uL0u8tbHx94puLy4it4VjtsvIwA+5WkJyqRkmunZd0cGKwdDL8RhqlOUknNp3nNq3JN680mt0mdpRWBpnjDw7fpLJHqdvCschQefIsZfgcgE5xzVtvEnh9Rk63p3/gSn+NYOlNO1j2YZng6kVONWLXqjUorGbxV4bU865YfhMDUbeMPDC5zrdnx6Pmn7Kf8rB5pglvWj/4Ev8AM3aK55vG3hVc51q3P0DH+lQyeP8Awmn/ADFQ3+7C5/pTVCp/K/uMZZ3lsfixEP8AwKP+Z09FcmfiF4c/5ZyXkv8AuWr/AOFJ/wAJ5p7f8e+k61Of9izP+NP6vV/lM/8AWDLOleL9Hf8AI62iuS/4TC8k/wCPfwjrr+m+EJQfEXiiX/j38F3A95bpV/pR7Cf9NB/b2CfwuT9ITf5ROtork/7Q8eS/6vw/plv/ANdbvd/6DSeV8Qp/vXWh2g/2UdyPzo9j3kvvD+2Yv4KNR/8AbjX/AKVY62iuSOheMJ/+PnxgIh6QWaj9aT/hC5Zv+P8A8Ua5ceqrPsU/gKPZwW8/zF/aGMl/Dwsv+3pQX5Sk/wADqppoYV3TTRxj1ZgKy7zxR4dtM+frNkCOyyhj+QzWbD8P/DKtumtZ7pvWe4dv6itWz8N6BZ4Nvo9khHcwgn8zRakurf4Bz5tU2hTh6ylL8FGP5mRJ4/0RmKafDqGov2FtbMc/nimf2/4svuNN8KG3U9JL2YL/AOO9a62NEjXbGiqvoowKdR7Smto/e/8Ahg+o4+r/ABcTb/BFR/GXOzkDoni7Ux/xNvEaWUR6w6fHg/Teea09C8KaLo8v2i3tjNdd7idvMkJ9cnp+FblFKVabVtl5GtHJsJTmqsk5zXWTcmvS97fKwUUUVkeoFFFFABRRRQAUUUUAFFFFABRRRQAUUUUAFFFFABRRRQAVx3iG7vtf15vDOk3D21vAobUbpPvKD0jU+p/z0NdRqt2thpl1ev8AdgiaQ++BmsH4aWbQ+Gkv5/mutRdrqZz1JY8fp/Otqfuxc/u9TxcycsTXp4GLspJynbR8qsrX6czf3JmO2h6bofxA8NwabbiINFcb2ySzkJ1JPXrXf1xvjQahbeLdE1az0q61CO1jmEiwLyCwwOfxqT/hLdX/AOhL1f8AT/CtKkZ1Yxlvp382efgcVhMsrYijKLiue6ShK1uSC0smt0zrqK5H/hLdX/6EvV/0/wAKP+Et1f8A6EvV/wBP8Kz9hP8Apo9H+38D/NL/AMAn/wDInnvi74T+PJ/ixqvjrwj4t07R5b1FjXfAXdUEaKwOVK8lM10Xw/8ADHxa0zxPBeeLPHtnrGlKjiS1jtVRmYr8pyEHQ89a6D/hLdX/AOhL1f8AT/Cj/hLdX/6EvV/0/wAK9irmmMq0VRnGDSjy35Y3slZa7nLHM8ujPmjKe9/hqW+7lOAufhj4/wDCXiPVL/4W+JNNs9O1abzp7HUItwhck5KHa2RycdOOOcVPpfwRZfh/4n0zV9dN54i8SMst5qOw7FdX3ooHUru6+uegwBXcf8Jbq/8A0Jer/p/hR/wlur/9CXq/6f4VUs4zBxVmk9LtKPM+W1rvray/USzHLL7ytrpyzsr72908xu/hV8Ttb+GcXgXV/EXh2z06wWNLUWsEjNcBCNvmscYAHPyjJIGa6Lxl8JbrxF8KfDvh06nDaa74fiiFpeR7jEXRQpz3AIAPqCB1rrP+Et1f/oS9X/T/AAo/4S3V/wDoS9X/AE/wolnGPcoyjyx5ZOSsorV6P1v1uCzHLLNNyd1b4Z7f+AnlPjL4RfFPx7oFrD4t8Z6S91aTZghigIhClSGdiqgs5+XHGAM+tdT8Qvhj4huPF9j448C65baX4ht7UW063KFobhQuBng9sDkdh0Irrf8AhLdX/wChL1f9P8KP+Et1f/oS9X/T/Cm85x942UVGPMuVKPLaVrprqnYP7RyzX3pXdteWpfTb7JifDnwt8RofEb+IPHvjEXjCHy4dM08lLVTjG5hgBj6cdec8Uz4HfDjUvAFz4kl1DULS8GrXazxCBWGwAucNnv8AOOnpW9/wlur/APQl6v8Ap/hR/wAJbq//AEJer/p/hXPVx2LqRqQtFRnZNJRStF3VreZcc1y6Li+aV1f7M+v/AG6ddRXI/wDCW6v/ANCXq/6f4Uf8Jbq//Ql6v+n+FeZ7Cf8ATR0f2/gf5pf+AT/+ROurh7DTbHVPHnii11C1iuIilt8rrnB2dQex9xVr/hLdX/6EvV/0/wAKZ4KGoXHirXNVvNKutPjukgEazrydoIPP+etaQhKnGTfbv5o8/GYzDZjiMNSgnJKbbTjJK3JNa3SW7Rc0vwN4bsY5Yzp8V0ryF1NwgdkGB8oPpx+tXF8K+G1ORoen/wDfha2aKxdao3dyZ7FPKMBSioxoxSX91GUvhvw+owui6eP+3df8KkTQtFXG3SLAY/6d0/wrRope0l3N1gcLHanH7kVE0vTExs06zXHTECj+lTR2ttH/AKu3hT/dQCpaKnmfc1jRpx+GKXyECqvRQPoKWiikahRRRQAUUUUAFFFFABRRRQAUUUUAFFFFABRRRQAUUUUAFFFFABRRRQAUUUUAFFFFABRRRQAUUUUAFFFFAGB8RNw8E6rs5PkH8sjP6VoeHdn/AAj+neXgp9lj249NoqxqFrHe2M9nMMxzxtG30IxXM/Dy+kt4JvDGoELf6Ydi5/5axfwsPbH9K2XvUml0Z4tWSoZrCc9qkOVP+9Ft2+abt/hOtoorxj9qLX/GGkjwNpPg3xI/h+71/wARRaZLdrbRz7UkUjO1wQcHB4x061ie0ez0V4X/AMKy+PX/AEcM3/hMW/8A8VXzv4g+Knxs0X43S/De7+LFwIYtUi0+TUxo9thd5UCQx7egLDjd+NAH35RXx7+0TqHxw+D/AIXsNXm+N02sz3139nitU0C2hOAjMz7vm4GB271q/Ay0+O/xQ+HNn4wj+OMmlC5mlj+zN4ftptvluVzu+XOcZ6UAfVtFfP8AZ+B/jNeXUtrZ/tMWtxcQnEsUXh+0d0P+0A2R+NWz8NPjwGCn9oggnoP+EZtv/iqAPdaK8BtvAfxqukme2/aVt5kgYrM0fh21YRkdQ2G4I96fYfD/AON2oWy3Vh+0jDdwNnbLD4ctXQ/QhsUAe90V4DqHgT41acIzqH7S1taCRtqGfw9apub0GW5NWR8NPjwUDj9oglSMg/8ACM22Mf8AfVAHutFeCTfD743wywxTftIxRyTsVhVvDlqDIQMkKN3JwCeKmX4Z/Hlhlf2iCR6jwxbf/FUAe60V4Uvw0+PLfd/aIJ+nhm2/+Krm/Eq/GX4d+Pfh9Frfxek8Safr3iGHT7m1GiwWw8skFvmGTyMjjH1oA+maKKKACiiigAooooAKKKKACiiigAooooAKKKKACiiigAooooAKKKKACiiigAooooAKKKKACiiigAooooAKKKKACiiigAooooAKKKKACiiigArn/Ffh5tTkh1HT7j7Fq1rzBOBww/uN6iugoqoTcHdHNi8JSxdJ0qqun96fRp9GujOJPjptKtpIPEmmT2eoRLlQozHcf7jdPz/OvNv2h9WsNa1r4O3unziWI+OLMH+8p9COxr3HXNJstZsTZX8bSQFgxUMVzg56jmvDv2jNH0vSPEvwhj02xhtg3jiz3FF5b6nqa0nKk46Kz/A87CUMzo4nlqVIzo23atO/y0frpft39/r8+/iR4ffxB8aPjqsAP2rTdOOp27KOVaCe2ZiP+Ab6/QSvDvB3wX1fTfjx4+8b6tfaZPoniiwms47aJnM6iQxZ3gqFxhG6E9RWJ7R5D8WvEKfFfUNGuFbzbbQvhrf6/dDqFup7Yx7T7hgprlJPGWr+Fv2E/Dthot1cWk+t61c2k08BIdYRJIzKCOQWwB7jIr1/4N/s4+IvBfgf4g6Tqes6Veal4i0l9M06aOSRo4Iykg+csgIG51JCg9K0bD9nO7vP2Zbb4W69q9lHrFleyX1nf2m94o5S7Fc7grEFWKnjjORnFAHz14o0fw5omj6Pqnwl8C/FjSPGOmzxSG+vNNkEVwAPnLBWbBzjgAAgkGvRPjhC/jL9qX4SwX73+mjV9AtXuVgdoJohI07OmeqHBKnuOe9d3YeD/wBqTVBY+H9b8d+H9G0m0eMTappqlry4jUY4ymMn328889K6Xx78INe179oXwR8RLPVLH+y/D1nHb3MdzI5uZirSncMJtOfMHUjnNAHg1p8MPD2mftf3nwn0261az8Iarp6y39jFfODcKsHmiNnzuK71B656jNdX+zNap4B/al+I/wAP9FmuR4btLF7qO1kkL7WRoSpGe4ErLnqRjNeoyfCTXm/auj+LQ1DTP7HWx+zm23v9p3eQY8427cZOfvdKPAnwk17Qf2l/FvxOu9Q0yXStas2t4LeNnM6EmE5YFQuP3TdGPUUAeOfs/eAtE/aIm8WfEL4mTajqlx/ajWdlbLdPDHaRhFcBQp4wHUAdPlJOSc1B8P8AV9U0Lwn8evhHNqV3qOleHNKv20qS4O54YwsiFN3ococdMhsYzXeJ8I/i/wDDPxLrc3wY13QZNA1u6+0vp+rKd1pIepUgYIGcZznAAIOM1t+BPgRqmh/DLx7a6rrlvqfjXxraXCX1+wZYEeRHCqOM7Qzkk4+g4FAHnX7H/wAHNF8W/DnRfHHiTVtUvJoDfWdhYrKq20EMnmxSArglmYu7ZBH8PpVD4J+M7z4U/Cf4w+DdUuWGpeE55WsSx+8037lCPbzAjf8AA6+if2cPAWqfDT4T6d4R1m7s7q8tZp5HltGYxkPIzDBZQeh9K+afjj4X0D4ifteaLovhPWrfUbbW4YH8RLZTCSNFgclw7Kcbtka8djjuaAPef2OvBcng34H6UbxHGpayTqd2XzuzIBsBz6IE/EmqP7Tn/I8/Bz/scoP5Cvb4Y44YkiiRUjRQqqowAB0ArxD9pz/kefg5/wBjlB/IUAe40UUUAFFFFABRRRQAUUUUAFFFFABRRRQAUUUUAFFFFABRRRQAUUUUAFFFFABRRRQAUUUUAFFFFABRRRQAUUUUAFFFFABRRRQAUUUUAFFFFABRRRQAV4d+1jb62snw81vRvDesa+NF8UQ6hc22mWrTS+XGpJ4A4zjGTgZNe40UAeHf8L91r/ohXxQ/8FP/ANej/hfutf8ARCvih/4Kf/r17jRQB4d/wv3Wv+iFfFD/AMFP/wBej/hfutf9EK+KH/gp/wDr17jRQB4d/wAL91r/AKIV8UP/AAU//Xo/4X7rX/RCvih/4Kf/AK9e40UAeHf8L91r/ohXxQ/8FP8A9ej/AIX7rX/RCvih/wCCn/69e40UAeHf8L91r/ohXxQ/8FP/ANej/hfutf8ARCvih/4Kf/r17jRQB4d/wv3Wv+iFfFD/AMFP/wBeuO8D+LvDngnVbzVvDH7M3xGsNQvSxuLkaW8kjbm3MNzsSATzgYFfUVFAHh3/AAv3Wv8AohXxQ/8ABT/9euN8beLvE3xM+Ifw1jt/hT470SDSPE0F5dXWpaYyRLHkAksM4x1JOBX1HRQAUUUUAFFFFABRRRQAUUUUAFFFFABRRRQAUUUUAFFFFABRRRQAUUUUAFFFFABRRRQAUUUUAFFFFABRRRQAUUUUAFFFFABRRRQAUUUUAFFFFABRRRQAUUUUAFFFFABRRRQAUUUUAFFFFABRRRQAUUUUAFFFFABRRRQAUUUUAFFFFABRRRQAUUUUAFFFFABRRRQAUUUUAFFFFABRRRQAUUUUAFFFFAH/2Q=="/>
          <p:cNvSpPr>
            <a:spLocks noChangeAspect="1" noChangeArrowheads="1"/>
          </p:cNvSpPr>
          <p:nvPr/>
        </p:nvSpPr>
        <p:spPr bwMode="auto">
          <a:xfrm>
            <a:off x="4734483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8" descr="data:image/jpg;base64,%20/9j/4AAQSkZJRgABAQEAYABgAAD/2wBDAAUDBAQEAwUEBAQFBQUGBwwIBwcHBw8LCwkMEQ8SEhEPERETFhwXExQaFRERGCEYGh0dHx8fExciJCIeJBweHx7/2wBDAQUFBQcGBw4ICA4eFBEUHh4eHh4eHh4eHh4eHh4eHh4eHh4eHh4eHh4eHh4eHh4eHh4eHh4eHh4eHh4eHh4eHh7/wAARCAFxAc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pk8nlQSS4zsUtj1wKAH0V88+Fv2iPGHinRIdb8PfAzxHqWmzlhFcQXyFHKsVbHydiCPwrk9Y/bQtNH1S50vUvhrqFveW0hjmiOqRkow6g4TGRQB9ZUV83eCv2mvEHjSymvPCnwZ1zWIIHEczW2pRt5bEZAYbMjNb/APwuf4lf9G9eK/8AwNj/APiKAPcqK8N/4XP8Sv8Ao3rxX/4Gx/8AxFH/AAuf4lf9G9eK/wDwNj/+IoA9yorw3/hc/wASv+jevFf/AIGx/wDxFH/C5/iV/wBG9eK//A2P/wCIoA9yorw3/hc/xK/6N68V/wDgbH/8RR/wuf4lf9G9eK//AANj/wDiKAPcqK8N/wCFz/Er/o3rxX/4Gx//ABFH/C5/iV/0b14r/wDA2P8A+IoA9yorw3/hc/xK/wCjevFf/gbH/wDEUf8AC5/iV/0b14r/APA2P/4igD3KivDf+Fz/ABK/6N68V/8AgbH/APEUf8Ln+JX/AEb14r/8DY//AIigD3KivDf+Fz/Er/o3rxX/AOBsf/xFH/C5/iV/0b14r/8AA2P/AOIoA9yorw3/AIXP8Sv+jevFf/gbH/8AEUf8Ln+JX/RvXiv/AMDY/wD4igD3KivDf+Fz/Er/AKN68V/+Bsf/AMRR/wALn+JX/RvXiv8A8DY//iKAPcqK8N/4XP8AEr/o3rxX/wCBsf8A8RR/wuf4lf8ARvXiv/wNj/8AiKAPcqK8N/4XP8Sv+jevFf8A4Gx//EUf8Ln+JX/RvXiv/wADY/8A4igD3KivDf8Ahc/xK/6N68V/+Bsf/wARV/4f/GjWPEHxNtfAfiH4b6r4UvbqxkvonvLtX3RoccKFHU5Gc9qAPY6KKKACiiigAooooAKKKKACiiigAooooAKKKKACiiigAooooAKKKKACiiigAooooAKKKKACiiigAqG//wCPG4/65N/Kpqhv/wDjxuP+uTfyoA+U/hj4kvPCf/BPa51zT5Xhu4oLyGGVPvRvLePEGHoRvzntitb9ib4W+C5vgzZ+K9Y8P6brGqazNM8k19bJP5aJK0aoocED7hJI5JPPQVa/Zu8KxeN/2JovCcs3kDU4b+BJcZEb/aZCjEegYA/hXnHwl+LHjT9n7QZvh349+Hes3kVrdOdOuLbhSHYkorYKupbLAg5+YjFAH0F4D+CGh+B/i1qnjnwvqM+nWepW5hn0SKIC2BODuXnjDDIGONxA4rqPjRr2o+F/hP4n8RaQ8cd/p2nS3FuzoGUOq5GQetea/s/a38W/HvjzVvHHimC98N+DWi8rStDnjAaRuB5hJUOQACc8AluBgV237S3/ACQHxx/2Bp//AEGgDwrwt4v/AGlvH/whi+IGg634e0y3sY55DB9lUzan5TNuOChVRgbAuRkoTnmr/i79ofxNcfsr6V8SPD4s7DXm1dNMv1aISxhwjliqnoGARhnpnHPWuL+DvxquPAv7Ndl4WvPBOv3l7fQ3kehXVrAHtbvzJZAQzA5DK5cFQCSAPWq3i/4X+J/DX7EmlaNJol9NrWoeI49TubKCB5JYVaJ1UMqgkEKqZ9CcHmgD23wP41+J+l+Gdf8Ail8TFsrbwsuhx3emaVbFfOVgAcuQvDSZH8RA3AYGK4rQtf8A2nPGXgl/ipouu+G9N0toprqz0E2wYzQoTwWKk5O04y4z7Zr2Hxb4NuvGn7NreDVHkXt5oFvFEsoK7Z0jRkDdx86gGvCvAvxr1DwB8IovhZrXw58V/wDCZWNpNYWkEVnuhnJLBH3Z3Y+YZ2qwOODzQB2Gu/tKlf2YoPiRp2mwR6/dXX9lrauS0UV2ASz+rIEG8D3APc1zHj3xf+0t8Lvhc3i/xFregatHfvDwtsol0tnIIUgIqupGUPXBI5rNuP2d/Fh/ZAttBjsQfFcerHXjYb/m+aPyzDnON/lhTj1GOtZ37Q3xP8ceNvgJc6RqXwz1fw5FYy2o1e+1AGONpAygJCrKCxL4PsAaAO0+LHxw+IXhrRvg5eaKtrd3XiqwhuNRtvs65upGFv8AIhP3NxkYD0yPSuwutS/aH8O/CTV7y803Ttf8aX2qf6BBZbDDp9o0a5JBChtrKw5LcsCSRxXk3xI0PWtRg/ZnuNP0jULuG0tLJrmSC2d1gGbM5cgYUYBPPoa9F/byg8VT/D7RF0eLUZdCGpZ11LAMZDDgbchf4PvZzxnbQBxV38UfjF8MfiP4U07xp428NeLrPX7xYbuxskj82yBZFIyiqVI38ZyDtNdp8Xfif8S9N/aZ0X4Z+C5tIEGqaaJES/h+RZSs5Ls4+bCiMNtHXbjvXh/xG0Hwjea78PtS+Efw38Q2mgWmpJJfatJp0/8ApLb4j1bLkIqsS3C5Y4717B480XWJv2+PBesw6TfyaZDpW2W8S3cwofKuhguBtB5HfuKAMLwx4/8A2gj8VfEPwXuNd8PXviFYxPBrM1uFis49qyEqioN+VdQAy8H1rtv2XPiX441vxz4v+GvxCubXUtX8OMdmoW8QQShZNjhgoAPJUg4HBOayPDmi6xH/AMFAPEWsvpN+umSaSqpeG3cQM32a3GA+NpOQR17Gm/s+aLrFl+1x8VdSvNJv7axufO8i5lt3SKXNwpG1iMNxzxQB6t8HNf8AidrWseKIfiB4ZtNGsrO6VNGlgQg3UW6QFmzI2ThY+y/ePHp2HjPWpvDvhm91m30XU9bltkDLY6dEJLibLAYRSRnGcn2B61x3wc+I2teOtZ8UWOreCr3w5Hot0sFtNcO5F6paQb13RrgDYDwW+8OfXqPiB4qt/BvhmbXrrSdZ1WKJ1U2+lWhuJzuOMhARwO5JoA+MdN16T4leIPEmu+MfAfxa8QTxa3LDZR6K7pBpcSY2wFAcLMufm+o96+p49Z8K/Br4UafLreq641mmFt11KU3WoTSyEuIAB95xkjA4GOuBmvEP2fvimvgv/hLLXVvh58QnbXfFV1qlqbfQmcJDMUCh8sCGGDkAH6mvV/2h/D3iK61LwV468OaO/iCXwpqL3c+jBwr3MciBS6ZHMiYyo9z3oANA+Pmg3Wu2eleJPCni7wcNQmENhda5ppgt7hz91d+SFY54zx711HxQ+J/h3wA1lZ6hDqOp6xqBP2HSdLtjcXdwB1YIOij1JHtmvIPih4q1744eFz8O/DXwz8WaU95dwfbdV12yFrDpyxyK7Op3Es+BgAc8mug+IWn+I/AXxssvijZeGtT8Y6RLoQ0e8islEt5ZFZA4ljQ43Bu+PU5xxQB1fw8+Mug+K/ESeF9Q0XX/AAp4hkiM0Gna5ZG3kuEHUxnkNgDJHB68cGvS6+epL/XvjP8AE7wTqum+CNf8M6B4Yvm1GfVNZtxbTzttwIIo8klWONxzjHpgZ9T+MHjLVPA3hNNa0nwjqXim4a7itzZ2P31VzzIcAnAxjp1IzgZIAOyrx3Xfj/okOtXum+F/B/jDxkmnzmC+vNE00zW8Lj7yh8jcR7ce9etSK15prIfNtWnhI7b4iy/lkZ/SvnH4W+MtX+CPgyD4e+LPhr4wvpdOuZ1g1PRLAXdvfI8rOsm4MCGIbBB54H0oA9b+DfxS0H4paZqd9oVnqdmum3n2SeK/hEcgfaG6AnHXGDzxXEeJP+T2vCv/AGJ9z/6Oeuv+Cur6prkevapdfDl/BVjdX3nWi3CrHd3xZf3k00YHysSBySSfwyeD8fwahcftl+F49MvVs7n/AIRG4KytGHH+ufgg00ruxnVm6cHJRcmuitd+l2l+J7/RXLaH4g1CDVl0HxNBFBeuM21xF/qrke3o3tXU1U4ODszDB42li4OVPo7NPRp9mun9NaBRRRUHWFFFFABRRRQAUUUUAFFFFABRRRQAUUUUAFFFFABRRRQAUUUUAFFFFABRRRQAUUUUAFQ3/wDx43H/AFyb+VTUjqrKVYAqRgg9xQB85/saeNvBmjfs9aBp+seLtA068jluy9vdalDFIubmQjKswIyCD+Nexf8ACyvhz/0P/hT/AMHFv/8AF1i/8KM+D/8A0Tvw9/4Cij/hRfwf/wCid+Hv/AUUAbX/AAsr4c/9D/4U/wDBxb//ABdc38UfE3w98ZfDvXvCsPxK8I2kmqWMlqs76rAwjLDGSA/NWv8AhRfwf/6J34e/8BRR/wAKM+D/AP0Tvw9/4CigDB+BGo+APhv8LdJ8G3PxQ8IajLYGbdcR6pAivvmeThS5xjfjr2ruP+FlfDn/AKH/AMKf+Di3/wDi6xP+FGfB/wD6J34e/wDAUUf8KM+D/wD0Tvw9/wCAooA2/wDhZXw5/wCh/wDCn/g4t/8A4uj/AIWV8Of+h/8ACn/g4t//AIusT/hRnwf/AOid+Hv/AAFFH/CjPg//ANE78Pf+AooAp/FHWPhZ4+8F3vhm++Jug2C3G1o7qz1yBJYXU5Vgd/PuD1BNeHXnw10zxFBa6F44/am0vWfC9pJG0dil9bo8ioMAMxlIBA4BIavff+FGfB//AKJ34e/8BRR/woz4P/8ARO/D3/gKKANTTvH/AMMdP0+3sLPx34TitraJYYUGsQYVFACj7/YAVP8A8LK+HP8A0P8A4U/8HFv/APF1if8ACjPg/wD9E78Pf+Aoo/4UZ8H/APonfh7/AMBRQBt/8LK+HP8A0P8A4U/8HFv/APF0f8LK+HP/AEP/AIU/8HFv/wDF1if8KM+D/wD0Tvw9/wCAoo/4UZ8H/wDonfh7/wABRQBt/wDCyvhz/wBD/wCFP/Bxb/8AxdH/AAsr4c/9D/4U/wDBxb//ABdYn/CjPg//ANE78Pf+Aoo/4UZ8H/8Aonfh7/wFFAG3/wALK+HP/Q/+FP8AwcW//wAXR/wsr4c/9D/4U/8ABxb/APxdYn/CjPg//wBE78Pf+Aoo/wCFGfB//onfh7/wFFAG3/wsr4c/9D/4U/8ABxb/APxdH/Cyvhz/AND/AOFP/Bxb/wDxdYn/AAoz4P8A/RO/D3/gKKP+FGfB/wD6J34e/wDAUUAbf/Cyvhz/AND/AOFP/Bxb/wDxdH/Cyvhz/wBD/wCFP/Bxb/8AxdYv/CjPg/8A9E78Pf8AgKKP+FF/B/8A6J34e/8AAUUAbX/Cyvhz/wBD/wCFP/Bxb/8AxdH/AAsr4c/9D/4U/wDBxb//ABdYv/Ci/g//ANE78Pf+Aoo/4UX8H/8Aonfh7/wFFAG1/wALK+HP/Q/+FP8AwcW//wAXR/wsr4c/9D/4U/8ABxb/APxdYv8Awov4P/8ARO/D3/gKKP8AhRfwf/6J34e/8BRQBtf8LK+HP/Q/+FP/AAcW/wD8XXk82vaH4g/bR8M3Og61p2rQR+ErmN5bK6SdVbzXO0lCQDgg49677/hRfwf/AOid+Hv/AAFFa3hT4YfD3wpq41fw34Q0nS78I0YuLaAK4Vuoz70AaXjjRxrGgypH8t3b/v7WQfeWReRg+/SrHhHVP7a8OWeoHAkkjxIPRxw36itOWRIomkkZURQWZmOAAO9cp8KufDty6Ai3e/ma3OOseRgj8c1staTv0f5ni1EqObQcP+XkJcy/wtcr/Fr7jraKKKxPaCiiigAooooAKKKKACiiigAooooAKKKKACiiigAooooAKKKKACiiigAooooAKKKKACiiigAooooAK4LWdHsdc+J0lnqCyPCmlrIAkhX5hJjt9TXe1yUX/JW5v+wOP/RgrehJxcmux4We0adaNCnUjeLqRuns9xf+FeeGP+fe5/8AAl/8a8/+O6+GPh34JbU7exmn1G6l+z2Ub3L7Q5BJdueQoGcdzgV7ZXzx+27ZXD+G/DepJvNtbXsscoA4BdAVJ/74YfjXscPx+t5lSo1pPlb113sm7fPYxx2R5bSw8pww8L/4V/kc5ovwj+LureHovEP/AAlMFpdTw+fFp8jsCQRlVbA2qSO3OM813vwT0+y8UeDp7nxZod9pWqadK0N20zSQpIAMiQbjgDGc44yD2r1jQdc0rUvC9prtpeQnTpbZZhMXAVV25OT2x39MV418aPiHYeMPgN4hv/CD3b20V1FZ3UzxGMFSw3bc9RyoPs1eisXis2n9XnSUffiuZK3Jd2s7b+j6ozqZFldGKm6UXZPRpO5Mni74EvrP9ljxA3mbtomMkwhJzjHmfd/Hp711PizTfhl4UtLS78QXz2MF2/l28jTyuJGxnA257Vg6n4Y8JL+y80i6XpwRfDq3SziNd3n+UGDb+u7f7+1eO+Pbi+vP2bvh02o7mI1GaKMsclolLqv6DH0FdOFynDY2rFUpzjHncHdq791tNaabarX1MKmV4ClF82Gpt2uvdXe1j2Wx1n4K3viSfQLfXQbyHduZriVYiVBLASH5SQAe9TeC7/4P+MdXl0nQNUlubyPcRE0s0ZkUdWTdjcPpXF/tKaDotr8R/hraW2k2UEFxdiCaOOFVWSMTQAKwHUYZvzNW/iLY2el/tY+BRptrDZCa1QyCBBGHO6ZeQPYAfSphluFrUITpzmnOE5K7Wjhe99Nb28reY3lWBjNqWGp2TS+Fdf8AI63Wrr4O6Nqmo6XqmtfZb3ToxJdQvPNlAduO2GJ3rwMnmp/AK/CvxxHM/hu9mu3t8GaFppY5EB6Eq2Dg+o4rgtB03S9T/bM8RRarbW9ysVsZYI5lDKZRDCAcHgkKWP61dezt9H/bJsbfw/bQ28V1pZa/ihAVRmNySQOM/LGf1rOpllBU3CM5+09kql21y7Xata/o7jjlWA5rvDU+Xm5fhV/Up+CNB04+C/H+or4yHiO506CaS2aFpl+xMschCkOAG5A6ZHy1q/Aax0XWvhAvinxhePvjnn8+6luDEqorYGcYFcr8B/8Aknfxi/65T/8AoqeuW1K5vYf2R9Ggt8i2uNfkS5IOMgF2UH23AfkK9jEZd9YqVMPzWbqU1zWSaThd2skv82YrLcvsqksPF+638K3Tsj1/QfE/wP1vW10ex1uX7TI4jiMzzRpKx6BWbA/PFdF4gsvhd4f1y00TWdRayv7uPzYIpLiX5k5+bd90D5T1I6V5j4z8C/EXxL4KstJ/4Q3wNpNtb+U9pe2l3skQAcYY9cjrnr160z4saW2rfG34YaT4kjSd7jTLaO/RZNyyNvfeNw6gkHnuK81ZVg6tWKhWdrTbSlGTXKrp3Str2/E0eV4KMXzYWF9Le5bc9Z8G6J8PvF+jf2xoDXV1Zec8IlMsqbmU4OA2Dj3ra/4V54Y/597n/wACX/xrf0bSdL0WxFjo+nWun2oYsIbaJY0BPU4HGTV2vka2JbqS9lJ8vS71t5nqQ4eyzlXNh4X/AMKON+F9vHaf29aQ7hFBqkkcYZiSFAAHJrsq840fxFZ+HB4kubqKeUtrEwRI0JyeOrdB+NX9J+Itjc2CTXOnX4nYtlLeAyKBk4w3fjGadahUnJyS0PJyfO8uwmGhhalRRkuZ27Lmf9JHcUVyX/CbeZ/x5+Gten9D9m2g/jmk/wCEl8SzcWvgu7B7Ge4VB+orH2E+v5o9f+3sC/hk5f4YTf5RZ11Fcj5/xBuuEstG09T3kkaQj8uKD4d8T3v/ACE/F00anrHZQiP/AMe60eyS+KS/P8g/tapP+Dh5y9Uor/yZp/gdPeXlrZxGS7uYbdP70jhR+tc5d+OdMaU22jW91rN10CWsZ2j6seMe/NOs/Afh+KQTXUM+oTf37uYv+nSujtLa2tIRDa28UEY6JGgUfkKP3Ue7/ALZriN3GkvK85fjyxX3SOROi+IfEjhvElwlhp+c/wBn2rZZ/Z3/AMP0rrrS3htbaO2tolihjUKiKMBQKloqZ1HLTodWDy6lhW5puU3vKTu3/kvJJLyCiiiszvCiiigAooooAKKKKACiiigAooooAKKKKACiiigAooooAKKKKACiiigAooooAKKKKACiiigAooooAK5KL/krc3/YHH/owV1tcjrmk+JF8XnXNDOmkNZi3YXTN/eyeFH071tRtdpvoeNnKnyUpwg5cs4tpK7tqddWb4n0LSvEuh3Oi61aJd2Nyu2SNsj3BBHIIPIIrDz8Rv7vh385aM/Eb+74d/OWqhCUJKUZpNeYnm6as8PU/wDAf+CeZt+zH4c+2EReKNdj01iS1mGTnnpuxj/x3Nes6Z4L8M6f4LPg+30uH+xmiaKS3bnzA33ix6liec9c1Sz8Rv7vh385aM/Eb+74d/OWvRxeZ47FqKrV721Wtte+nXz3MKWOo0r8mGqa/wB3/gnBD9nfR94sX8YeJn8PK+8aQbn91nOcZ6Y/DPvXYeP/AIWeG/F/h/R9Cne602x0iQPax2RVQAF2hTuU8Yq6W+Io6r4cH4y1BNfeOof9dceFY/8AflcfzNVPNMwqVI1JVtY7er3e2/m9SHmGGpxaeHmk/wC7/wAEd49+HWj+MvEHh/WtRvL6CfQ5/Ot1gZQrnej4fKkkZjHTHU0viL4d6RrnxF0bxxdXl9Hf6TGI4Io2UROAXPzAqT/GehHasy68UeI7bPnax4OBHYTSMfyGaz4/HXiq4u0ttPi0vUHZgP8ARreZgPck44rOnVxsYxjGekU0vJS3XzOStxRlkJWnCXM2tLK7a20TueaP4XtPF37Vvi/S7q7vbJ1shNb3dnKY5reVY7cB1YezEe4Jr134WfCnSfA2pXmtPqd/retXi7Jb69bLhc8gd+cDJJJ4FaYT4hBzIIfDQc9WxJn86dn4jf3fDv5y12Y7OMTiaUaMJ8sFGMWr78q72vZ9jqo4ynTk5vD1G7t/B3+ZmeEPhPoPhnRfE2k2V/qUsPiJXW6aZ0LR7ldTswoxw5657VJo/wAKfC9j8NJfAE/2u/0mSR5C1w6+arltwYMoGCD04/Or+fiN/d8O/nLRn4jf3fDv5y1xTx+Mm3KVbVtS36pWT+SNVmFJKyw1Tt8PR/M4Oz/Z70nzre31jxh4j1fRbZ1aHS7i4/cjb0B7Y+gWu08QfDXQ9Z8daD4ukuLy3utDjWO1t4CiwlVJIBBUn+LHBHQVYz8Rv7vh385aM/Eb+74d/OWtKuaY6rJSnW1Sa6bPfZder3FHG0Yqyw1T/wAB7fM66iuRz8Rv7vh385aM/Eb+74d/OWvL9j/eX3nR/bP/AE4qf+A/8ETwBHHLceJ45UV0bV5gysMgjjtXUWFna2FsLazgSCEEkIgwAScnA+prD8DaRqelxalJqrWxuLy7a4PkMSo3AZ6j1ro6K8rzdnoPJMO4YOm6kLS97dapOTdvyCiiisT2AooooAKKKKACiiigAooooAKKKKACiiigAooooAKKKKACiiigAooooAKKKKACiiigAooooAKrXuoWFiu68vbe3H/TSQL/ADrkJDq/ifxHqmm/2tJpdjp8ixtFbDEsuR94t2Fcx8cvC2k+H/gr4w1bT0nGpW+lTSRXbzM0qOF4YHsfcVv7OEfjevkeHHMcXirvCUlyptc0pWu07OySb3XXlO7ufHHhmE7VvzcN/dgiZ/1AxVdvGol/48fDeu3Xowtdqn8TXjXw+/Zx8CeI/AnhzxHqmqeK5NQ1HSrW6uJBrDjMkkSu2OOBknivlnxgujaZ8bLy3srnxHJ4A07W4tMu7g6hIWxysh8zsTskYDHRaXNSW0fxNPq2Zz+OvGP+GH6yk/yP0K/4SLxRN/x6+DLge890qfpij7d4+k+5oelQD/ppclv5GvNJv2ZfhfDZveTa14pitkjMjzPrjBFQDJYkjAGOc15ppXh39lfVPEC6HZ/EvXmvHcIhfV544nYnAAkZAhOfej2sekF+P+Yf2XXl8eKm/TkX5Q/U+ltvxDk/5a6BAPpIxo/s/wAfP97X9Mj/ANy1zj8xXjXjr4H/AAQ8D6ONX8WeLPEmlWZfy0ebW5Mu3XaqgEsfYA1k/Dj4Y/s8fER5YvCPjfxJqNxEu+S3/teaKZVzjdsdQ2M45xjkUe2fZfcH9jQfxVqj/wC32vyse9/2R44PJ8WWwPoLFcUn9ieNG+94vjH+7YrXz/8AEX4d/s4/D69jsfFnjrxLY3jgMLZdWmmlCnozLGpKj3OK2dE+CvwK1vwjP4t0nxl4hvNDto5JJ7yLXHKRKg3PuGMqQOSCM0e3l2X3IX9h4frOp/4Mqf8AyR7P/YXjH/ocR/4BJR/wjviv/odZf/ANP8a+btT8L/ss6daWF1c/EzXTDfsy27R6xNJnaSpZgqEquQRlsDirOt+Cf2ZNG8S23h3UfiPrkOoXKI6Aa3K0ahwCu6QKUTIII3EcHNHt5dl9y/yD+wsL/NP/AMGVP/kj6JHhvxO33vG1yD/s2af40f8ACL6633/Guon12xKv9a+RP2rvhdoHw3l8Fr4Z1bxCE1i/kgujcam8mUHl429MffPNdtpHgL9mnV/Gb+ENP+Ieuz6yshiEI1qULJICQUSQrsdsjopNHt5+X3L/ACH/AGFg+vN/4Mqf/JH0N/wiF+3+t8Ya6f8AdlC0n/CDQt/r/EGvS/W7x/SvkXxj8LdB0v8Aa28LfDO11TxF/YGp2AuLgNqbmXfsuDw/YZiXt616n4M+CXwN8ZC9/wCEX8X+I9U+wSCK6EGtyZhY5wGBUY6H8jR9Yqdw/sDL3vC/rKT/ADZ7QPh/oTf66XUZ/wDrpdsf5VND4C8KRf8AMKV/9+V2/ma8S8O/BD4HeItb1TRND8XeJL/UNJfy7+CHW5CYG3FcN8uM5Uj8DR41+CHwP8F21rc+KvF3iTSYbuXyYHn1qQCR8ZwML6Uvb1f5mVHIcsi7/V4fOKf5nvtr4a8P2uDBo1ipHfyVJ/M1qRRxxJsijSNfRRgV8mWXgf8AZmvPGf8Awh9t8Rdek1jzfJWIa1LsaTONgk27C2RjAbrxW74h+DPwH8PeIrXw9rnjTxBp+qXcJngt59ckVnjG7LZxgD5G5J7GocpS3Z30cNRoK1KCj6JL8j6Yor5j0H4PfAbW/Bc/jPT/ABj4lPh+BpFkv5tZlhiXy22scuo4z0PftmsLwf4N/Zj8W6+NB0H4ieIbjUXfy4oZNWnh85vRC6AOfoTUm59c0V8z/EL4L/AvwBpCap4u8XeJtLtpGKReZrMrPKwGSERVLMcegrH0bwB+zVrH9jrp/wARNdmk1mTybCL+2pQ8sm4Ls2lcq2WAw2DyKAPrCivlfW/hn+znouo6vp2qeP8AXrW80aHztQgfW5d8KZUDI28kl0AAyTuFN8TfDX9nbw14X0vxJrnjjxLY6dq1utzYGTVpvMuI2UMCsYXf0I7cZANAH1VRXy98OfhP+z/8Q4JpfB/jTxJqbQANNEusSpLGD0LI6hgPfGKydW8F/sxaXZ6jdXnxI11V02cW10i6zM8iS5YbAgXcx+RugPSgD63or5E1jwj+y/pOg6Xrl58RtfFjqhYWjR6vNIz7W2sSioWUA8EsBiuyg+APwXn8Lp4oj8Xa9/Ybwicag3iErB5f94ueAM8c0AfRNFeA6P8As3/CfWdNh1LSPEXiTULGcExXNtr5likAJB2suQeQRx6VH4i/Zz+FPh/Qb/XNV1nxbBYWFu9zcSHWXO1EUsxxjngdKAPoKivhyx8I+Hb+O31Ox+EfxlutBu0SS1vYtYDSSo+Nr+UOikEHO6vb0/Zd+HLIG/tHxeuRnB1l8j9KAPdKK8M/4Zb+HH/QS8Xf+Dl/8KP+GW/hx/0EvF3/AIOX/wAKAPc6K8M/4Zb+HH/QS8Xf+Dl/8KP+GW/hx/0EvF3/AIOX/wAKAPc6K8M/4Zb+HH/QS8Xf+Dl/8KP+GW/hx/0EvF3/AIOX/wAKAPc6K8M/4Zb+HH/QS8Xf+Dl/8K4Tx78LPD/wx+KnwqufDWo68zaj4lSC4W81F5lZBggYP1oA+rqKKKACiiigAooooAKKKKACiiigAooooAKKKKACiiigDlPE+k6haaqPE2g7DdrHtu7ZzhbiMe/Zh/n38x+LHjg698CvHlneWrQzf2TctE6KShXHCk9iP1r3hlDKVYAgjBB6EV51+0lHHF+z943SKNUUaNPhVGAPlrf2qcOWSu+jPEeVVqeMVfDVeSDbcoWupN9Vtyvvbrrbe+Hd+ME8B/si6Z4n8wJPa+FLNbXJ6zvbxpGP++mB+gNfGWk+MfAcP7MWs+Bb6z1qTxbqOpDUhci1UwiRWUIC5bOPL3/w9XNfYV58L7H4s/s6+AfDuqa1qGmWcOlafdP9jCZlYWqgBtwPA3E/WvX9L0jT9N0a10i1to1s7W3S2jQqMCNVCgfkKwPbPnz4f6wnxa/Yuk0q48QWuk6h9hOjz3l1MI0WWIqEDsegdAgPfDmvFda0jWvBPwy0/Rvij8ENJ1XwxYSIy+IdEu0indWbCu08e7cDv/i2g5UcV9JeDv2c/CHh/wAI+K/CMmpanqOheJJEkltZii/ZXUkq0TAZDD5eTn7gznmuU/4ZWmuLOLw/qXxd8X3vhGEps0VmwgVTkLksVwO2E4oAzf2g/Clz8StH+Gfif4e6lpOqTafbx3VnoWs3SBr6JgjKSjkbz+7KuCeecHisT4b69o+l/tHaDH4++Er+AvF17EbewudMudllOWDIA0Kjad2Su4MeduR3r2f4o/Abwt4zsfDy2F9qPhnUfDkK2+lX2nSYeCJcbUOeuMZByDnPPJrK+HX7PkOh+OrLxt4x8da9431vT1K2MmoMQkGc4IBZiSMnHzYyc4zigD5/+FK+N/EHxi+JWtWPw28O+NtUXU2huV1q6jX7GvmSBVRX4IwgXIHAQDvXXeBPAPxA8E+EvjRceIPDdj4f0HWfD15c29jaahHPHbzCOTCKqsSBtZuTj7oFeo/EL9nq21rxxe+NPBnjfXfA2tagP9Ok05iY7g8ZYqGUgnHPOCecZzWr4F+BHh3wv4N8U6L/AGtqep6n4ptpbfVNYu3DXEgkVl4zwMbyec5PUmgD5y8I+FvDc37AGua/LoWnSasJpJBfNbqZ1K3SKMPjcBt4wDjk+tJ458K+G7f9gbw7r0Oh6fHqzzwyPfLAonZmndTl8biMcYzjgelfSWlfA/Q9P+BF58I49Z1F9Nui5a8ZU85d0ok4GNvUY6Ua38D9D1X4F2Hwll1nUY9NsihS7VU85tshcZGNvVvSgD55/az23/we+Bf9oTM63FnD9okZuSGt7bcSfxPNdV+3P4L8HeFvhJoOseG9D03R9SsdWghtJ7KFYpCnluTkrgtgopycnIz3r1P4m/ALw7498H+EPDGp6xqdvaeF4FggeEJvnURxp8+RxkRjpjqa5u1/Zf0+48V6bfeJ/iB4l8TaDpMgk07RtQlLpEB0QuWOV4XgKuQME0AcP4kmu7n9uv4Y3F+nl3cvh2F51/uyGC6LD880RavbfAf9p/x8LkrBoniHRJtZs1Y4Vp0DSBB2yXEyge4r3TXvhFo+r/HDRvitLql9FqOk2v2aK0QJ5LrtlGTxuz+9PQ9hXz9+1lNoXxf+MnhT4beG7W9m8Q6bfyWuqXPkER28DbGbn+IABmz0GMd6APUP2IfCdxovwmfxRqiltW8V3b6lPI3LGMkiPP1+Z/8AgdcZ/wAFH1VvBHhFXOFOruGPt5Rr6k0yyttN02106yiEVtawpDCg6KigKo/AAV8u/wDBRtVfwX4PRhlW1hgR6jy6AI/20/Afgbw78A9O1Hw/oemabeWF9bR2V1aQrHK6lSCC68vkDdkk8jNcv8XtNj8ZftJfBnT/ABTA8g1Pw3YnUYfMKl2ZpmdCRzgnIPqCa9Sl/Zf0y/8AEthPrnj3xLrPhfTZhLYeH7yYyRQAdI95Y/JjAwFBwMZrvPF3wi0fxH8X/DnxJn1O9t73QIFhgtIlTyZFVpGG7Iz/AMtD0PYUAeK/to6Ppnh3w58O/BGi6bBpHhS/14m+gtcRRZymAQPUPI2fUZrQ/bc8D+DPDvwSt9Y0Hw/pejalpuo2y2NxZW6wSDOQV3KAW4Gec8rmvdfix8PfDvxM8ITeGvEsEjW7MJYZom2y28ozh0PryRyCCCQa8o0j9mO3m1jT5vHHxG8TeMtJ0yUSWOlX0hEKYGAGyzZHHYLkcdKAPOvFm/xj+1X8JLDx/axS2E/hq3ufstyQ0cly8MrsCDwSZVUEd9oFH7Qfhzwv4f8A2uPhT/wjum2GmzXV9ZveW9pGsa5F0oRyi8AkZGcc7a7j9s2HwTu8Nt408L+IBZKzLD4j0ZwH01sj5GXByDwwB9DjnNeK+AtE8L+MP2gvAKfDIeJNZs9HuEv9a1zVUYySsjhxuY9FAQKBxy3GetAHZeHPCHh7xp+3l470/wATadHqVjb2ZuhbSkmN3C2yjev8QG8nB4yAe1dF8aLjwevx38P+FfDPwwPjPxbo+lpFbWUt6sGnWVuFYorRsCrYVt3OAMryTXsHhr4R6RoXxr134pwapfS6jrFsbeW1cJ5MYPlcrgZz+6HU9zWN8RvgePEXxNg+I3hnxlqfhLxAIBb3M9rAkwnjA29GxhtuBk5HA44oA8R/Z1g1iw/bY8S2usaLpWgXraO7XGm6U3+iwkpbsFXHBOCCccbicVL+yX4W8N+I/iB8ZW1/Q9P1RodQMcRu7dZfLV5bndt3DgnavI54r2r4ffAbR/BnxSl+IVp4m13UdTubZ4bwag6S/aGcDc5bAIJZQcDgdAMVq/Cb4QaP8Ota8Wapp2q395J4muBPcLcBAISGkbCbQOP3p6+goA+Yv2VPCvhvWP2avifqWq6Hp99ewR3Sw3E8CvJEEtN67GIyuGJPGOa9Q/Y50PT/ABj+yfN4Z8QGabTLq9ureVFlKER71bCntySfxNeg/C74IaH4A+HPiTwTp+sajd2mvCYTTzhPMj8yHyjtwMcDnnvSeG/gfomh/BDU/hTBrOoyadqBlL3bhPOXeVJxgbf4fSgDu/APhfRvBfhGw8MeH45I9MsVZYFklMjAM7OcsevLGvNv2vvCMHiD4P61q0uta5Yvo2nXNwlvY3higujtHyzpgiRfl6cdT613/wALfB1n4A8BaX4QsLy4vLbTkdI5rjHmPukZ+ccdWI/Cue+M/wALJPiVDFay+OPEuhWP2d7e5stOnVYLpWPPmKR83pzxjtQBxn7PnwesNO8O+DPGaeNvHM8zaXbXX9nzauTZZeBSU8oKPkG7hc9hS+J28RfFH44eIfh7F4u1fwp4d8NWNtLcLpTiC71CWdS2RIQSI1HHA6/Xjo/hd8Hb3wLrFjdL8TvGmsafZW5t4dKvrtWtAmzao2Y4CjGMYxgduK0viZ8I/D/jbWbfxEupaz4d8R20Jgi1bRrs29wY/wC455DLk9+fegDiPDh8RfCv43eGvAD+LtX8V+HPE9pctBHqsgnu9PlgUNu8wAExsOORjOfTnN8JaT4g+O2peJde1jx74l8OaPpmsz6Zp2kaHdC1eMQkfvJ22ks5Jzg9P0r0j4afCLw/4K1ufxHJqeteI/EdxD5Emrazdm4nWP8AuJ0Cr9Ofes3xj8DdE1jxNeeJPD/ifxR4N1PUGDag+hX5gS7P950wRu9xj1OTQBQ+CeteJdI+J/iv4U+INeuPE0OjWtvfafqlwAbgRS9YZ2HDOCQQTyRk+w9myM4yM+lcd8L/AIceG/h3YXcOiLd3F3fyia/1C+nM11duOjSOeuMnAGByfU1HrXw503VfixovxFl1XVor7SLSS1itIrjFtIr55Zf+BHOODhc/dFAGz4/l1eDwRrUvh+6s7TVlsZTZTXbBYUm2nYWJ4Azjrx618b6va+J9P8P3F54w1L48+Hdf+y/6XrHnC70qNsfMzCHBWIHPQkgV9g/Ezwfp3j7wNqfhHVp7mCy1FFSWS2YLIu11cYJBHVR1FeZr+zrZvAdLvPih8R7zw+YxEdJl1k+S8fTy2IXlCOMccUAes+DJo7jwho08OqLqyPYQst+Ol18g/e/8C6/jXjv7UdzDZ+Pvg9dXD7IYvFAd2xnACrk8V7ZommWGi6PZ6RpdslrY2UKQW8KfdjjUYUD8BXjH7TAB+JHwZBGR/wAJWv8AJaaJnzcr5dz2XR9X03V7cz6beRXKDhtp5X6jqKvVyHivQGsnPiLw5GttqNuN8sUYwlyg+8pUd/8APpXRaDqVvrGkW2pW3+rmTdjup7g/Q5FaTgrc0djzcFjarqyw2JSVRK6a2ku6vqrPRrppq0y7RRRWR6gUUUUAFFFFABRRRQAUUUUAFFFFABRRRQAVyPxm8P6h4r+FXibw3pIiN9qOnS29uJX2pvYYGT2FddRQB8+eFR+094e8MaVoFr4X+HctvptnDZxPLeT72WNAgLYYDOBzgVpf2v8AtS/9Cn8N/wDwMuP/AIqvcaKAPDv7X/al/wChT+G//gZcf/FUf2v+1L/0Kfw3/wDAy4/+Kr3GigDw7+1/2pf+hT+G/wD4GXH/AMVR/a/7Uv8A0Kfw3/8AAy4/+Kr3GigDw7+1/wBqX/oU/hv/AOBlx/8AFUf2v+1L/wBCn8N//Ay4/wDiq9xooA8O/tf9qX/oU/hv/wCBlx/8VR/a/wC1L/0Kfw3/APAy4/8Aiq9xooA8O/tf9qX/AKFP4b/+Blx/8VR/a/7Uv/Qp/Df/AMDLj/4qvUPFHiO40jU7HT7PSX1G4u1dkVJghG3Geo9P5VT/AOEk8S/9CRdf+Bif4VqqM2k/1R5VXOsJSqypNybjo7QnKzsnuotbNHnf9r/tS/8AQp/Df/wMuP8A4qoIbz9pqG4luIfBPwwjml5kkS4nDP8AU7smui0H4z2mueJ7jw1pehS3Gq25kEkAuAPuHDYYrg4Poa6n/hJPEv8A0JF1/wCBif4VtWwGIoSUaseV762Whms/wT25v/BdT/5E87/tf9qX/oU/hv8A+Blx/wDFVXvbr9pi+VVvfA/wvuVQ7lE08zhT6jLcV6Z/wkniX/oSLr/wMT/Cj/hJPEv/AEJF1/4GJ/hWXsJ+X3r/ADH/AG7hP7//AILqf/Innf8Aa/7Uv/Qp/Df/AMDLj/4qj+1/2pf+hT+G/wD4GXH/AMVXon/CSeJf+hIuv/AxP8KP+Ek8S/8AQkXX/gYn+FHsJ+X3r/MP7dwn9/8A8F1P/kTzv+1/2pf+hT+G/wD4GXH/AMVR/a/7Uv8A0Kfw3/8AAy4/+Kr0T/hJPEv/AEJF1/4GJ/hR/wAJJ4l/6Ei6/wDAxP8ACj2E/L71/mH9u4T+/wD+C6n/AMiecyap+1FLG0cng/4aujDDK13OQR9N1R2l7+05ZwiG08FfDG3iHRIrmdVH4Bq9K/4STxL/ANCRdf8AgYn+FYOpfFZtO8XWPhS88M3MWsX6CS2t/tAO9fm53BcD7jdT2rSlgq1VtU43sr6NbLdiefYNb8//AILqf/InM/2v+1L/ANCn8N//AAMuP/iqP7X/AGpf+hT+G/8A4GXH/wAVXon/AAkniX/oSLr/AMDE/wAKwdK+Kz6p4r1DwtY+GbmbV9PUvdW/2gDywCozkrg/eXoe9EMFWqKThG6Wr1Wi7sP7ewa/n/8ABdT/AOROZ/tf9qX/AKFP4b/+Blx/8VR/a/7Uv/Qp/Df/AMDLj/4qvRP+Ek8S/wDQkXX/AIGJ/hR/wkniX/oSLr/wMT/Cs/YT8vvX+Y/7dwn9/wD8F1P/AJE87/tf9qX/AKFP4b/+Blx/8VR/a/7Uv/Qp/Df/AMDLj/4qvRP+Ek8S/wDQkXX/AIGJ/hVzwv4iuNX1K+0+70l9OuLNULo8wcndkjoB2H60nRmk3+qLpZ1hKtWNJOSctFeE43dm93FLZM8v/tf9qX/oU/hv/wCBlx/8VR/a/wC1L/0Kfw3/APAy4/8Aiq9xorI9U8O/tf8Aal/6FP4b/wDgZcf/ABVH9r/tS/8AQp/Df/wMuP8A4qvcaKAPDv7X/al/6FP4b/8AgZcf/FUf2v8AtS/9Cn8N/wDwMuP/AIqvcaKAPDv7X/al/wChT+G//gZcf/FUf2v+1L/0Kfw3/wDAy4/+Kr3GigDw7+1/2pf+hT+G/wD4GXH/AMVR/a/7Uv8A0Kfw3/8AAy4/+Kr3GigDw7+1/wBqX/oU/hv/AOBlx/8AFViap4W+O/jXx/4H1Pxlovg6w03w7rCX7tpt3IZGXgNw5OeB7V9GVXvr6zsYjLeXUFun96Rwo/Wmk2TOcYRcpOyLFch8Px9i1XxDoq8RWt4JYl/urIM4/SnXXjaG6la18NWFxrFz03IpWFD6sx/z71c8H6LeafJe6lq06TalqDq0/lj5ECjCqPpmt1FwhLm0ufPyxVPHY6hLCvmUHLmkvhs4tWvs25cuivtqdDRRRXOfRBRRRQAUUUUAFFFFABRRRQAUUUUAFFFFABRTZJI413SSIg9WOKzbvxFoNr/x8axYofTzlJ/IVSi3sjGriaNFXqTUfVpGpRXMT+PvCsZ2rqRmb0ihdv6VD/wnljJ/x6aPrd16eXaH+prT2FT+U86Wf5anb28W/J3/ACudbRXJf8JXrEv/AB6+DdVYdjKRH/Oj+2vGcv8AqfCMUQ9Zb1f5Cj2E+tvvQv7dwj+BTl6U5v8A9tOtorkjdfEGT7um6LB/vzM2PyNAh+IUnLXmhQewjdjR7H+8vvD+2L/DQqP/ALdt+bR1tFcl/Z/jxvveIdNj/wBy0z/MUHRfGrfe8Xwj/dsEo9lH+dfj/kH9q1umFqf+SL85nW0VyP8Awj3ixvv+NJAP9mzQf1o/4RvxP/0O1z/4CJ/jR7KH86/H/IX9pYv/AKBJ/fT/APkxfEH/ACUnw1/1yuf/AECpvip4kXwl8PtZ1/cFltrZvIyesrfKg/76IrEGn6lp/wARfD66jrMmps8dwULxBNmEORx1zXI/tSWniDxNJ4a8EaLpt/Nb316s17dRW7tFCoO1dzAYGNzMc/3RXqZdhKeIxlGnUa5N2+lk23+GhxZdiKnLi6jg4ydTZ2bT5IJbNrz3PHdH0a8+HOmfD34pu87Pf3sjahknHlOfl/76j3n8q+if2gvHeo+CPhwNb0GOOW6up44IJ2TekQdS2/HQ8LxnjJFeceOfgHr48E3aJ8Qtb1tNPtzNaaZNExjZkU7VVd5wcZAwO+K0bTWvG8n7POlK3gUa1cWb/YdU03VLOTzJIEHySIhwTxt5weckdK+rx1TDZlUoYrnjU5ZuMl8PutuUV71tFqu2yOijGph4zp2cbq666rR7feJ4I1z4rw69o93beKdG8faNfOG1CKzeFJLNDjJxlW4ySBz90gjpU/xn+IHieP4qWngHRPEVh4TtmtRNLql5GCHZgSACwwBxge+ea8wvtL0vxH4p0b/hU/gXxN4c1uG9VrqecMsEC9+Sx24P0yMjBzXp3xx1DyPGIg8c/DUeIvCq2/8Aoup2EDm6jYgZVmDAKAd3HHUGqqYWhHG05OnFtxl7toRknfRuN3CT7bXS8hRqTdGS5nutbtr77XXmdP8ACTXPH0C61D46kstT0qxiM1nrtm8RS4ReWGEPpyCQOh9q840rxz8SPH0V94k0nx54c8K2UE7pY6ZcvEJJgoyN+8E88DJ4zngCk+A3hW61Dxn4luNB0jWdC8Dajpj2og1LO6V3UAYBPOPmOecA4zzXNeFtO8P+A4Lvw38RfhPqOtarHcv9jvba2Mi3KH7oDZAxxxjPB5GRVU8HhYYivyxjKpaDSUY6Jr3vdlLlvtzWenS1wdWo4Qu2o663fy1Svbsd/J8YvEGo/s7X3i6ze3s/EOnXsVncMsQeNiXQbgpyPmVvzzisXxj45+Lvhvwj4Y+It5ruly6ZfLAr6bFbAb90e/LsR1YKfukbc4FXfFnh29uf2cNWOmfDr/hHLzUL23lXTLLzJ5nRZEw7rtyDjPGOB1pfjVoWuXv7M/gvTLPRtRub6AWfnW0Vs7yx4tnB3IBkYJwcjrUYWGAVWMY042lVlF35XaPKtL3eid7NMdSVZxbcndRT0utbi+K/GnxS8C+KPDeueINZ06+0fxBOqtplvAAtshKkorEBiwDj5s8kcioPjjJq8f7T/hBtBit5dTOnotsLgkRhmacbmxzgAlsd8VpftLaJrOp6X8PV03SL+9a2uAZxb2zyGIbYuW2g7eh6+lV/jjb+JrP9obwx4m0Xwzqesw2FjGzi3gYq2Hm3rvxtDbTwD3I9aWAlRn7GrGMVKUKqa0SdtI326deoV1Nc0W20pRff1L0Hiv4kfDz4n6HoPjrW7HXtJ8QyeXFcRQCIwSEheMAYALLkHPDcc1S+G11DY/tR/Ei9uG2w29hLLIfRVaEk/kKq6lqGpfGf4ueFXsfC+raZovh6cz3k+oQ+WdwZWK+mcooAyTySRgVpeDfDGp3n7QfxIF9pl9b6Zqmmz20d1JbusUm8xD5WIw3Geh7GonClTo1PbKMKjpe+o2X21bRaX5dbDTlKceVtxUtL+n5XMTSvHPxI8eQX3ibSfHvhzwtZwzOtjpdy8QeYKON5cE88DJ4zngCtqf4xeINQ/Z2u/F9i9vZ+ILC+jsrlliDxkl1ywVsj5lb884rgPC2n+HvAttdeG/iJ8JdR1rV47lxaXtvbGRblD90BsgY44xng9Miux8X+Hb64/Zw1L+zPh3/wjl5qF9bzDS7LzJ5nRXXDuu3IOAeMcDrXXisNgVWpx9kuT2kOV2gk4311TvJNbtrR7mdOpW5JPmd7O613+6yO7+C958TPEFza+KPFV1YxaDd6SgtbKLAlaU7D57ALgbgHIG7gMBiun8Of8lG8T/7lt/6BVn4WwT2vw18M211DJBPFpVskkcilWRhEoIIPIIPasQafdan408VWtpqU+nyMlt+9iAyfk6Hvj6EV8RjKsa2Iq2iopaKysrJr+rkZk50vqkopzlzt2vq37OpprojvUkjcsEdWKHawBzg+hp1efeG/A2tWVtPDN4kvLQmcsBavlZAQPmOec/4Vqf8ACH3x5bxhrmfaUCuCVKmnbn/A2w+Z5hUpqUsI0305o/53/A62iuS/4Qpn/wBd4o8QSeo+1YH8qP8AhAdLb/XalrE3+/dn/ClyU/5vwNvrmYvbDL5zX6JnVvLGgy8iKPc4qpNrGkw587U7KP8A3p1H9awU+H3hfOZLOaY/9NLhz/WrkPgvwtF93RbY/wC8C38zRal3f3f8EPa5tLalTX/b8n/7YvzHXHjHwvB/rNbtD/uNv/lmqL/EDw6W22zXl43pBbMc/nity30XR7cfuNKsY/8AdgUf0q6iJGu2NFUegGKL0l0f3/8AAD2WbT3qwj6Qk/zmvyOT/wCEv1G4/wCQd4R1eYdmmURD9c0fbPH15/qdJ0vTlPe4mMhH/fNddRR7WK2ivxF/ZmJqfxcVP/t1Rj+Ub/ich/wjvii9/wCQp4tliU9Y7KER/wDj3WrFl4F8PQSia4gm1CbvJdymQn8On6V09FDrz6O3poVDIsCpKU4c77zbn/6U3b5EdvBDbxCK3hjijHRUUKB+AqSiisT1klFWQUUUUDCiiigAooooAKKKKACiiuKuJtX8VazfafZ3z6ZpVjL5M0kX+umfuAf4R/nmrhDmvrZI4cdjlhVFRi5Tk7RS6vfd6JJbtnQaz4i0TSMjUNRgicf8swdz/wDfI5rF/wCEzub3jQ/DWp3w7SyL5Uf5mtTRvCmg6Th7awjebqZpv3khPrk9Pwrbq+alHZX9f6/U4/YZnX1qVY012iuZ/wDgUtP/ACU5H/i4F9/0CdJQ9uZXH9KP+EU1m6/5CfjDUpAeq2yiEfpXXUUe3kvhSXyH/YdCf8ac5+s3b7o2j+BykXw/8O7t10l3et3Nxcsc/litK18K+HLXHk6LZAju0QY/rmtmik61R7yZvSybL6LvChFPvyq/37kMFrawDENtDEP9hAP5VNRRWVz0IxUVaKsFFFFBQUUUUAFFFFABRRRQBxniy5t7P4g+HLi7nighWK43SSMFUZXAyTW9/wAJL4e/6Dmm/wDgSn+NWNS0nTNSZG1DT7a6MYIQyxhtueuM1U/4Rbw3/wBALT/+/C/4Vvz05RSlfQ8JYXMKFetOg4OM5c2vNf4Yx6f4R/8Awkvh7/oOab/4Ep/jR/wkvh7/AKDmm/8AgSn+NM/4Rbw3/wBALT/+/C/4Uf8ACLeG/wDoBaf/AN+F/wAKX7rz/A0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wvCNzb3nj7xLcWs8c8LJbbZI2DKcJjgitr/hFvDf8A0AtP/wC/C/4Vb03SdM01nbT7C2tTIAHMUYXdjpnH1p89OMWo31Mnhcwr16M67gowlzac137so9f8RdooorA94KKKKACiiigAooooAKKKKACiiigAooooAKKKKACiiigAooooAKKKKACuR8JH7H4z8S6a/BklS7j91Yc/riuurkPHEU+lapZeLbSNpBajyb1F6tAT1/A1tR1vDueNnF6SpYtLSlK7/wALTjL7k+b5Fn4p+LofAfw/1fxdcWUl9FpkIla3RwjSZYLgEg4615TF8evG0umJqafAbxYbJ4ROtwblAnlldwfJXGMc5rW/aX13TNc/Zw8dNptyJhDaKj8Y/wCWiEH6f4GvNP2vfE97ov7K3g7R7GaSE61BZwXDISN0KW4dkJ9CQmfUZFZSi4uzPUoV6deCqUpKUX1WqIG/bf0JWKnwBqWQcH/iYR//ABNdfoX7SPiPXfD48QaN8FPEt/pW1m+1QXcbxgL97JC8YxyK9C+EXw28HaF8JdH0CPQdPuILjT42vGnt0drmR0BdnJHOST9BgDpXzd8AZT4J+N/xb+GWnzTnQ/sF/LbwM2RG0Rwp+uxypPfAz0pGp6X4P/aW8QeMNLfVPDHwU8T6tZJKYWntrpGUSAAlc7euGB/GrXiP9ofxZ4c0W41rXfgZ4r0/TrYKZrme4RUjBYKMnb3JA/GvGf2T4PjVqnwd1Gx+GGoaHolnaatLPLdXy+ZLdzGKL9ygKMqgBRknrvHIwa7+L436z4s/ZV8aa3rGj6S3iXw7cQ2d9bXNqs1rMTPGA7RNkd2GOgZMj2AOq0P9oHxjrmkW2r6R8CPFl7YXSCSC4huEZJFPcHbV3/hdnxC/6N88Zf8Af5P/AImuS8RfGzWfCX7Pnw7k0DTdITxR4qiSGziWBYLS25AZwgwqgFkAHTkk9MVnH4ofFv4W+L/Dv/Cw/Fvhbxh4e1u8FtcNpnl+bZM2Om1VOBnPIIIBGQcUAd9/wuz4hf8ARvnjL/v8n/xNI/xu+IEaNJJ+z94wRFBLM06AAep+Wsz4s/Eb4j698bB8H/hPc6bpd7a2X2rU9UvIhJ5WVBAUEMMAOn8JJLdgDVXQvEXx8ltPGnw/8TWVmNYsrLztM8TnT5F0+4QbDJGSFCljGzbcAEMCCOKAL+iftDeKtctWu9E+CXiLVLdX8tpbO/imQNgHaWQEZwQce4qLS/2jfE2qazqWj6d8EPFF3f6WyLfQRXKM1uzDKh8LwSAeK8p/Y21vxZ4R+CfjTxhHfaWfCumC8mNm8Z+0vfLBCUYNjHlkbRjOc16v+y7FdaF+y/qfjjzVn13WE1DWri5kG4yTLvClvUfu849z60Aaf/C7PiF/0b54y/7/ACf/ABNH/C7PiF/0b54y/wC/yf8AxNeTaR8Vv2g/FnwKv/iRpeseG9Os9DuJTdEWwNxdqgQlQhVkVVDeoJ556VP4k+Lnx6uvhFp3xq0y88OaX4dh8uGbSxD5sly3meS8rFl4UyZwqsCB69aAPUv+F2fEL/o3zxl/3+T/AOJo/wCF2fEL/o3zxl/3+T/4mrXj3x98R9W+EPhPXvhd4bW41XxFFBNNNMA0WnRsgZmYE4PJwCc8AnFedeFfil8VPBXx38O/D3x34r8OeMbTXWCtNpyIHtGdmVRlVTBDKMhgeD60Ad3/AMLs+IX/AEb54y/7/J/8TUV38dPHlpazXVz8APGEUEMbSSO06AKqjJJ+XsBWZ8TPiL8TPFXxuuvhJ8JbzTNIl0uzFxqmq3kQk2MQp2qCGAA3oPukkk9AKteBvFXxWl0/x/4I+KGiNJNpuk3Elnr9rZPFaXi+WQVDbQhOGBGMHhgRkUAVPCH7SviDxfpTar4Z+CnifVrFZTCZ7a5RkDgAlc7euGH51s/8Ls+IX/RvnjL/AL/J/wDE14X+y3B8bL/4I38fw01PQtD0+y1OeeS4vE8ye8l8uMmJAUZVUBV5OMl+vFfRH7JnxR1P4q/DKTV9chhj1WxvGs7l4U2pKQqsrgdiQ4yBxkfhQBx3iv8Aad1rwrNYQ+I/gx4l0uTUJDFZrcXSKZnGMhfl5PzL+Yrd/wCF2fEL/o3zxl/3+T/4muI/b4/5GL4Uf9hib/0O2rvfjhrHxqufG9n4a+HcVh4f0T7KZbzxJqCK0SSYJ2DcGxgAfwnJbsBQBD/wuz4hf9G+eMv+/wAn/wATR/wuz4hf9G+eMv8Av8n/AMTWP+zJ8VvGmv8AxM8TfDTxtqWka7d6NbmaHVtOVQkwV0RhlQFbO9SCFGCGBrkvhV8R/wBoH4uQeJ9M8M6n4a0ltLvAh1S5t8FFO8LEiBWBJxksRxjHegD0X/hdnxC/6N88Zf8Af5P/AImj/hdnxC/6N88Zf9/k/wDia5/4HfHnXrv4f/EC4+IMEFxq/gbd9oltlEa3X+sVVwOA2+MrkAA5HFYHhPxv+0lq3w9v/jAt54bm0A2txPDoTQ7ZBCm4eajBc5UgnDOdwTpzQB3/APwuz4hf9G+eMv8Av8n/AMTR/wALs+IX/RvnjL/v8n/xNbH7Jvj7xD8SPhMviTxNJbSX5v5oMwRCNdi7ccD6mua/aQ+KXjvwX8WPAnhbwemmzLr0gjkgu4+JHMyoo39UHzckA0AXf+F2fEL/AKN88Zf9/k/+Jo/4XZ8Qv+jfPGX/AH+T/wCJrzx/iP8AtAeGfjd/wq3WNS8MazquvWnm6ZOITFbWRYMfM4UOyqI5PlYEk459en+BXxI+JNr8dta+D/xMv9P1m8trU3Vvf2kKx4O1HC/KFBUpJ3XII70Abn/C7PiF/wBG+eMv+/yf/E0f8Ls+IX/RvnjL/v8AJ/8AE1y7/ED4w/F3x/4l0b4Sapo3hvQfDlwLaXUL6ESyXUoYjjKPgHa2AAOO+Tgb3wb+NGuvc+NvCfxQtbSHxH4Nt5Ly6uLIYiurdBksAeA3KnsCHHAwaALEvxv+IEUTySfs/eMVRFLMxmTAA6n7tYvg39prXfGWnS6j4W+C/ibV7SGUwyS2t0jqsgAO0nb1wwP41zvgPxr+0N8QvDmp/EzTJvD0fhZftCw+H5Y9slzEmQwSQIW3jBUMWALA8Yrh/wBnnxlrXgH9jjxx4q8PPAmpWfiKMRGaPenzi1Rsr34Y0Ae7f8Ls+IX/AEb54y/7/J/8TWF4v/ac1rwhFay+J/gx4l0lLuQxW7XN0iiRx2Hy9ea6jXviN4ls/wBkiP4lQyWo19tFtrwuYQYvMdkDfJ6fMeK8C/aU8Uar40+APwi8Ua20T6jf380k5ij2KSG28DtwBQB7l/wuz4hf9G+eMv8Av8n/AMTR/wALs+IX/RvnjL/v8n/xNZnx3+KvjJfivp/wl+HF9pGj6nLa/atQ1fUyvl2ylSQq7sjOMHoSSygDrVX4O/FLx5pnxnT4UfErV9D8QS31mbnTdX0zbtchWJVtoA5CP/CCCvcEUAWfDn7RvifxHbXFxoXwQ8UahFbXD207QXSN5UqfeRht4YehrU/4XZ8Qv+jfPGX/AH+T/wCJrA8OXzeBv24Na8L2zhNK8Z6YuomDOFW6VWJcD1Ply59d3tXpfwy8R/ErV/Hvi3TfGHhW20nQbC4ZNEvI0YNeR+Y4DMS7A/IEPAXrQByf/C7PiF/0b54y/wC/yf8AxNH/AAuz4hf9G+eMv+/yf/E17TrF42n6Td362dzetbQPKLe2QNLMVUnYgJGWOMAZ6mvijxH42uPiZ8UPFC+K/BHxau9L09baKw0PR42iewJQlmuY1PDuRlSe2fQUAe3f8Ls+IX/RvnjL/v8AJ/8AE0f8Ls+IX/RvnjL/AL/J/wDE10Pw4bw38M/hBJ4i1bVPE+n6RJ/p0yeKLgy3VnuwohxyRyBhRkkt6mse0/aO8LfaYZta8KeNfD+iXDqsGt6lpDRWbbuhLgnaD2OKAK3/AAuz4hf9G+eMv+/yf/E0f8Ls+IX/AEb54y/7/J/8TXo/xG+IXhfwFoEGsa5eSMl24isre0jM095IRkLEi/eJHfp71ynhD46+HdZ8SWfh7WvD3inwhqGoOU09de05rZLtuyo+SNx9Dj060AYf/C7PiF/0b54y/wC/yf8AxNH/AAuz4hf9G+eMv+/yf/E17nRQB4Z/wuz4hf8ARvnjL/v8n/xNH/C7PiF/0b54y/7/ACf/ABNdD46+N3h3w54kuPDOl6H4k8XazaBTe2ug2BufsgPQSNkAHHOOffFdF8MfiN4a+IVhdTaHJdQ3VjIIr7T72AwXVo5zhZIz0zg4IyOD6GgDzz/hdnxC/wCjfPGX/f5P/ia674I/E9viTDrwn8M3vh680S++xXNrdSh3Em3JBwBjHTFei14b+zJ/yP3xk/7HCX+RoA9yooooAKKKKACo7mIT28sDMyiRCpK4yMjHGakooE0mrM8G/aP8FaZ4e+AfjS90+6v97aeEdJJFKsPNTqNtM+M/wzvfih+zF4f0nSNh1ixsLK9sUcgCV1gCtHk8DcrHBPGQK6n9rX/k3Pxn/wBeS/8Ao1KvfDz4geA7fwB4dgn8beGopY9KtUdH1WBWVhEoIILcEVc5ym7yZy4PA4fBU/ZYeHLHeyPGvA/7TLeE/BVh4V8ceAvFieLtOthaLbxWQCXZjXarZYgrkAZwrdyM0fs5/Dzxez/ED4teNtMl07V/ElndLZ2DxkSokmXZivUZIRVBGcAk9RX0F/wsX4e5z/wnXhbP/YWg/wDiqP8AhY3w9/6Hvwv/AODeD/4qoOs+Rf2Y/itd/Bf4YalpvjDwH4q8i51GS40+4isSElmMcamJy+Nv3Uwec7jxxUeleD9c0T9jr4o+K/EOmyabd+KL22uo7aUFXWFbqMqSp5GWkfGecYPcV9fH4i/D09fHXhb/AMG0H/xVeX/tFx+Hfil4XtPDWlfGbwtoGnvMW1NTfwS/aYxtKLjzB0ZQeooA8X+IPgHUvEH7OHwf8Y6doMviCDQLYf2lp0W4vNbM6s2AvOPkIJHI3Z7VN4f/AOFI+L/Eel6H4B/Z61nVLuacJfSX93PaQ2K8ZZnDyZxzwdvT1OK+lvAPiH4ZeDvBWj+FrDx/4alt9LtI7ZJH1aDc+0YLH5+CTk/jW4PiL8Pf+h68Lf8Ag2g/+KoA+c/Hc9/8E/2rtU+J+qeHtV1Lwnr+m+TJdWMPmm3fbHkHJAB3QjgkZDZB4Ir0L4T/ABE8efFbXvFFxD4Z/sfwItm0OlS31q0V5czsoHXeVK/eJwMDKjJ5r0o/EX4ekf8AI9+F/wDwbQf/ABVH/Cxvh7/0Pfhf/wAG0H/xVAHyH8CNL8Sp8GfiF8FdY8F69YareW15qUF3cWzRwF0jiCRZI5YtGMYyCK9f/ZzvE1b9i37LZq8txbaTqVm8SrlvNBlIXHXJDLx7167/AMLG+Hv/AEPfhf8A8G8H/wAVXnfwzHgLwF408U3ekfEzwl/wjWuzrfR6YdThDWl0eJCjb8bG64xxgDtQB5X8GtD1q2/YW8baXcaPqEN/K975drJbOsr5SPGEIyc4PakvND1s/wDBOmDRxo+oHUw65s/sz+d/yEy33MbunPTpzX0z/wALG+Hv/Q9+F/8Awbwf/FUf8LG+Hv8A0Pfhf/wbwf8AxVAHyX8YbTxBbfCb4JWuvWutxeBYbK3XxHFZpIsiECPIkUcjCbtue+7vVCXQvDq/tE/DTV/hv4B1zR/CMN3CGv57CdVuX87LSEvlto3KNzY6HHAr7DPxF+Hv/Q9+F/8AwbQf/FUf8LG+Hv8A0Pfhf/wbwf8AxVAHzh4nvb34E/tT+I/iDrXh3V9R8J+JbIqL2wh83yJD5bMDkgA74zwSOGBGcYruvAXxC8ffE6x8eajN4YOk+CU0yeLRvtNo6X11KYz1+Ygj733V6soycGvVT8Rfh6Rz468LH/uLQf8AxVH/AAsb4e/9D34X/wDBvB/8VQB43+wtpep6X+z/AKnaanp15Y3DatdMsVxA0bkGGIAgMAccGqn/AAT00nVdH+F2vwatpl7p8r62zql1A0TMvkRDIDAZHBr2/wD4WN8Pf+h78L/+DeD/AOKo/wCFjfD3/oe/C/8A4N4P/iqAPCv25NI1bVNf+F76Zpd7erb6tK0xt4GkEY32/LbQcDg9fQ1yHxthsJP2rbn/AIXJY67e+CDYKuhw2kc7wPIUT5cRcklvNyBznbnivqT/AIWN8Pf+h78L/wDg3g/+Ko/4WL8Pf+h78L/+DaD/AOKoA+Z/2WdHk0v9qjxbeW3g3VfC+h3ekyLpttd2bxBU8yBlGTwGKqWIzkc55Brov2CtI1bSk+IH9qaXe2PnarG0X2mBo94/ecruAyOR0r3b/hY3w9/6Hvwv/wCDeD/4qj/hY3w9/wCh78L/APg3g/8AiqAPlz4K/D3WfEy/tAeG7zT7rTzrVxtsZrqB445JBPcsjAkDK7thOOxo8K+OPiN4Y+Bmp/CG++FOtx6vp+lXtu2oyqUso7YrIzSs+MHClsbSQxAwea+mdX8b/DbVNKu9NuvHnhsQXcLwyGPWYUbawIOGD5BwetfOV38O5V0658Lad+1ZpqeErkOslrcXsEk+xz8yF/NG4HvyAcnigDu/+CfoI/Z9jJBGdWuSPf7lY37TmkatfftL/B69stLvbm1tr6Jp5oYGdIgLqM5ZgMLxzzXp3ws1D4T/AA78C6d4R0Xx74ce0skP72XV7cvK7MWd2w2Mkk9OnSun/wCFjfD3/oe/C/8A4N4P/iqAPCPiJpGrTft7+B9Wh0u9k0+LSgsl2tuxhQ7LvgvjAPI79xTtF0jVl/4KC63q7aZerpz6SqrdmBvJY/ZYRgPjbnII69q91/4WN8Pf+h78L/8Ag3g/+Ko/4WN8Pf8Aoe/C/wD4N4P/AIqgD5k8Aa/N+zL488a6P4w8Ma7daBrN6t3pWpadbiZHXc21CSwGcOARnII6cg1ofCfwHr3xN8V/FP4k6tol1oNl4s0qfSdIgvQUlZHRV8xh2GI057knGcV9Fn4i/D09fHXhb/wbQf8AxVH/AAsb4e/9D34X/wDBvB/8VQB8vfAn4nax4A+HN18G9Q+H/iW58ZWj3UVlBDbAwyeYzMGdyRtQMzfMAQQAQaxPhF4D8U6v+xZ8QfDsei6hDqsusLdW9rNbMkkyxrbOQqtgnIRgMdxivrz/AIWL8Pc/8j34X/8ABtB/8VR/wsb4e/8AQ9+F/wDwbwf/ABVAHyVcfE658S/spy/C7Q/Anim51zTtLgs9RkNniC3WKRMtuzuLHC4TaD83tVD4p+HfEE/7MXwasYNC1SW6tbuY3ECWkhkiBc43KBlfxr7E/wCFi/D3/oe/C/8A4NoP/iqP+FjfD3/oe/C//g3g/wDiqAPmP9pjwTp+gftDwfEbxb4JvvFfgjVLNYtQSzDl7aZI9gY7WGOEQjJAPzdxWz8ALf4ZeJfilZ6j8PPgjqGl6Xp0ZuB4jv7yaHypCpAVIizrITnH3umTgY5+g/8AhY3w9/6Hvwv/AODaD/4qmt8Rfh+EPl+OvCu7Hy51aDGf++qAPDdRsR4n/wCCgdncWqmSLwxoKtduOiOySbRn1/0hePY+leq/DL4k6r4v8e+LfDV94MvtFttBuGht7+Z2KXwEjpuUGNQBhQ3Bb71c38GR4A8E/wBu6xrHxL8Jat4m8Q3z3mp3yalAikZPlxIC5IRQeB7/AEr0P/hY3w9/6Hvwv/4N4P8A4qgDW8U6xD4f8PX2tXFnfXkVnCZXgsoDNPIB2RByxr5X+HHxcs/D3xg+I3i2+8CeP20/xLLYvYrFobGRRDEyPvBYAckYwTX0l/wsb4e/9D34X/8ABvB/8VR/wsb4e/8AQ9+F/wDwbwf/ABVAHF/tA+H9Y+IXwn0rUPDOnzXF3Z31nrcekXq+Q14kfzG3kVvusQ3Q9xiuQ8f/ABS1j4heCNW8BaH8IPGg17VrRrKWPVNPEFpZmRcGRpScEL94HAyQOlex/wDCxvh7/wBD34X/APBvB/8AFUf8LG+Hv/Q9+F//AAbwf/FUAeR+N/BPinwXJ8LPFmn6ZdeMx4J097DULCDDTuHhVDcQqfvMpHTrgL7mqHxA8Q6x8dY9F8JeGfAHirRreDV7e9vdb1qyFotisLZPlZJLSHkDH/6va/8AhY3w9/6Hvwv/AODeD/4qj/hY3w9/6Hvwv/4N4P8A4qgCb4leI7vwj4G1XxHY6Dea9cWMPmJYWn+smOQOODgDOSQCcA8Gr/hPVJtb8M6brFxpl1pc17axzvZ3IxLAWUEo3uM4rK/4WN8Pf+h78L/+DeD/AOKo/wCFjfD3/oe/C/8A4N4P/iqAPGfDGtax8DPEfi/T/EPgbxLr2l61rc2rWWt6LZi6aUS4/dTDIKspGBnrk4GK6P4Mab4i8Q/F/wAT/FbVPDd74V07UdPg02y0+9AS5uRG243EyD7p4CgHnBP1r0P/AIWN8Pf+h78L/wDg3g/+Ko/4WN8Pf+h78L/+DeD/AOKoA6ivnL4FQ+I/+E/+MF1oN1b/ALrxdNvtZo+Juv8AF2Ney/8ACxvh7/0Pfhf/AMG8H/xVeX/srXdrfeMvi/eWNzDdW03i2R4poXDpIpBwVYcEH1FVGXK7nPicOsRTdNycfNOzXz/pPqev+FNfh1y0k3Qta3tu3l3Vs/3o2/w962a43xan9heJtO8TQfJFPILS/A6MrfdY/TH6Cuyq6sUrSjszjyzE1Zc+HxDvUpuzf8yesZfPZ+afQKKKKyPUCiiigCh4h0bS/EGjXOja1Yw32n3S7J7eUZSRcg4P4gVwv/Chvg7/ANE80L/vyf8AGvSaKAPNv+FDfB3/AKJ5oX/fk/40f8KG+Dv/AETzQv8Avyf8a9JooA82/wCFDfB3/onmhf8Afk/40f8AChvg7/0TzQv+/J/xr0migDzb/hQ3wd/6J5oX/fk/40f8KG+Dv/RPNC/78n/GvSaKAPNv+FDfB3/onmhf9+T/AI0f8KG+Dv8A0TzQv+/J/wAa9JooA82/4UN8Hf8Aonmhf9+T/jR/wob4O/8ARPNC/wC/J/xr0migDzb/AIUN8Hf+ieaF/wB+T/jR/wAKG+Dv/RPNC/78n/GvSaKAPNv+FDfB3/onmhf9+T/jR/wob4O/9E80L/vyf8a9JooA82/4UN8Hf+ieaF/35P8AjR/wob4O/wDRPNC/78n/ABrqvE3iVdFvrSyXTbu/nuldo0twCfl68VR/4TC+/wChO17/AL8VqqM2rpHl1s6wVGpKlOfvR30k7aX6J9GjD/4UN8Hf+ieaF/35P+NH/Chvg7/0TzQv+/J/xrc/4TC+/wChO17/AL8Uf8Jhff8AQna9/wB+KfsKnb8UZ/29gf5n/wCAy/yMP/hQ3wd/6J5oX/fk/wCNH/Chvg7/ANE80L/vyf8AGr2vfEiHQdLk1TWfDusWNlEVDzzRYVSxAGT7kgVNpnj59T0+31DT/C2tXNpcxrLDLHDlXQjII9jV/U63J7Tl93a/S/a4f2/gP53/AOAy/wAjL/4UN8Hf+ieaF/35P+NH/Chvg7/0TzQv+/J/xpfFfxc03wqlo2vaBrNkLuQxwb4fvsMcD8xW3/wmF9/0J2vf9+KcsFXjCM5Rsns+jtvYP7ewP8z/APAZf5GH/wAKG+Dv/RPNC/78n/Gj/hQ3wd/6J5oX/fk/41uf8Jhff9Cdr3/fisiy+K2nXviG68O2mi6pNq1ou+4tEjzJGvHJH/Al/MUoYOtNNxje2r8l5h/b+A/nf/gMv8iL/hQ3wd/6J5oX/fk/40f8KG+Dv/RPNC/78n/Gtz/hML7/AKE7Xv8AvxR/wmF9/wBCdr3/AH4qPYVO34oP7ewP8z/8Bl/kYf8Awob4O/8ARPNC/wC/J/xo/wCFDfB3/onmhf8Afk/41uf8Jhff9Cdr3/fij/hML7/oTte/78UewqdvxQf29gf5n/4DL/Iw/wDhQ3wd/wCieaF/35P+NH/Chvg7/wBE80L/AL8n/Gtz/hML7/oTte/78Uf8Jhff9Cdr3/fij2FTt+KD+3sD/M//AAGX+Rh/8KG+Dv8A0TzQv+/J/wAaP+FDfB3/AKJ5oX/fk/41uf8ACYX3/Qna9/34q/4Z8SLrV7eWbabd2M9oEMiXAAb5s44/D9aTozSu0aUc6wVapGlCfvS20kr6X6pdEcp/wob4O/8ARPNC/wC/J/xo/wCFDfB3/onmhf8Afk/416TRWR6h5t/wob4O/wDRPNC/78n/ABo/4UN8Hf8Aonmhf9+T/jXpNFAHm3/Chvg7/wBE80L/AL8n/Gj/AIUN8Hf+ieaF/wB+T/jXpNFAHm3/AAob4O/9E80L/vyf8aP+FDfB3/onmhf9+T/jXpNFAHm3/Chvg7/0TzQv+/J/xo/4UN8Hf+ieaF/35P8AjXpNFAHm3/Chvg7/ANE80L/vyf8AGj/hQ3wd/wCieaF/35P+Nek0UAebf8KG+Dv/AETzQv8Avyf8aP8AhQ3wd/6J5oX/AH5P+Nek0UAebf8AChvg7/0TzQv+/J/xo/4UN8Hf+ieaF/35P+Nek0UAebf8KG+Dv/RPNC/78n/Gup8FeCvCngq0uLXwpoVnpEFzIJJktk2h2AwCfwq7qPiDRNPB+2apaQkfwmQFvyHNYknjiG6Yx6BpGoatJ0DrGY4vxY/4VpGjOWyPOxGb4LDvlnUXN2Wsv/AVd/gXfiRAtx4I1NW/gi8xT6FSD/StXQ5muNFsbhuWlto3P1Kg1zB0HxB4ikRvE91Fa2IYN/Z9qfv46b27/h+ldjEiRxrHGoVFAVVA4AHQVU7RgoXuzmwKq18ZPFuDhFxUVfRuzbvbotdL6+SHUUUVie0FFFFABRRRQAUUUUAFFIxCjLEAepqnc6vpNtn7RqdnFj+/Oo/rTSb2M6lWnTV5yS9S7RXP3HjXwtBnfrVu3+5l/wCQqm3xB8PE4tze3Xp5Vqxz+eK0VCo/ss86pnmW03aVeF/8S/zOsorkv+E2aT/j18Ma9N6H7NtH55oPibxDJ/x7+C776yzqn9KfsJ/00R/b2Bfwyb9ITf5RZ1tFckNX8bSf6vwpbRe8l8p/lS/aviA/3dL0SL/fmdv5Gj2L7r70H9tUn8NKo/8AuHNfmkdZRXJbfiHJ/wAtNAh/CQ0fZPiA3XVtFX2WBj/MUex/vIP7Xk9sPU/8BS/OSOtorkv7O8eN18Q6avutpnFH9l+Ov+hosv8AwCFHsl/Mvx/yD+1av/QLU/8AJP8A5MPEH/JSfDX/AFyuf/QK62vPRba1bfEXw+Na1KG+Zo7jyzHCI9o2HOcde1ehU66soq/T9WY5JVdWeKnKLi3U2drr93Ds2vxCiiisD3jyz9q3/kh+s/8AXW2/9HpXSfBX/kkfhP8A7BNv/wCixXPftTQzXHwT1iKCGSaQy22EjUsT+/TsK4X4f/HTSfDvgfRNBuvCPiqW4sLGK3keKzXYzIoBIywOOPSvq8PgcRjckjChHmaqN/8AkqPMqVoUsY3N2XKvzZ0f7UfiJvD9v4XZdE0PVPtN+0eNTsxOIuF5TkbTz1p/xb+JHi/w38WtA8I+G9P0++TU7VX8mcFXaRnkUfPnCqNoJ4PANcf+0rqj+LvB/gDXdO0zUI4rq+eXyZYT5sY+UfMFzjpWx8Vba5k/aq8BXEdtM8KWqB5FjJVfnn6noK9DBYOisPQVaCbUa10+8dv6RjVqzc58j6w/EksPHvxM8JfFjRPCvj9tGv7TXmCwPp8ZXySzbRgkAkBsZDA8HOa5rTvFOk+Df2lviHr+szeXbQWDbVH35XP2faijuxroPjtbXMv7QXwzmitppIo7iPe6Rkqv79epHSuTvvh7b+Pf2jPHGm6pHdwQi1ea0nVSqCbZEqEnGGA3E474rswUMHOl7aslCM6L5uVW2qJaLvYyrOqpcsXdqWl/Q9O8G+PfF/8AwgOsfETxpZ2VhoyQNPpunwRMJ3TPyF3J/iyAOBnOemK4tfHfxtn8JN8RYZPDCaMI2uF0kjMpgB+9nr0H94HHOO1QeCm8Q+Lfg34o+Eus2txH4g0eIrZmVWAnSOQFVDHg4ZQo55BX3riPDs/wg0/wzBp3if4fa9P4wt0MU9qrToZ5QcZ4f5c9/l49DVYfLsPGda9FSkppWjFSXs7XTV5RtfrLVpk1K9RqPv2Vt27e916Pbses/E34z6rpvw28JeL/AAzbWg/tqUrPDcxmQptHzKuCOQwIz3rvvhdd/EC/k1a+8bWNrp9vPJG+l2kTKXhiIbIcjnd93OT1z0rxD466ELH4UeBbTSvC93o0f9oyTHTjK9y9vvBbDMcnPOcds47V9S14GbRwuHwNNUKa9+VTV6ySjJW1Ta20vrpszuwzqTrS55bKPpqtQooor5U9IK5Lw5/yUbxP/uW3/oFdbXACHVrjxp4rj0W8htbox22Hlj3D7nQen1wa3oq6kvL9UeFnVR06mFmouVpvRbv93U2vY7+ivO/DGjePobe6WTWIrRzcFmM8YmaQ4HzBvT/Ctf8AsrxyeD4ptFHqLFc0SoxTtzr8f8hYfOq9WmpvCVE309z9ZJ/gdbRXJf2L40b73jCMf7tglJ/wj3it/wDWeNJR67LNB/Wl7KP86/H/ACNf7TxL2wk/vp//ACZ11Fcl/wAIvrzf6zxrqJ/3YlX+tB8HXcn+u8Xa83+5MFo9nD+f8GP6/jnthX85Q/Rs62kZlX7zAfU1yf8Awglm3+v1rXJv968P+FKvw98O/wDLVbyb/rpdOf5UctL+b8P+CH1rM38OHivWp/lFnSTX9jD/AK68t4/9+VR/M1z/AIo8f+FfDttHPfanHKsknlhbb98wOCeQvQcdakh8CeFIvu6PG3++7t/M1x/xY0LRtPuPB4s9MtYRJ4ht0k2xj5lOcg+oq6cKMpJXZdKeZuS9pCCj5Sk3/wCkouj41eBScC41An0Fk/8AhSTfGjwei5ji1ib2WxYfzxW9448LXWraOlt4f12XwxNHJ5jT2VtGzOoB+Q5HA78HtWL+znrGq698KNP1LWr+a/vXnuFeeUjcwWVgOnoAK6fYUXh3XjrZpNX11vbpbo+p3RdR+7LR+X/B/wAjJufjlo65+zaHqknoZEK/yBrMm+NtxM22DTFtVP8AFLBLJj8gP5V2Hxd8ceGfDumy6Jq3iqbw7qN/bM1tcw2rzPEM43gKpHUHrW/Fb3Gr+A7e307xBdRTXWnx+TqqRDzSSgIl2sMAnrg+tUqcIU41J07KTsm729drP5anFVwFSq7fWJr05F/7bf8AE8tPxNN0P9K8VXdoD1W10SQ/qwpv/CV+Brg51XxB4tv/AFVreVVP4AUz4UfFfRtB8M6la/EDxp9o1KDWrm2iadS8zRIVVTtQEhc5P517H4b17RvEmmJqehalbahaMSBLC+QCOx7g+xrbGUKuEk1KD5U7XWifo+U545Jg6n8W8/8AFKUvwbt+B5jpvjb4T6eQ1vpd4XH8UmnSSH82BrbT4xeCUUKv9pqo6AadIAP0r0Wob+8tbCzlvL64itraFS8ksrhURR3JPArznUhN6pt+v/APTw+EoYaPLRgorySX5HA/8Lk8F/3tV/8ABfJ/hR/wuTwX/e1T/wAF8n+FX9A+K3w917WF0nS/FFlNeO22OM7kEh9FLABvwNdVrX/IGvf+veT/ANBNXVo+xko1abi/PT9DdO+zIfDes2PiDRLbWNNd3tLkExl0KkgMVPB6cg0VzHwG/wCSSaD/ANcpP/Rr0VzVIqM3FdGNHcUjsqKWZgqjqScAVymo+JNQ1DUZtK8K2aXMsLbJ7yY4ghPp/tH/ADzTE8FvfsJvEus3mpv18lW8qEfRR/8AWq/ZJazdvzPHlms60nDBU3UtpzX5YX/xat/9upmhqfjLw3p7GOXU4pZB/wAs4MyNn0+WqH/CX6jef8gbwrqdyD0knAhT8zW/pmi6TpigWGnW1uR/EkY3fn1q/RzUltG/r/wA+rZnW/iV1BdoRu//AAKV/wD0lHI7viDe9I9H0tP9omVx/Sj/AIRnxFdf8hHxjeYPVbWJYh+YrrqKPbtfCkvkH9iUZ/xqk5+s2l90eVfgckvgDRpCDfXWp3zdzPdMc/lir1t4L8LW+Nmi2zY/56Av/wChE1v0UnXqP7TNKeR5dTd40I37tJv73qUrbSdLtsfZ9Ns4v9yFR/SriqqjCqFHsKWis229z0adKnTVoRS9AooopGgUUUUAFFFFABRRRQBx/iaWOH4i+G5JpEjQRXOWZsAfJ6mul/tPTf8AoIWn/f5f8ar61oOkay8T6nYpctECELMRgHr0PtWf/wAIN4T/AOgND/32/wDjW7lTlGKlfQ8GOHzHD160qMYOM5c2spJ/DGPSL/l7mx/aem/9BC0/7/L/AI0f2npv/QQtP+/y/wCNY/8Awg3hP/oDQ/8Afb/40f8ACDeE/wDoDQ/99v8A40rUu7+5f5m3Pm//AD7p/wDgUv8A5A2P7T03/oIWn/f5f8aP7T03/oIWn/f5f8ax/wDhBvCf/QGh/wC+3/xo/wCEG8J/9AaH/vt/8aLUu7+5f5hz5v8A8+6f/gUv/kDY/tPTf+ghaf8Af5f8aP7T03/oIWn/AH+X/Gsf/hBvCf8A0Bof++3/AMaP+EG8J/8AQGh/77f/ABotS7v7l/mHPm//AD7p/wDgUv8A5A2P7T03/oIWn/f5f8aP7T03/oIWn/f5f8ax/wDhBvCf/QGh/wC+3/xo/wCEG8J/9AaH/vt/8aLUu7+5f5hz5v8A8+6f/gUv/kDY/tPTf+ghaf8Af5f8aab7STIJDeWJcDAbzVz+dZP/AAg3hP8A6A0P/fb/AONH/CDeE/8AoDQ/99v/AI0fuu7+7/gi583/AOfdP/wKX/yBsf2npv8A0ELT/v8AL/jR/aem/wDQQtP+/wAv+NY//CDeE/8AoDQ/99v/AI0f8IN4T/6A0P8A32/+NFqXd/cv8x8+b/8APun/AOBS/wDkDY/tPTf+ghaf9/l/xo/tPTf+ghaf9/l/xrH/AOEG8J/9AaH/AL7f/Gj/AIQbwn/0Bof++3/xotS7v7l/mHPm/wDz7p/+BS/+QNj+09N/6CFp/wB/l/xry/xHdeMD4m8TTeBUsbmYpb+YzMGcDZ/yzB+Unr1ruP8AhBvCf/QGh/77f/GtHRdB0jRmlbTLJLYygBypJ3Y6dT7mrhUp078uvr6+pjLD5jiK9GVeMFGEubSUm/hlHrFfzdzg/Dc/xPbwXoj6fFpkt20cv286wZVmEnmtjgdsf0rqPBz+OWubj/hLIdDjg2DyDYNIWLZ53bu2K6ais5Vea+iPdsct4wfx8t/EPCkOgyWnlfvTftIH8zJ6beMYx+tTeDX8aM91/wAJdDosa4X7P/Z7OSTzu3bv+A4x710dFTz+7y2QzlPFsnxCXVFHhaDw+9j5Q3G+aQSeZk5+7xjGP1q34Nfxg0d1/wAJdFo8b5X7P/Z7OQRzu3bvwxj3roKKHP3eWyA5HxTJ8Rl1dh4at/Dr6dsXab1pRLu/i+7xitHwc3ixrW4/4SyLSY5/MHkCwLlSmOd27vmt2ihzvG1kBx3iaT4lLrMw8O2/ht9NwvlG8aUS5wN2dvHXOPauT8cN4naDwgfFcemR3n/CU2/liwLlPL28Z3c5zn9K9drzz40f8fPgv/sZLb/2atqE7ySshM3vGvjjwn4R8mHxJrlrp0tyjGFJckuB1IAB9a8u/Zf8deEbbwFpHhW4160j1qW6nCWjEhmLSsygHGOQR3r2vUNM03Udn9oafaXezOzz4Vfbn0yOKhtNB0O0uFuLXRtOgmT7skVqisv0IGa6qWJw0cLKjKMrtp3urXV7dNtdSWpc1zzL9ozxp4Pt/A/iPwtdazZrrr2JWK0IJkywBUZxgEjB61p/Df4meA5fBNhap4nsPO0vR4ZL1CSDCqIisTkc4YgcZ613l9ouj30/n32k2F1LgDfNbo7Y9MkUltoei2yyrbaPp8IlTZII7ZF3r6HA5HtVfWsK8LGg4yune91von020DllzXPnf4D+OPhpobeJrjXrq0tL681i4lhvZ7dmWa3LZVVbBxjJJHH3hXc/CJrPVPit4p8SeE7Z4PCd1aQxGQQmKK6vFJ3SRqccBeCcck16eND0VbUWo0fTxbh94iFsmwN/exjGeBz7VfjRI0CRqqKBgKowBW2MzSlWdSVOLTmrO8rq2nSy1076CjBq1znJvG2hRfEGHwM0lx/bE1qbpFEJ8vYM8bvXAJ9OOueK5X9ouyurrwvpNy1nPqGjWOrwXWs2cCFnmtlJz8o+8AcEj/CvSjbwG5F0YIzOE2CXYN4XOdueuM9qkrgoYmFCtCrTjtvd7vrbt5dimrppngnxT8Z/DXxd4Cm8O+Fkh1fW7lUj0u1srJllgmyNrZ2jywvfnpxXsccV7B4KWHUpRLex6cFuZB0eQR4Y/ic1ftrCxtp5J7eytoZZPvvHEqs31IHNN1r/AJA17/17yf8AoJrTEYqnUpxpU4tJNvV3d3byWmglFp3ZyXwG/wCSSaD/ANcpP/Rr0UfAb/kkmg/9cpP/AEa9Fclf+JL1ZS2LXwnATwxJBgCSG8mST13bu/4Yrrq4/wANN/ZPjjWdGk+WO9IvrbPfP3wPx/lXF/tg65rug/CaC68O6zeaPezaxaW32m1fa6o7EEZp4j42++p4+QPlwMKPWneD9Yu34qz+Z7JRXxR+0vZfFT4VTeF7fRvjF4s1m4164mt1SeURBGXywuCD3Mnf0qkfAv7Z/wD0HNYP/cfg/wDi6xPZPuSivnr/AIVT4ytIbKPWf2jvFGn31xGp+zyzRAlyBlVy/wA2CccVPqPwl8V6aYhqP7SfiqzMpIj8+SOPefQZfnqPzoA9+or518S/DnWfDMKTeIv2ovEOkRyHCNe3EUIb6bnGav6d8H/GGpWcd7p37R3i68tpBlJoGjkRvowbBoA97or5u1DwLfafrK6Lf/tV63a6k/3bSa8gSU/8AL57itTUvhJ4s02NJNR/aS8V2aO21GuHjjDH0BZxk0Ae+0V4HqPwi8Xabbi41H9pDxZZwltokneONSeuMl8Z4NeWePZfEvhT4w+Hfh6/x08X3Y1hEaXURexIlnuZlw689lB5YcMKAPs+ivnjWvhnr2i6ampax+094k0+ycbkuLmeKONhjOQzOAeOeKk0D4XeJPEFiL7Qv2mfE+qWpOPOs5YpU/NXIoA+g6K+IPglceNfGo8ZXHif4+eIfDVj4dvktVuZbpFSTcZRlmdgAf3fT3NekeLfh5400z4b614x0j9obxXqsNhplxfQGKRGin8uNnA3qx4O3GRQB9L0V8k/s++FfiN8Tfhfa+Mb745eL9MkmmmjaGNg6KI3K5ySPTNdLo/gW+1nVJNL0j9qzW9Qv4jh7a2vIJJFP+6rk0AfSNFfI3xd8N/ELwhr3hbwrovxx8Y6r4j8SXywW1tIwRIoAf3kzkEnCj88H0rurj4S+K7a9jsbj9pPxVDdyLuSCSSNZGHPIUvkjg/kaAPf6K+cdO8AanqVne3un/tUa7d21iSLuaG7hdLfHXeQ+F6HrVrw/wDC7xH4h08ahoP7TPifVbMnAns5Ypkz6blcigD6Eor5s1fwTd6PqiaXq37V2s2F+52rbXF7BHIT6bTJmt5Pgr46eNZE/aF8aMjDcGCoQR653UAe60V83ab4Fv8AUtYfR9O/ar1u81JDhrSC8geUH02h815/8QNP+Jfhj4/+E/hnH8afFtxa67brNLeO4V4cvKuAucH/AFY/OgD7Ror500L4d6vr13cWmiftSeINTuLY4nitLmGV4/8AeCuSOtU/il8NviH4O+HWv+KYPjx4zu5dLsZLpIX2qshUZwSG4oA+l6K+T/gf4R+IHxA+Emm+OtT+PHi3SftQnaWMOpjiWOV0zuZhxhM81v6D4FvtevpbDQ/2q9b1O7iJEkFpeQSuuOuVVyaAPpGivAJ/hN4qt75bCf8AaU8VRXbrvWB5I1kZcE5Cl844PPsaqaB8OtY8QT3EGhftReIdUltjidLO5hmaM/7QVzigD6Kor518Q/DrWfDrwR6/+1F4h0p7hgsK3lzDCZCeMKGcZq3b/CbxVcXz2Nv+0p4qmu0Xe0CSRtIq8clQ+QORz7igD3+ivBr34OeNLG2e6vf2i/GFtAmN8sxREXJwMktgcmsm98BajY3NnbXn7VWuW896A1rHLeQK04PQoC/zDg9KAPo+ivB7v4NeNrO2kurv9onxjbwRKWkll2KiKOpJLYArH07wJf6jpz6jYftV63dWSS+S1xFeQNGsnPylhJgHg8e1AH0hRXgE3wn8VQ3UNpN+0p4pjuJ13QxPJGHkHqoL5I4PSqOm/D/VNSgvZ9O/an167isCftjw3ULrb467yH+Xp3oA+jaK+evD3ww8ReIrD7foH7TXibVbXcV86zmimTPplXIzXF/CXw38QvFviPxV4T1r44+MdK8ReHL4wz28bB0mgP8Aq5kJIOCOo7ZHrQB9c0V4YPgl49PT9oPxr/3yv/xVH/CkfH3/AEcF42/74X/4qgD3OsDxt4T0vxdY29nqrXSJbzieNreXy2DgEZz+Jryv/hSPj7/o4Lxt/wB8L/8AFUf8KR8ff9HBeNv++F/+Kpxk4u6A67/hT/hn/oJeIv8AwZNR/wAKf8M/9BLxF/4Mmrkf+FI+Pv8Ao4Lxt/3wv/xVH/CkfH3/AEcF42/74X/4qtfrFX+YVkdd/wAKf8M/9BLxF/4Mmo/4U/4Z/wCgl4i/8GTVyP8AwpHx9/0cF42/74X/AOKo/wCFI+Pv+jgvG3/fC/8AxVH1ir/MFkdd/wAKf8M/9BLxF/4Mmo/4U/4Z/wCgl4i/8GTVyP8AwpHx9/0cF42/74X/AOKrG1/4c+INB1TR9L1b9pLxla3etXJtdPjaMEzSBdxUYPHHc4GSB3o+sVf5gsj0f/hT/hn/AKCXiL/wZNR/wp/wz/0EvEX/AIMmrkf+FI+Pv+jgvG3/AHwv/wAVR/wpHx9/0cF42/74X/4qj6xV/mCyOu/4U/4Z/wCgl4i/8GTUH4PeGSCDqXiEg9QdSb/CuG+AreK9F+PHjrwPr3jfWPFNppWn2UtvLfvyGlXexC5IHXH4V79R9Yq/zBZGb4X0Sy8O6Da6Lp3m/ZbYFY/Mbc2CxY5P1JorSorJtt3Yzl/iFp7vYRa3ZSeVqOmN5sLBSd47oQOTmvBf2lPEt5rXwagttVhaG9i8R2LjMZUOhkbp9On5V9RV4Z+21/ySGw/7GGw/9DNa+1Xs+Rr0Z48ssnHHrF0qnKmvejbST2vvo7W1t0PP/wDgoVFdT6l8MYbGcW91JqVysMpGRG5a3Ctj2ODXTxfDP9phZlaT45WLIGBYf2coyM8/8s66f9pr4N6r8WT4Zl0nxFBok+hzzTLJJbmUsz+XtIwRjBj/AFrlz8Iv2hf+jgH/APBd/wDXrE9g6/8Aav8Ah3o/jv4VX1ze3UGnalokT31hqEjbRCyLllZuyMBg+hCntXg/7Ms978ffina+KPiDqVref8IZp8CWWmZ5nlyf9IZT1+YBmPdtg6DFe5fGH4V+NfiF8OfD/gqXxxDaW8EcP9u3RtmaXUXRVBIwQFBIZsHqdvpWXe/s/f2F8UPDvjj4Y6vaeGzptrHaXtlJbs8V7EoC/NtI5ZBhie4VutAHz/Ffw+Ofj/4/1fxh8M/E3xCjsLtrG0srAuEsY1kdF3hSCMhOO2dx611nwVufG3w1sPivdWvgzxR4c8LrpE+qaLBqsDYtrhAAFDHgnDZ9xGM9K9L8Z/BLx1pfxK1bx98HfGtn4evdbGdSsr638yCR85LD5XHJy3K5BJwcHFdX8L/hh4j07TPEP/CyfHGoeL73X4nt7mAyulnbxMCGWKLO1Sc9QBjAAA5yAeJ/s/fAXwP8Rv2eT4i8QRyy+Jtda7k/teSZ2e1kErorBdwVuU3HPXJ59M/9sPw5feEf2e/APhvUPETeIZbDVmhW/aLY0iCN9oI3N90YXr0ArqoP2evi9ofh/UPAHhb4qWMHgW/aUSQ3Nnm5SOT7yDCnqM52uoPJwMmu38f/ALO+i658BtJ+Gej6k1lLo0i3FlfTR7i83zby4HZy7dOnHXGKAOW/4KH/APJCNH/7Dtv/AOk89ecfF3wR4Vu/2n/hhp9xo8Ulr4i060m1aMyPi5cl1JPOR8qKPlx0rvfGX7Pnxa+Ifg200rx98VbO6uLGdGtIYLL/AEdUCspZyFRpJD8uCeg3dc113xl+A2qeM9a8K+JvDvjI+H/EHh2yjtIp/s3mK2w5Vh8w2kEt65z7UAcJ+0JY/C1fi94d0PVdP8VeLbzSNKS2s/CGjwGSCOIKdhdtwYEjaeCThVzxXP8A7IzNpf7VvjDRbDw/eeFNNl0l5jok8xka3IaAoGJJ5xIx9t+K9L1f4KfELTfitafErwX4w0Ya5caXDY6w2q2rukzrEkbzIF/veWrbeMHPPOK0/hZ8EfEXhH44an8StX8ZQa9Nqtk8F2Hs/Jcu/lklcEqFBjAC9lx6UAeKfslfDPwl8QvFnxGk8YWL6pa2OpqILJriRIg7vNmQhGGWAXAPYMaf8NRN4Um/aG+GenzXUvh7TtGv57NJH3CBlR1xn1KsAfXy67jw3+zv8UfA2qeINf8AAHxPsLDU9VuGYwTWG63kjLM2H3B8MC3DBT1PrXWfDP4B3Xhn4feOLHWPEY1TxX4ytZ4b/U2QmNC6OBgHlvmkZieM+gxQB853viXVND/YP0DTdMknhXWdfuLW6ki4JiDO5TPbcVH1AIqXxn4Lc+GtJb4c/Ab4heG/FGmTwzRasySOZSo5LjnknBG0Dn24r6F0r9nW0f8AZ0X4T69rSzzw3cl5balbwbfJlLllYKTyMMVIzyCelZFj8I/j/fpY6B4j+NKweHLN4wJNJjaG+ljUY2mQKrA44yXb1OaAOf8AB+qX/ib9uXTp9esp7a707wnCywXCbWhlktkdxt7ENPID7g1S/aH0Sw8SftueAdD1VJZLG80mOO4SOVozIm+6JXcpBAIGDg8gkV1vxZ0z/hXf7S/gP4lkyf2FqMA8P6ncSsX8lypWJ3Y885XJP/PM5612fjT4Q3niD9ojwx8U49at4LbRbRbd7JoCXlIM3IbOB/rR27UAfP1j8MvB0P7a1/8ADmDTpofCdxYLPPpcd1KsUxFusoVyG3Mof5sE9RXSfs0Wtl4L/am+KfhTSJTp/h20sZJ1hZyyQ+XJFtbLf3RI457V67H8Ib1P2m5fi9/bVubV7L7N9g8g+YD5IjzvzjtnpVHQPgdJafGDx94z1DW4rjTvF2mz2DWcUJWSFZfLyd+cHhD270AfMmoab8NNQ8GeNLzwz4I8bfEC/f7VcP4svkMEFowQsZNwbDAEF8MNxzj0rpm8Za5pH/BPSwa2vLkTXuoyaT5yn5o7cyyErnsNqFPo2K9H8I/AT4o6J4C1f4Zp8QtFtvCF5522W309mvZBIOUYsQqKeM4LHBIBFdR4a+AMMf7Ok/wi8R6xHdKZ5J4L+1hKmJy/mI21jyQ2QRnkccUAcs37LvgbUPhj4am8O30nhjxHDFbXZ11WeWR3KBmypkVRknIxjGBXJ/tG+H4/EH7Wvwx8OaxezzR3WjwQXk9uxhacebcb8EHKh8EHB6Mea6OT9n34teI9L0vwX47+KFlfeCNMliMdva22LmaOMYVWYqCMDgEs+OvavQfGPwYl1j45eC/iBYatbWWn+GbOO0GnmAszqjSEbWzgDEgHTtQB4v8AErwb4d+Ff7V/wrXwFYHRYdTnjiu4opnZZFaby2+8SeVYgjOOBX0R+0p/yQLxx/2Brj/0GsT4sfCG88bfF/wP46g1q3s4fDUySyWzwFmn2zCTAYHA6Yrufij4al8Y/DvXvC0F0lpLqljJarO6FljLDGSB1oA+U9HuPCa/sG+GLHxh4i1bR7C7vp1EelxLJcXjC5nIhCsQCP4jkgfKK8+8ew6NoXjj4bat4L+GfiHwDH/aaLHe6k7JLqG14fmCFjjAY5PQ78dq9/8AEH7NN/ffArwr4ItfE1qmu+GL2a7tL1oGEEpklZyrLkkdV55+705pfHfwL+J3xDvfDeueMviBoranotyJYrOz051tFGVY4JYOzsUGSQBgDAoA4349+HrHxV+3P4O8P6m1wtjeaOi3AglMbPGBdMybhyAwG047E1D4t8I6D8Lf2zvh1ZeBLNtGtNTt0F1BFM7I4d5Y2HzEnBUDjPUA17X4o+EF7rH7SPh74sJrVvDbaTZC2exMJLyHbMMh84H+tHbtS/Ef4Q3viv47eD/iRDrVva2/h+NEktHgLPNtkd+GBwPv46dqAPGPhd4R0L4zftK/FG++IljNqaaLci0sbKeZ0SOMSyRrwpBwFjGO2XJ6mm/s7+H7Pwr+3B408PadNPNZWWkSx25mlMjJHm1Kx7jyQoIUZ7KKf8VrXwXpv7QWuXvhr4raj8MPE0sanVvtdkfsl2GCkvG24AlhhsEEEgkEHNVv2QtNs7v9qPxrrnh/V7zXtFtdNaBtWudxe7mkeEtISf7zxysB6UAe1/tof8m0eLv9y2/9Koa8Y0X4I+A9T/Y+bxhfWc0/iMeH5dRj1KS5kLxtGrMkarnaEAULjHT3r2f9tD/k2jxd/uW3/pVDXjfgH4S/FjxZ8CPDmi+HfiZBZeDdZ09ZL2xu7bdNBuJLpG6ruaMnJ2llxkjkUAcb428YeIfFP7Mvwl8O6le3q22savLYX90W5miglWOMMx68PnnqY8nOK3f21vhB4H+Hvwy0fU/B9jLpbyalHaXMK3MjpdDypGWRwxI3qVOCMffNen/tBeA/hp4U/Z10Xwr4km1ey0vSZo47HVLK186W3uCGJldQQNrktkZHJGCDivnL45La6r4Q0PTF+M1z8TPEEupRwadaQowjtoCrAllyS0jMYhzzwevNAHpfxz0iz1/9pz4P6NqIlazvNDtIp1ilaNnQvLuXcpBAI4OD0JrPl+GPg6z/AG10+Hdnp01t4Vv9OE13psV1Ksc22AyhGO7cV3orYz1Fe6eKPgxqGufGDwF4+Gt21vH4ZsYLaa0MJZpihckhs4H3/TtVy5+EN7L+03bfF4a1bi1hsjbGw8g+YT5LR535x/FnpQB5J+zlplp4N/bM+IPgvw6r2egppxlS03llUhoGXk5PHmuB7Gtq+um0f/gobZxWcbBda0DZd7OjYichm/78J+leg+D/AIQ3mhftGeJfirJrVvNbazZm3SxWAh4ifJ5LZwf9Ue3euR+EdkfHv7U3jT4oRjdomixDQtMmH3Z5VAErKe4GH5/6aCgD0T4U/CXTvh94v8WeI7PWb++l8S3P2iaG4ChID5kj4THbMhHPoK9FldY4mkd1RVBJZjgKB3Nec/CjwL4u8K+L/FmreIvHF34gsdYufN0+zmeRlsE8yRtih2IHDqPlA+6K7fxPo9r4h8OaloN80q2uo2slrMYn2uEdSpKnscGgD5B8X/GDW9PvNQurf9oy2u760EzwWOn+EfMsZGXJWIze+AN3IGevevqb4R+J5/Gfwz8PeKrq3jt7jU7GOeaOM/KrkfNjPbIOK8kg+B3xMh8IzeB4vjH9n8LJZNaW1rbaFBFK8ZQqFkkHJHTcRksM9M16D8A/BPin4f8AgqPwz4j8T2muwWgWPTvIsRB9nhA+6Tkl+e559z2APQ68v+OfjjxDoV/4Y8GeC0sh4n8VXUkFpcXgJhtIo03SzFR94gEYH8+h2vB/hPxPo/xD8UeIdU8bXuraRqpjNhpMseI7HHXac/hwBnq2TzR8XPh3ZfEDTLAf2pe6LrOlXP2rStVsz+9tZcYPB4ZSOCvegDzDxdf/ABf+DOmR+NPEfjyz8ceHI7qKPV7SXS0s5beOR1TzIWQnOCw+U+vTuL19q/jbR/2rPDGjS+NrjUvDHiO0vLyPTDZxRpbLHCxVA4G5+cHJwfXNWV+DfjXxNfWcfxT+KE/ibQ7G5W4TSrXTI7OO5ZDlDOU5YAjO39a6T4vfDXUvFeu6F4s8KeJz4a8UaEs0dpdtaLcxPFKu10eNuPoe2Tx6AHGWl98QPDn7VWjeFtW8fXOu6Frdje36WT2EUC24XdsjyvLbcDnjPpXK/tQ+GPGVx8afh5Na/EK4tYNT1kxaVCNNib+yZAibpFOR5ufRsfWuos/gl8R4vipoHxAvfi1/ampWKGK6+1aUgQwsfnihjVgqAqSM9cnPtXoHxm+HMnjy20W80zXZNB17Qb0X2l36wLOscmMENG3DA8fl+FAFn4V+F/GfhqC+Txf8Qp/GDTsht2l06O1+zgA5A2E7s5HXpiu2rzT4e+B/iBp3iOHXvHHxSvvELwwvGmn21jHZ2eWH3nVfvkdicYr0ugDwfwLeWlp+2H8ThdXUMHmaXpip5jhdx8peBmveK8A8KaRp2sftcfFG31K1juI/7J0zbuHKnyl5B6g16Zo0134W1+Hw/fXElxpl5n+z55OWjYf8smP8vw/DWMFKOj1PLxGOq4WulWivZSaSkns3tzLs3omnva/c7Oiiisj1Arx79rrw94g8S/CmGy8M6PPq9/Dq9rc/ZoSAzIjEnk8V7DRQB4d/wuD4r/8ARu+v/wDg3h/+Io/4XB8V/wDo3fX/APwbxf8AxFe40UAeHf8AC4Piv/0bvr//AIN4v/iKP+FwfFf/AKN31/8A8G8X/wARXuNFAHh3/C4Piv8A9G76/wD+DeL/AOIo/wCFwfFf/o3fX/8Awbxf/EV7jRQB4d/wuD4r/wDRu+v/APg3i/8AiKP+FwfFf/o3fX//AAbxf/EV7jRQB4d/wuD4r/8ARu+v/wDg3i/+Io/4XB8V/wDo3fX/APwbxf8AxFe40UAeHf8AC4Piv/0bvr//AIN4v/iKP+FwfFf/AKN31/8A8G8X/wARXuNFAHh3/C4Piv8A9G76/wD+DeL/AOIo/wCFwfFf/o3fX/8Awbxf/EV7jRQB4d/wuD4r/wDRu+v/APg3i/8AiKP+FwfFf/o3fX//AAbxf/EV7jRQB8+eJPiH4+8SaNPo2vfsy6tqWn3GPNt7jVIXRsHI4KdiAavw/Fv4qQwpDH+zrr6oihVH9sRcAdP4K90ooA8O/wCFwfFf/o3fX/8Awbxf/EUf8Lg+K/8A0bvr/wD4N4v/AIivcaKAPDv+FwfFf/o3fX//AAbxf/EUf8Lg+K//AEbvr/8A4N4v/iK9xooA8O/4XB8V/wDo3fX/APwbxf8AxFH/AAuD4r/9G76//wCDeL/4ivcaKAPDv+FwfFf/AKN31/8A8G8X/wARR/wuD4r/APRu+v8A/g3i/wDiK9xooA8O/wCFwfFf/o3fX/8Awbxf/EUf8Lg+K/8A0bvr/wD4N4v/AIivcaKAPDv+FwfFf/o3fX//AAbxf/EUf8Lg+K//AEbvr/8A4N4v/iK9xooA+bPGHibxL4wEf/CUfso3WrtGMRvdX1u7oOuA3l5A9s1oeHfiD478OaeNP0D9l/UdKtAd3k2moW8SE+pCxjJ96+g6KAPn3xJ8RPiB4k0W40XXv2Z9Y1HTrkKJrafVYWR9rBhkbOxAP4VJofxK+I2h6RbaRpH7NetWVhaxiOCCLVoQkajoANnSvfqKAPBtR+KXxL1KylsdQ/Zs1i7tZl2ywz6nA6OvoVMeCK5rw3qmreG9TOp6F+yI+n3u4sLiG7thIpPXafLyv4Yr6eooA8O/4XB8V/8Ao3fX/wDwbxf/ABFH/C4Piv8A9G76/wD+DeL/AOIr3GigDwyX4ufFSWJ4pP2ddfZHUqw/tiLkHr/BWf4a+IXj7w1o0OjaB+zLq2m6fBny7e31SFEXJJJwE6kknNfQdFAHh3/C4Piv/wBG76//AODeL/4ij/hcHxX/AOjd9f8A/BvF/wDEV7jRQB4d/wALg+K//Ru+v/8Ag3i/+Io/4XB8V/8Ao3fX/wDwbxf/ABFe40UAeHf8Lg+K/wD0bvr/AP4N4v8A4ij/AIXB8V/+jd9f/wDBvF/8RXuNFAHh3/C4Piv/ANG76/8A+DeL/wCIo/4XB8V/+jd9f/8ABvF/8RXuNFAHh3/C4Piv/wBG76//AODeL/4ij/hcHxX/AOjd9f8A/BvF/wDEV7jRQB4d/wALg+K//Ru+v/8Ag3i/+Io/4XB8V/8Ao3fX/wDwbxf/ABFe40UAeC/Ai18aan8c/HHjrxR4Iv8Awrb6tp9lDbw3Myy5aJdpwy4z0z0716v8R9P+3eFLmSPi4tMXULDqrJzx+Ga6OsPxfrml6Xpc8V5cKZpYmSOBOZJCRgAL/WtKPNzrl3POzdUXgqsa8kotNXfp+fYv6DfDUtFs78Y/fwrIQOxI5/WiqHgG0ubHwfptreRmOdIvmQ9VyxIB98EUUqiSm0jbAVKlXC0p1FaTim/VrU3KKKKg6wooooAKKKKACiiigAooooAKKKKACiiigAooooAKKKKAOP8AGU2qzeKtG0jTtVl05LuOYu6IG5UZHBp//CNeJP8Aod7v/wABE/xqLWri3m+Jnh1IZ4pGjjuQ4RwSp2d8dK7KumU5QjFLt2XdnzOFwVHHYnEzqSk7TsrTmklyQdrRklu2cl/wjXiT/od7v/wET/Gj/hGvEn/Q73f/AICJ/jXW0VHt5+X3L/I7v7Cwf9//AMGVP/kjwrR/EXjC++Omq/DpvEciW1ja+et2IQXc7ImwVzj/AJaH8q9I/wCEa8Sf9Dvd/wDgIn+NeVeFP+T0fE3/AGDf/aVvX0C7bUZsE4BOBXs51GNCdFUopc1ODei3a1Zy4XJ8NUUnJz0bX8Spsv8At44fU7DUNLCf2l8SRZeYcJ9ojij3H0G5hmrUXh3xDLGskfjq5dGGVZbVCCPUHNeLfBXwnovxgvfE/jDx5Dcanc/2gbe3hed41t4woYABSMYDAY6ce9O+GOonwzqPxO+H9x4hutP0DSYZZLS+fLtYqW2Hb7/MuAO4yOa7q2TKPtKUKl6lPl5lyK2rS91q7dr9tehhDAYV8snGXLK9v3tTp3949YFvcnUf7NHxQiN7/wA++IfN/wC+d2avy+HvEEUbSS+OrmNFGWZrZAAPUnNfJ3irTfA8PwzN14X8M+KLu9gmRn8TXcLQQtmTGMbyuTkAYGc85r0f4ya1qmsfDf4WeG5724SPxGtt/aE6nmT5YlwT35kLYPUgV1VeHH7SlGnU0lJxfNFJrlXM3ZN9Nk7PuZxwmE5ZOSlok9KtTq7fzG/8Z/F+v+CfCFl4g0HxlFrqXF99kbaEKL8jsfmQnnK4xXoM2l6xa6al/qHxBezhKBmkmhjRFyM9S2K8K/ag+G3hrwP4K0q68MxXFlFNfCG5gNw8iTMInKyEMThhhhkY4Y074qalH4g+OkWg6/oeveINE0fT4iml6WhZ5HaJWMhAIO3L4LA54ArWnlGHxeGoyw8tP3jk3FczUXFJWva93prbqxSwFCnOUail0SXtKltb9ea57vp+kavqFstzp/xDe7gbpJBDG6n8Q2KZc6bqVtA1xcfEfyYUYK0kkcSqpPABJbAJrx/4N2+oaH8bk/4Rnwb4t0Hwnqlu0dzb6layBIpVVmDbjkAZUAEnPzEelYn7P/w+0nx1rXixtbur0Wen6qssdrBJsV5i8mHY45wAQB/tGuSpktOj7SpUrWhBRl8MW/ebVmk7Jpru0XHAYaXLGMZXba/i1LadfiPob/hGvEn/AEO93/4CJ/jR/wAI14k/6He7/wDARP8AGutor5T28/L7l/ken/YWD/v/APgyp/8AJHJf8I14k/6He7/8BE/xpvgubVYvFGt6TqOqy6itokJjd0C/eBJ4H+eK6+uL0u8tbHx94puLy4it4VjtsvIwA+5WkJyqRkmunZd0cGKwdDL8RhqlOUknNp3nNq3JN680mt0mdpRWBpnjDw7fpLJHqdvCschQefIsZfgcgE5xzVtvEnh9Rk63p3/gSn+NYOlNO1j2YZng6kVONWLXqjUorGbxV4bU865YfhMDUbeMPDC5zrdnx6Pmn7Kf8rB5pglvWj/4Ev8AM3aK55vG3hVc51q3P0DH+lQyeP8Awmn/ADFQ3+7C5/pTVCp/K/uMZZ3lsfixEP8AwKP+Z09FcmfiF4c/5ZyXkv8AuWr/AOFJ/wAJ5p7f8e+k61Of9izP+NP6vV/lM/8AWDLOleL9Hf8AI62iuS/4TC8k/wCPfwjrr+m+EJQfEXiiX/j38F3A95bpV/pR7Cf9NB/b2CfwuT9ITf5ROtork/7Q8eS/6vw/plv/ANdbvd/6DSeV8Qp/vXWh2g/2UdyPzo9j3kvvD+2Yv4KNR/8AbjX/AKVY62iuSOheMJ/+PnxgIh6QWaj9aT/hC5Zv+P8A8Ua5ceqrPsU/gKPZwW8/zF/aGMl/Dwsv+3pQX5Sk/wADqppoYV3TTRxj1ZgKy7zxR4dtM+frNkCOyyhj+QzWbD8P/DKtumtZ7pvWe4dv6itWz8N6BZ4Nvo9khHcwgn8zRakurf4Bz5tU2hTh6ylL8FGP5mRJ4/0RmKafDqGov2FtbMc/nimf2/4svuNN8KG3U9JL2YL/AOO9a62NEjXbGiqvoowKdR7Smto/e/8Ahg+o4+r/ABcTb/BFR/GXOzkDoni7Ux/xNvEaWUR6w6fHg/Teea09C8KaLo8v2i3tjNdd7idvMkJ9cnp+FblFKVabVtl5GtHJsJTmqsk5zXWTcmvS97fKwUUUVkeoFFFFABRRRQAUUUUAFFFFABRRRQAUUUUAFFFFABRRRQAVx3iG7vtf15vDOk3D21vAobUbpPvKD0jU+p/z0NdRqt2thpl1ev8AdgiaQ++BmsH4aWbQ+Gkv5/mutRdrqZz1JY8fp/Otqfuxc/u9TxcycsTXp4GLspJynbR8qsrX6czf3JmO2h6bofxA8NwabbiINFcb2ySzkJ1JPXrXf1xvjQahbeLdE1az0q61CO1jmEiwLyCwwOfxqT/hLdX/AOhL1f8AT/CtKkZ1Yxlvp382efgcVhMsrYijKLiue6ShK1uSC0smt0zrqK5H/hLdX/6EvV/0/wAKP+Et1f8A6EvV/wBP8Kz9hP8Apo9H+38D/NL/AMAn/wDInnvi74T+PJ/ixqvjrwj4t07R5b1FjXfAXdUEaKwOVK8lM10Xw/8ADHxa0zxPBeeLPHtnrGlKjiS1jtVRmYr8pyEHQ89a6D/hLdX/AOhL1f8AT/Cj/hLdX/6EvV/0/wAK9irmmMq0VRnGDSjy35Y3slZa7nLHM8ujPmjKe9/hqW+7lOAufhj4/wDCXiPVL/4W+JNNs9O1abzp7HUItwhck5KHa2RycdOOOcVPpfwRZfh/4n0zV9dN54i8SMst5qOw7FdX3ooHUru6+uegwBXcf8Jbq/8A0Jer/p/hR/wlur/9CXq/6f4VUs4zBxVmk9LtKPM+W1rvray/USzHLL7ytrpyzsr72908xu/hV8Ttb+GcXgXV/EXh2z06wWNLUWsEjNcBCNvmscYAHPyjJIGa6Lxl8JbrxF8KfDvh06nDaa74fiiFpeR7jEXRQpz3AIAPqCB1rrP+Et1f/oS9X/T/AAo/4S3V/wDoS9X/AE/wolnGPcoyjyx5ZOSsorV6P1v1uCzHLLNNyd1b4Z7f+AnlPjL4RfFPx7oFrD4t8Z6S91aTZghigIhClSGdiqgs5+XHGAM+tdT8Qvhj4huPF9j448C65baX4ht7UW063KFobhQuBng9sDkdh0Irrf8AhLdX/wChL1f9P8KP+Et1f/oS9X/T/Cm85x942UVGPMuVKPLaVrprqnYP7RyzX3pXdteWpfTb7JifDnwt8RofEb+IPHvjEXjCHy4dM08lLVTjG5hgBj6cdec8Uz4HfDjUvAFz4kl1DULS8GrXazxCBWGwAucNnv8AOOnpW9/wlur/APQl6v8Ap/hR/wAJbq//AEJer/p/hXPVx2LqRqQtFRnZNJRStF3VreZcc1y6Li+aV1f7M+v/AG6ddRXI/wDCW6v/ANCXq/6f4Uf8Jbq//Ql6v+n+FeZ7Cf8ATR0f2/gf5pf+AT/+ROurh7DTbHVPHnii11C1iuIilt8rrnB2dQex9xVr/hLdX/6EvV/0/wAKZ4KGoXHirXNVvNKutPjukgEazrydoIPP+etaQhKnGTfbv5o8/GYzDZjiMNSgnJKbbTjJK3JNa3SW7Rc0vwN4bsY5Yzp8V0ryF1NwgdkGB8oPpx+tXF8K+G1ORoen/wDfha2aKxdao3dyZ7FPKMBSioxoxSX91GUvhvw+owui6eP+3df8KkTQtFXG3SLAY/6d0/wrRope0l3N1gcLHanH7kVE0vTExs06zXHTECj+lTR2ttH/AKu3hT/dQCpaKnmfc1jRpx+GKXyECqvRQPoKWiikahRRRQAUUUUAFFFFABRRRQAUUUUAFFFFABRRRQAUUUUAFFFFABRRRQAUUUUAFFFFABRRRQAUUUUAFFFFAGB8RNw8E6rs5PkH8sjP6VoeHdn/AAj+neXgp9lj249NoqxqFrHe2M9nMMxzxtG30IxXM/Dy+kt4JvDGoELf6Ydi5/5axfwsPbH9K2XvUml0Z4tWSoZrCc9qkOVP+9Ft2+abt/hOtoorxj9qLX/GGkjwNpPg3xI/h+71/wARRaZLdrbRz7UkUjO1wQcHB4x061ie0ez0V4X/AMKy+PX/AEcM3/hMW/8A8VXzv4g+Knxs0X43S/De7+LFwIYtUi0+TUxo9thd5UCQx7egLDjd+NAH35RXx7+0TqHxw+D/AIXsNXm+N02sz3139nitU0C2hOAjMz7vm4GB271q/Ay0+O/xQ+HNn4wj+OMmlC5mlj+zN4ftptvluVzu+XOcZ6UAfVtFfP8AZ+B/jNeXUtrZ/tMWtxcQnEsUXh+0d0P+0A2R+NWz8NPjwGCn9oggnoP+EZtv/iqAPdaK8BtvAfxqukme2/aVt5kgYrM0fh21YRkdQ2G4I96fYfD/AON2oWy3Vh+0jDdwNnbLD4ctXQ/QhsUAe90V4DqHgT41acIzqH7S1taCRtqGfw9apub0GW5NWR8NPjwUDj9oglSMg/8ACM22Mf8AfVAHutFeCTfD743wywxTftIxRyTsVhVvDlqDIQMkKN3JwCeKmX4Z/Hlhlf2iCR6jwxbf/FUAe60V4Uvw0+PLfd/aIJ+nhm2/+Krm/Eq/GX4d+Pfh9Frfxek8Safr3iGHT7m1GiwWw8skFvmGTyMjjH1oA+maKKKACiiigAooooAKKKKACiiigAooooAKKKKACiiigAooooAKKKKACiiigAooooAKKKKACiiigAooooAKKKKACiiigAooooAKKKKACiiigArn/Ffh5tTkh1HT7j7Fq1rzBOBww/uN6iugoqoTcHdHNi8JSxdJ0qqun96fRp9GujOJPjptKtpIPEmmT2eoRLlQozHcf7jdPz/OvNv2h9WsNa1r4O3unziWI+OLMH+8p9COxr3HXNJstZsTZX8bSQFgxUMVzg56jmvDv2jNH0vSPEvwhj02xhtg3jiz3FF5b6nqa0nKk46Kz/A87CUMzo4nlqVIzo23atO/y0frpft39/r8+/iR4ffxB8aPjqsAP2rTdOOp27KOVaCe2ZiP+Ab6/QSvDvB3wX1fTfjx4+8b6tfaZPoniiwms47aJnM6iQxZ3gqFxhG6E9RWJ7R5D8WvEKfFfUNGuFbzbbQvhrf6/dDqFup7Yx7T7hgprlJPGWr+Fv2E/Dthot1cWk+t61c2k08BIdYRJIzKCOQWwB7jIr1/4N/s4+IvBfgf4g6Tqes6Veal4i0l9M06aOSRo4Iykg+csgIG51JCg9K0bD9nO7vP2Zbb4W69q9lHrFleyX1nf2m94o5S7Fc7grEFWKnjjORnFAHz14o0fw5omj6Pqnwl8C/FjSPGOmzxSG+vNNkEVwAPnLBWbBzjgAAgkGvRPjhC/jL9qX4SwX73+mjV9AtXuVgdoJohI07OmeqHBKnuOe9d3YeD/wBqTVBY+H9b8d+H9G0m0eMTappqlry4jUY4ymMn328889K6Xx78INe179oXwR8RLPVLH+y/D1nHb3MdzI5uZirSncMJtOfMHUjnNAHg1p8MPD2mftf3nwn0261az8Iarp6y39jFfODcKsHmiNnzuK71B656jNdX+zNap4B/al+I/wAP9FmuR4btLF7qO1kkL7WRoSpGe4ErLnqRjNeoyfCTXm/auj+LQ1DTP7HWx+zm23v9p3eQY8427cZOfvdKPAnwk17Qf2l/FvxOu9Q0yXStas2t4LeNnM6EmE5YFQuP3TdGPUUAeOfs/eAtE/aIm8WfEL4mTajqlx/ajWdlbLdPDHaRhFcBQp4wHUAdPlJOSc1B8P8AV9U0Lwn8evhHNqV3qOleHNKv20qS4O54YwsiFN3ococdMhsYzXeJ8I/i/wDDPxLrc3wY13QZNA1u6+0vp+rKd1pIepUgYIGcZznAAIOM1t+BPgRqmh/DLx7a6rrlvqfjXxraXCX1+wZYEeRHCqOM7Qzkk4+g4FAHnX7H/wAHNF8W/DnRfHHiTVtUvJoDfWdhYrKq20EMnmxSArglmYu7ZBH8PpVD4J+M7z4U/Cf4w+DdUuWGpeE55WsSx+8037lCPbzAjf8AA6+if2cPAWqfDT4T6d4R1m7s7q8tZp5HltGYxkPIzDBZQeh9K+afjj4X0D4ifteaLovhPWrfUbbW4YH8RLZTCSNFgclw7Kcbtka8djjuaAPef2OvBcng34H6UbxHGpayTqd2XzuzIBsBz6IE/EmqP7Tn/I8/Bz/scoP5Cvb4Y44YkiiRUjRQqqowAB0ArxD9pz/kefg5/wBjlB/IUAe40UUUAFFFFABRRRQAUUUUAFFFFABRRRQAUUUUAFFFFABRRRQAUUUUAFFFFABRRRQAUUUUAFFFFABRRRQAUUUUAFFFFABRRRQAUUUUAFFFFABRRRQAV4d+1jb62snw81vRvDesa+NF8UQ6hc22mWrTS+XGpJ4A4zjGTgZNe40UAeHf8L91r/ohXxQ/8FP/ANej/hfutf8ARCvih/4Kf/r17jRQB4d/wv3Wv+iFfFD/AMFP/wBej/hfutf9EK+KH/gp/wDr17jRQB4d/wAL91r/AKIV8UP/AAU//Xo/4X7rX/RCvih/4Kf/AK9e40UAeHf8L91r/ohXxQ/8FP8A9ej/AIX7rX/RCvih/wCCn/69e40UAeHf8L91r/ohXxQ/8FP/ANej/hfutf8ARCvih/4Kf/r17jRQB4d/wv3Wv+iFfFD/AMFP/wBeuO8D+LvDngnVbzVvDH7M3xGsNQvSxuLkaW8kjbm3MNzsSATzgYFfUVFAHh3/AAv3Wv8AohXxQ/8ABT/9euN8beLvE3xM+Ifw1jt/hT470SDSPE0F5dXWpaYyRLHkAksM4x1JOBX1HRQAUUUUAFFFFABRRRQAUUUUAFFFFABRRRQAUUUUAFFFFABRRRQAUUUUAFFFFABRRRQAUUUUAFFFFABRRRQAUUUUAFFFFABRRRQAUUUUAFFFFABRRRQAUUUUAFFFFABRRRQAUUUUAFFFFABRRRQAUUUUAFFFFABRRRQAUUUUAFFFFABRRRQAUUUUAFFFFABRRRQAUUUUAFFFFABRRRQAUUUUAFFFFAH/2Q==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944875"/>
            <a:ext cx="4366260" cy="353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87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​​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5" name="AutoShape 2" descr="data:image/jpg;base64,%20/9j/4AAQSkZJRgABAQEAYABgAAD/2wBDAAUDBAQEAwUEBAQFBQUGBwwIBwcHBw8LCwkMEQ8SEhEPERETFhwXExQaFRERGCEYGh0dHx8fExciJCIeJBweHx7/2wBDAQUFBQcGBw4ICA4eFBEUHh4eHh4eHh4eHh4eHh4eHh4eHh4eHh4eHh4eHh4eHh4eHh4eHh4eHh4eHh4eHh4eHh7/wAARCAFxAc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pk8nlQSS4zsUtj1wKAH0V88+Fv2iPGHinRIdb8PfAzxHqWmzlhFcQXyFHKsVbHydiCPwrk9Y/bQtNH1S50vUvhrqFveW0hjmiOqRkow6g4TGRQB9ZUV83eCv2mvEHjSymvPCnwZ1zWIIHEczW2pRt5bEZAYbMjNb/APwuf4lf9G9eK/8AwNj/APiKAPcqK8N/4XP8Sv8Ao3rxX/4Gx/8AxFH/AAuf4lf9G9eK/wDwNj/+IoA9yorw3/hc/wASv+jevFf/AIGx/wDxFH/C5/iV/wBG9eK//A2P/wCIoA9yorw3/hc/xK/6N68V/wDgbH/8RR/wuf4lf9G9eK//AANj/wDiKAPcqK8N/wCFz/Er/o3rxX/4Gx//ABFH/C5/iV/0b14r/wDA2P8A+IoA9yorw3/hc/xK/wCjevFf/gbH/wDEUf8AC5/iV/0b14r/APA2P/4igD3KivDf+Fz/ABK/6N68V/8AgbH/APEUf8Ln+JX/AEb14r/8DY//AIigD3KivDf+Fz/Er/o3rxX/AOBsf/xFH/C5/iV/0b14r/8AA2P/AOIoA9yorw3/AIXP8Sv+jevFf/gbH/8AEUf8Ln+JX/RvXiv/AMDY/wD4igD3KivDf+Fz/Er/AKN68V/+Bsf/AMRR/wALn+JX/RvXiv8A8DY//iKAPcqK8N/4XP8AEr/o3rxX/wCBsf8A8RR/wuf4lf8ARvXiv/wNj/8AiKAPcqK8N/4XP8Sv+jevFf8A4Gx//EUf8Ln+JX/RvXiv/wADY/8A4igD3KivDf8Ahc/xK/6N68V/+Bsf/wARV/4f/GjWPEHxNtfAfiH4b6r4UvbqxkvonvLtX3RoccKFHU5Gc9qAPY6KKKACiiigAooooAKKKKACiiigAooooAKKKKACiiigAooooAKKKKACiiigAooooAKKKKACiiigAqG//wCPG4/65N/Kpqhv/wDjxuP+uTfyoA+U/hj4kvPCf/BPa51zT5Xhu4oLyGGVPvRvLePEGHoRvzntitb9ib4W+C5vgzZ+K9Y8P6brGqazNM8k19bJP5aJK0aoocED7hJI5JPPQVa/Zu8KxeN/2JovCcs3kDU4b+BJcZEb/aZCjEegYA/hXnHwl+LHjT9n7QZvh349+Hes3kVrdOdOuLbhSHYkorYKupbLAg5+YjFAH0F4D+CGh+B/i1qnjnwvqM+nWepW5hn0SKIC2BODuXnjDDIGONxA4rqPjRr2o+F/hP4n8RaQ8cd/p2nS3FuzoGUOq5GQetea/s/a38W/HvjzVvHHimC98N+DWi8rStDnjAaRuB5hJUOQACc8AluBgV237S3/ACQHxx/2Bp//AEGgDwrwt4v/AGlvH/whi+IGg634e0y3sY55DB9lUzan5TNuOChVRgbAuRkoTnmr/i79ofxNcfsr6V8SPD4s7DXm1dNMv1aISxhwjliqnoGARhnpnHPWuL+DvxquPAv7Ndl4WvPBOv3l7fQ3kehXVrAHtbvzJZAQzA5DK5cFQCSAPWq3i/4X+J/DX7EmlaNJol9NrWoeI49TubKCB5JYVaJ1UMqgkEKqZ9CcHmgD23wP41+J+l+Gdf8Ail8TFsrbwsuhx3emaVbFfOVgAcuQvDSZH8RA3AYGK4rQtf8A2nPGXgl/ipouu+G9N0toprqz0E2wYzQoTwWKk5O04y4z7Zr2Hxb4NuvGn7NreDVHkXt5oFvFEsoK7Z0jRkDdx86gGvCvAvxr1DwB8IovhZrXw58V/wDCZWNpNYWkEVnuhnJLBH3Z3Y+YZ2qwOODzQB2Gu/tKlf2YoPiRp2mwR6/dXX9lrauS0UV2ASz+rIEG8D3APc1zHj3xf+0t8Lvhc3i/xFregatHfvDwtsol0tnIIUgIqupGUPXBI5rNuP2d/Fh/ZAttBjsQfFcerHXjYb/m+aPyzDnON/lhTj1GOtZ37Q3xP8ceNvgJc6RqXwz1fw5FYy2o1e+1AGONpAygJCrKCxL4PsAaAO0+LHxw+IXhrRvg5eaKtrd3XiqwhuNRtvs65upGFv8AIhP3NxkYD0yPSuwutS/aH8O/CTV7y803Ttf8aX2qf6BBZbDDp9o0a5JBChtrKw5LcsCSRxXk3xI0PWtRg/ZnuNP0jULuG0tLJrmSC2d1gGbM5cgYUYBPPoa9F/byg8VT/D7RF0eLUZdCGpZ11LAMZDDgbchf4PvZzxnbQBxV38UfjF8MfiP4U07xp428NeLrPX7xYbuxskj82yBZFIyiqVI38ZyDtNdp8Xfif8S9N/aZ0X4Z+C5tIEGqaaJES/h+RZSs5Ls4+bCiMNtHXbjvXh/xG0Hwjea78PtS+Efw38Q2mgWmpJJfatJp0/8ApLb4j1bLkIqsS3C5Y4717B480XWJv2+PBesw6TfyaZDpW2W8S3cwofKuhguBtB5HfuKAMLwx4/8A2gj8VfEPwXuNd8PXviFYxPBrM1uFis49qyEqioN+VdQAy8H1rtv2XPiX441vxz4v+GvxCubXUtX8OMdmoW8QQShZNjhgoAPJUg4HBOayPDmi6xH/AMFAPEWsvpN+umSaSqpeG3cQM32a3GA+NpOQR17Gm/s+aLrFl+1x8VdSvNJv7axufO8i5lt3SKXNwpG1iMNxzxQB6t8HNf8AidrWseKIfiB4ZtNGsrO6VNGlgQg3UW6QFmzI2ThY+y/ePHp2HjPWpvDvhm91m30XU9bltkDLY6dEJLibLAYRSRnGcn2B61x3wc+I2teOtZ8UWOreCr3w5Hot0sFtNcO5F6paQb13RrgDYDwW+8OfXqPiB4qt/BvhmbXrrSdZ1WKJ1U2+lWhuJzuOMhARwO5JoA+MdN16T4leIPEmu+MfAfxa8QTxa3LDZR6K7pBpcSY2wFAcLMufm+o96+p49Z8K/Br4UafLreq641mmFt11KU3WoTSyEuIAB95xkjA4GOuBmvEP2fvimvgv/hLLXVvh58QnbXfFV1qlqbfQmcJDMUCh8sCGGDkAH6mvV/2h/D3iK61LwV468OaO/iCXwpqL3c+jBwr3MciBS6ZHMiYyo9z3oANA+Pmg3Wu2eleJPCni7wcNQmENhda5ppgt7hz91d+SFY54zx711HxQ+J/h3wA1lZ6hDqOp6xqBP2HSdLtjcXdwB1YIOij1JHtmvIPih4q1744eFz8O/DXwz8WaU95dwfbdV12yFrDpyxyK7Op3Es+BgAc8mug+IWn+I/AXxssvijZeGtT8Y6RLoQ0e8islEt5ZFZA4ljQ43Bu+PU5xxQB1fw8+Mug+K/ESeF9Q0XX/AAp4hkiM0Gna5ZG3kuEHUxnkNgDJHB68cGvS6+epL/XvjP8AE7wTqum+CNf8M6B4Yvm1GfVNZtxbTzttwIIo8klWONxzjHpgZ9T+MHjLVPA3hNNa0nwjqXim4a7itzZ2P31VzzIcAnAxjp1IzgZIAOyrx3Xfj/okOtXum+F/B/jDxkmnzmC+vNE00zW8Lj7yh8jcR7ce9etSK15prIfNtWnhI7b4iy/lkZ/SvnH4W+MtX+CPgyD4e+LPhr4wvpdOuZ1g1PRLAXdvfI8rOsm4MCGIbBB54H0oA9b+DfxS0H4paZqd9oVnqdmum3n2SeK/hEcgfaG6AnHXGDzxXEeJP+T2vCv/AGJ9z/6Oeuv+Cur6prkevapdfDl/BVjdX3nWi3CrHd3xZf3k00YHysSBySSfwyeD8fwahcftl+F49MvVs7n/AIRG4KytGHH+ufgg00ruxnVm6cHJRcmuitd+l2l+J7/RXLaH4g1CDVl0HxNBFBeuM21xF/qrke3o3tXU1U4ODszDB42li4OVPo7NPRp9mun9NaBRRRUHWFFFFABRRRQAUUUUAFFFFABRRRQAUUUUAFFFFABRRRQAUUUUAFFFFABRRRQAUUUUAFQ3/wDx43H/AFyb+VTUjqrKVYAqRgg9xQB85/saeNvBmjfs9aBp+seLtA068jluy9vdalDFIubmQjKswIyCD+Nexf8ACyvhz/0P/hT/AMHFv/8AF1i/8KM+D/8A0Tvw9/4Cij/hRfwf/wCid+Hv/AUUAbX/AAsr4c/9D/4U/wDBxb//ABdc38UfE3w98ZfDvXvCsPxK8I2kmqWMlqs76rAwjLDGSA/NWv8AhRfwf/6J34e/8BRR/wAKM+D/AP0Tvw9/4CigDB+BGo+APhv8LdJ8G3PxQ8IajLYGbdcR6pAivvmeThS5xjfjr2ruP+FlfDn/AKH/AMKf+Di3/wDi6xP+FGfB/wD6J34e/wDAUUf8KM+D/wD0Tvw9/wCAooA2/wDhZXw5/wCh/wDCn/g4t/8A4uj/AIWV8Of+h/8ACn/g4t//AIusT/hRnwf/AOid+Hv/AAFFH/CjPg//ANE78Pf+AooAp/FHWPhZ4+8F3vhm++Jug2C3G1o7qz1yBJYXU5Vgd/PuD1BNeHXnw10zxFBa6F44/am0vWfC9pJG0dil9bo8ioMAMxlIBA4BIavff+FGfB//AKJ34e/8BRR/woz4P/8ARO/D3/gKKANTTvH/AMMdP0+3sLPx34TitraJYYUGsQYVFACj7/YAVP8A8LK+HP8A0P8A4U/8HFv/APF1if8ACjPg/wD9E78Pf+Aoo/4UZ8H/APonfh7/AMBRQBt/8LK+HP8A0P8A4U/8HFv/APF0f8LK+HP/AEP/AIU/8HFv/wDF1if8KM+D/wD0Tvw9/wCAoo/4UZ8H/wDonfh7/wABRQBt/wDCyvhz/wBD/wCFP/Bxb/8AxdH/AAsr4c/9D/4U/wDBxb//ABdYn/CjPg//ANE78Pf+Aoo/4UZ8H/8Aonfh7/wFFAG3/wALK+HP/Q/+FP8AwcW//wAXR/wsr4c/9D/4U/8ABxb/APxdYn/CjPg//wBE78Pf+Aoo/wCFGfB//onfh7/wFFAG3/wsr4c/9D/4U/8ABxb/APxdH/Cyvhz/AND/AOFP/Bxb/wDxdYn/AAoz4P8A/RO/D3/gKKP+FGfB/wD6J34e/wDAUUAbf/Cyvhz/AND/AOFP/Bxb/wDxdH/Cyvhz/wBD/wCFP/Bxb/8AxdYv/CjPg/8A9E78Pf8AgKKP+FF/B/8A6J34e/8AAUUAbX/Cyvhz/wBD/wCFP/Bxb/8AxdH/AAsr4c/9D/4U/wDBxb//ABdYv/Ci/g//ANE78Pf+Aoo/4UX8H/8Aonfh7/wFFAG1/wALK+HP/Q/+FP8AwcW//wAXR/wsr4c/9D/4U/8ABxb/APxdYv8Awov4P/8ARO/D3/gKKP8AhRfwf/6J34e/8BRQBtf8LK+HP/Q/+FP/AAcW/wD8XXk82vaH4g/bR8M3Og61p2rQR+ErmN5bK6SdVbzXO0lCQDgg49677/hRfwf/AOid+Hv/AAFFa3hT4YfD3wpq41fw34Q0nS78I0YuLaAK4Vuoz70AaXjjRxrGgypH8t3b/v7WQfeWReRg+/SrHhHVP7a8OWeoHAkkjxIPRxw36itOWRIomkkZURQWZmOAAO9cp8KufDty6Ai3e/ma3OOseRgj8c1staTv0f5ni1EqObQcP+XkJcy/wtcr/Fr7jraKKKxPaCiiigAooooAKKKKACiiigAooooAKKKKACiiigAooooAKKKKACiiigAooooAKKKKACiiigAooooAK4LWdHsdc+J0lnqCyPCmlrIAkhX5hJjt9TXe1yUX/JW5v+wOP/RgrehJxcmux4We0adaNCnUjeLqRuns9xf+FeeGP+fe5/8AAl/8a8/+O6+GPh34JbU7exmn1G6l+z2Ub3L7Q5BJdueQoGcdzgV7ZXzx+27ZXD+G/DepJvNtbXsscoA4BdAVJ/74YfjXscPx+t5lSo1pPlb113sm7fPYxx2R5bSw8pww8L/4V/kc5ovwj+LureHovEP/AAlMFpdTw+fFp8jsCQRlVbA2qSO3OM813vwT0+y8UeDp7nxZod9pWqadK0N20zSQpIAMiQbjgDGc44yD2r1jQdc0rUvC9prtpeQnTpbZZhMXAVV25OT2x39MV418aPiHYeMPgN4hv/CD3b20V1FZ3UzxGMFSw3bc9RyoPs1eisXis2n9XnSUffiuZK3Jd2s7b+j6ozqZFldGKm6UXZPRpO5Mni74EvrP9ljxA3mbtomMkwhJzjHmfd/Hp711PizTfhl4UtLS78QXz2MF2/l28jTyuJGxnA257Vg6n4Y8JL+y80i6XpwRfDq3SziNd3n+UGDb+u7f7+1eO+Pbi+vP2bvh02o7mI1GaKMsclolLqv6DH0FdOFynDY2rFUpzjHncHdq791tNaabarX1MKmV4ClF82Gpt2uvdXe1j2Wx1n4K3viSfQLfXQbyHduZriVYiVBLASH5SQAe9TeC7/4P+MdXl0nQNUlubyPcRE0s0ZkUdWTdjcPpXF/tKaDotr8R/hraW2k2UEFxdiCaOOFVWSMTQAKwHUYZvzNW/iLY2el/tY+BRptrDZCa1QyCBBGHO6ZeQPYAfSphluFrUITpzmnOE5K7Wjhe99Nb28reY3lWBjNqWGp2TS+Fdf8AI63Wrr4O6Nqmo6XqmtfZb3ToxJdQvPNlAduO2GJ3rwMnmp/AK/CvxxHM/hu9mu3t8GaFppY5EB6Eq2Dg+o4rgtB03S9T/bM8RRarbW9ysVsZYI5lDKZRDCAcHgkKWP61dezt9H/bJsbfw/bQ28V1pZa/ihAVRmNySQOM/LGf1rOpllBU3CM5+09kql21y7Xata/o7jjlWA5rvDU+Xm5fhV/Up+CNB04+C/H+or4yHiO506CaS2aFpl+xMschCkOAG5A6ZHy1q/Aax0XWvhAvinxhePvjnn8+6luDEqorYGcYFcr8B/8Aknfxi/65T/8AoqeuW1K5vYf2R9Ggt8i2uNfkS5IOMgF2UH23AfkK9jEZd9YqVMPzWbqU1zWSaThd2skv82YrLcvsqksPF+638K3Tsj1/QfE/wP1vW10ex1uX7TI4jiMzzRpKx6BWbA/PFdF4gsvhd4f1y00TWdRayv7uPzYIpLiX5k5+bd90D5T1I6V5j4z8C/EXxL4KstJ/4Q3wNpNtb+U9pe2l3skQAcYY9cjrnr160z4saW2rfG34YaT4kjSd7jTLaO/RZNyyNvfeNw6gkHnuK81ZVg6tWKhWdrTbSlGTXKrp3Str2/E0eV4KMXzYWF9Le5bc9Z8G6J8PvF+jf2xoDXV1Zec8IlMsqbmU4OA2Dj3ra/4V54Y/597n/wACX/xrf0bSdL0WxFjo+nWun2oYsIbaJY0BPU4HGTV2vka2JbqS9lJ8vS71t5nqQ4eyzlXNh4X/AMKON+F9vHaf29aQ7hFBqkkcYZiSFAAHJrsq840fxFZ+HB4kubqKeUtrEwRI0JyeOrdB+NX9J+Itjc2CTXOnX4nYtlLeAyKBk4w3fjGadahUnJyS0PJyfO8uwmGhhalRRkuZ27Lmf9JHcUVyX/CbeZ/x5+Gten9D9m2g/jmk/wCEl8SzcWvgu7B7Ge4VB+orH2E+v5o9f+3sC/hk5f4YTf5RZ11Fcj5/xBuuEstG09T3kkaQj8uKD4d8T3v/ACE/F00anrHZQiP/AMe60eyS+KS/P8g/tapP+Dh5y9Uor/yZp/gdPeXlrZxGS7uYbdP70jhR+tc5d+OdMaU22jW91rN10CWsZ2j6seMe/NOs/Afh+KQTXUM+oTf37uYv+nSujtLa2tIRDa28UEY6JGgUfkKP3Ue7/ALZriN3GkvK85fjyxX3SOROi+IfEjhvElwlhp+c/wBn2rZZ/Z3/AMP0rrrS3htbaO2tolihjUKiKMBQKloqZ1HLTodWDy6lhW5puU3vKTu3/kvJJLyCiiiszvCiiigAooooAKKKKACiiigAooooAKKKKACiiigAooooAKKKKACiiigAooooAKKKKACiiigAooooAK5KL/krc3/YHH/owV1tcjrmk+JF8XnXNDOmkNZi3YXTN/eyeFH071tRtdpvoeNnKnyUpwg5cs4tpK7tqddWb4n0LSvEuh3Oi61aJd2Nyu2SNsj3BBHIIPIIrDz8Rv7vh385aM/Eb+74d/OWqhCUJKUZpNeYnm6as8PU/wDAf+CeZt+zH4c+2EReKNdj01iS1mGTnnpuxj/x3Nes6Z4L8M6f4LPg+30uH+xmiaKS3bnzA33ix6liec9c1Sz8Rv7vh385aM/Eb+74d/OWvRxeZ47FqKrV721Wtte+nXz3MKWOo0r8mGqa/wB3/gnBD9nfR94sX8YeJn8PK+8aQbn91nOcZ6Y/DPvXYeP/AIWeG/F/h/R9Cne602x0iQPax2RVQAF2hTuU8Yq6W+Io6r4cH4y1BNfeOof9dceFY/8AflcfzNVPNMwqVI1JVtY7er3e2/m9SHmGGpxaeHmk/wC7/wAEd49+HWj+MvEHh/WtRvL6CfQ5/Ot1gZQrnej4fKkkZjHTHU0viL4d6RrnxF0bxxdXl9Hf6TGI4Io2UROAXPzAqT/GehHasy68UeI7bPnax4OBHYTSMfyGaz4/HXiq4u0ttPi0vUHZgP8ARreZgPck44rOnVxsYxjGekU0vJS3XzOStxRlkJWnCXM2tLK7a20TueaP4XtPF37Vvi/S7q7vbJ1shNb3dnKY5reVY7cB1YezEe4Jr134WfCnSfA2pXmtPqd/retXi7Jb69bLhc8gd+cDJJJ4FaYT4hBzIIfDQc9WxJn86dn4jf3fDv5y12Y7OMTiaUaMJ8sFGMWr78q72vZ9jqo4ynTk5vD1G7t/B3+ZmeEPhPoPhnRfE2k2V/qUsPiJXW6aZ0LR7ldTswoxw5657VJo/wAKfC9j8NJfAE/2u/0mSR5C1w6+arltwYMoGCD04/Or+fiN/d8O/nLRn4jf3fDv5y1xTx+Mm3KVbVtS36pWT+SNVmFJKyw1Tt8PR/M4Oz/Z70nzre31jxh4j1fRbZ1aHS7i4/cjb0B7Y+gWu08QfDXQ9Z8daD4ukuLy3utDjWO1t4CiwlVJIBBUn+LHBHQVYz8Rv7vh385aM/Eb+74d/OWtKuaY6rJSnW1Sa6bPfZder3FHG0Yqyw1T/wAB7fM66iuRz8Rv7vh385aM/Eb+74d/OWvL9j/eX3nR/bP/AE4qf+A/8ETwBHHLceJ45UV0bV5gysMgjjtXUWFna2FsLazgSCEEkIgwAScnA+prD8DaRqelxalJqrWxuLy7a4PkMSo3AZ6j1ro6K8rzdnoPJMO4YOm6kLS97dapOTdvyCiiisT2AooooAKKKKACiiigAooooAKKKKACiiigAooooAKKKKACiiigAooooAKKKKACiiigAooooAKrXuoWFiu68vbe3H/TSQL/ADrkJDq/ifxHqmm/2tJpdjp8ixtFbDEsuR94t2Fcx8cvC2k+H/gr4w1bT0nGpW+lTSRXbzM0qOF4YHsfcVv7OEfjevkeHHMcXirvCUlyptc0pWu07OySb3XXlO7ufHHhmE7VvzcN/dgiZ/1AxVdvGol/48fDeu3Xowtdqn8TXjXw+/Zx8CeI/AnhzxHqmqeK5NQ1HSrW6uJBrDjMkkSu2OOBknivlnxgujaZ8bLy3srnxHJ4A07W4tMu7g6hIWxysh8zsTskYDHRaXNSW0fxNPq2Zz+OvGP+GH6yk/yP0K/4SLxRN/x6+DLge890qfpij7d4+k+5oelQD/ppclv5GvNJv2ZfhfDZveTa14pitkjMjzPrjBFQDJYkjAGOc15ppXh39lfVPEC6HZ/EvXmvHcIhfV544nYnAAkZAhOfej2sekF+P+Yf2XXl8eKm/TkX5Q/U+ltvxDk/5a6BAPpIxo/s/wAfP97X9Mj/ANy1zj8xXjXjr4H/AAQ8D6ONX8WeLPEmlWZfy0ebW5Mu3XaqgEsfYA1k/Dj4Y/s8fER5YvCPjfxJqNxEu+S3/teaKZVzjdsdQ2M45xjkUe2fZfcH9jQfxVqj/wC32vyse9/2R44PJ8WWwPoLFcUn9ieNG+94vjH+7YrXz/8AEX4d/s4/D69jsfFnjrxLY3jgMLZdWmmlCnozLGpKj3OK2dE+CvwK1vwjP4t0nxl4hvNDto5JJ7yLXHKRKg3PuGMqQOSCM0e3l2X3IX9h4frOp/4Mqf8AyR7P/YXjH/ocR/4BJR/wjviv/odZf/ANP8a+btT8L/ss6daWF1c/EzXTDfsy27R6xNJnaSpZgqEquQRlsDirOt+Cf2ZNG8S23h3UfiPrkOoXKI6Aa3K0ahwCu6QKUTIII3EcHNHt5dl9y/yD+wsL/NP/AMGVP/kj6JHhvxO33vG1yD/s2af40f8ACL6633/Guon12xKv9a+RP2rvhdoHw3l8Fr4Z1bxCE1i/kgujcam8mUHl429MffPNdtpHgL9mnV/Gb+ENP+Ieuz6yshiEI1qULJICQUSQrsdsjopNHt5+X3L/ACH/AGFg+vN/4Mqf/JH0N/wiF+3+t8Ya6f8AdlC0n/CDQt/r/EGvS/W7x/SvkXxj8LdB0v8Aa28LfDO11TxF/YGp2AuLgNqbmXfsuDw/YZiXt616n4M+CXwN8ZC9/wCEX8X+I9U+wSCK6EGtyZhY5wGBUY6H8jR9Yqdw/sDL3vC/rKT/ADZ7QPh/oTf66XUZ/wDrpdsf5VND4C8KRf8AMKV/9+V2/ma8S8O/BD4HeItb1TRND8XeJL/UNJfy7+CHW5CYG3FcN8uM5Uj8DR41+CHwP8F21rc+KvF3iTSYbuXyYHn1qQCR8ZwML6Uvb1f5mVHIcsi7/V4fOKf5nvtr4a8P2uDBo1ipHfyVJ/M1qRRxxJsijSNfRRgV8mWXgf8AZmvPGf8Awh9t8Rdek1jzfJWIa1LsaTONgk27C2RjAbrxW74h+DPwH8PeIrXw9rnjTxBp+qXcJngt59ckVnjG7LZxgD5G5J7GocpS3Z30cNRoK1KCj6JL8j6Yor5j0H4PfAbW/Bc/jPT/ABj4lPh+BpFkv5tZlhiXy22scuo4z0PftmsLwf4N/Zj8W6+NB0H4ieIbjUXfy4oZNWnh85vRC6AOfoTUm59c0V8z/EL4L/AvwBpCap4u8XeJtLtpGKReZrMrPKwGSERVLMcegrH0bwB+zVrH9jrp/wARNdmk1mTybCL+2pQ8sm4Ls2lcq2WAw2DyKAPrCivlfW/hn+znouo6vp2qeP8AXrW80aHztQgfW5d8KZUDI28kl0AAyTuFN8TfDX9nbw14X0vxJrnjjxLY6dq1utzYGTVpvMuI2UMCsYXf0I7cZANAH1VRXy98OfhP+z/8Q4JpfB/jTxJqbQANNEusSpLGD0LI6hgPfGKydW8F/sxaXZ6jdXnxI11V02cW10i6zM8iS5YbAgXcx+RugPSgD63or5E1jwj+y/pOg6Xrl58RtfFjqhYWjR6vNIz7W2sSioWUA8EsBiuyg+APwXn8Lp4oj8Xa9/Ybwicag3iErB5f94ueAM8c0AfRNFeA6P8As3/CfWdNh1LSPEXiTULGcExXNtr5likAJB2suQeQRx6VH4i/Zz+FPh/Qb/XNV1nxbBYWFu9zcSHWXO1EUsxxjngdKAPoKivhyx8I+Hb+O31Ox+EfxlutBu0SS1vYtYDSSo+Nr+UOikEHO6vb0/Zd+HLIG/tHxeuRnB1l8j9KAPdKK8M/4Zb+HH/QS8Xf+Dl/8KP+GW/hx/0EvF3/AIOX/wAKAPc6K8M/4Zb+HH/QS8Xf+Dl/8KP+GW/hx/0EvF3/AIOX/wAKAPc6K8M/4Zb+HH/QS8Xf+Dl/8KP+GW/hx/0EvF3/AIOX/wAKAPc6K8M/4Zb+HH/QS8Xf+Dl/8K4Tx78LPD/wx+KnwqufDWo68zaj4lSC4W81F5lZBggYP1oA+rqKKKACiiigAooooAKKKKACiiigAooooAKKKKACiiigDlPE+k6haaqPE2g7DdrHtu7ZzhbiMe/Zh/n38x+LHjg698CvHlneWrQzf2TctE6KShXHCk9iP1r3hlDKVYAgjBB6EV51+0lHHF+z943SKNUUaNPhVGAPlrf2qcOWSu+jPEeVVqeMVfDVeSDbcoWupN9Vtyvvbrrbe+Hd+ME8B/si6Z4n8wJPa+FLNbXJ6zvbxpGP++mB+gNfGWk+MfAcP7MWs+Bb6z1qTxbqOpDUhci1UwiRWUIC5bOPL3/w9XNfYV58L7H4s/s6+AfDuqa1qGmWcOlafdP9jCZlYWqgBtwPA3E/WvX9L0jT9N0a10i1to1s7W3S2jQqMCNVCgfkKwPbPnz4f6wnxa/Yuk0q48QWuk6h9hOjz3l1MI0WWIqEDsegdAgPfDmvFda0jWvBPwy0/Rvij8ENJ1XwxYSIy+IdEu0indWbCu08e7cDv/i2g5UcV9JeDv2c/CHh/wAI+K/CMmpanqOheJJEkltZii/ZXUkq0TAZDD5eTn7gznmuU/4ZWmuLOLw/qXxd8X3vhGEps0VmwgVTkLksVwO2E4oAzf2g/Clz8StH+Gfif4e6lpOqTafbx3VnoWs3SBr6JgjKSjkbz+7KuCeecHisT4b69o+l/tHaDH4++Er+AvF17EbewudMudllOWDIA0Kjad2Su4MeduR3r2f4o/Abwt4zsfDy2F9qPhnUfDkK2+lX2nSYeCJcbUOeuMZByDnPPJrK+HX7PkOh+OrLxt4x8da9431vT1K2MmoMQkGc4IBZiSMnHzYyc4zigD5/+FK+N/EHxi+JWtWPw28O+NtUXU2huV1q6jX7GvmSBVRX4IwgXIHAQDvXXeBPAPxA8E+EvjRceIPDdj4f0HWfD15c29jaahHPHbzCOTCKqsSBtZuTj7oFeo/EL9nq21rxxe+NPBnjfXfA2tagP9Ok05iY7g8ZYqGUgnHPOCecZzWr4F+BHh3wv4N8U6L/AGtqep6n4ptpbfVNYu3DXEgkVl4zwMbyec5PUmgD5y8I+FvDc37AGua/LoWnSasJpJBfNbqZ1K3SKMPjcBt4wDjk+tJ458K+G7f9gbw7r0Oh6fHqzzwyPfLAonZmndTl8biMcYzjgelfSWlfA/Q9P+BF58I49Z1F9Nui5a8ZU85d0ok4GNvUY6Ua38D9D1X4F2Hwll1nUY9NsihS7VU85tshcZGNvVvSgD55/az23/we+Bf9oTM63FnD9okZuSGt7bcSfxPNdV+3P4L8HeFvhJoOseG9D03R9SsdWghtJ7KFYpCnluTkrgtgopycnIz3r1P4m/ALw7498H+EPDGp6xqdvaeF4FggeEJvnURxp8+RxkRjpjqa5u1/Zf0+48V6bfeJ/iB4l8TaDpMgk07RtQlLpEB0QuWOV4XgKuQME0AcP4kmu7n9uv4Y3F+nl3cvh2F51/uyGC6LD880RavbfAf9p/x8LkrBoniHRJtZs1Y4Vp0DSBB2yXEyge4r3TXvhFo+r/HDRvitLql9FqOk2v2aK0QJ5LrtlGTxuz+9PQ9hXz9+1lNoXxf+MnhT4beG7W9m8Q6bfyWuqXPkER28DbGbn+IABmz0GMd6APUP2IfCdxovwmfxRqiltW8V3b6lPI3LGMkiPP1+Z/8AgdcZ/wAFH1VvBHhFXOFOruGPt5Rr6k0yyttN02106yiEVtawpDCg6KigKo/AAV8u/wDBRtVfwX4PRhlW1hgR6jy6AI/20/Afgbw78A9O1Hw/oemabeWF9bR2V1aQrHK6lSCC68vkDdkk8jNcv8XtNj8ZftJfBnT/ABTA8g1Pw3YnUYfMKl2ZpmdCRzgnIPqCa9Sl/Zf0y/8AEthPrnj3xLrPhfTZhLYeH7yYyRQAdI95Y/JjAwFBwMZrvPF3wi0fxH8X/DnxJn1O9t73QIFhgtIlTyZFVpGG7Iz/AMtD0PYUAeK/to6Ppnh3w58O/BGi6bBpHhS/14m+gtcRRZymAQPUPI2fUZrQ/bc8D+DPDvwSt9Y0Hw/pejalpuo2y2NxZW6wSDOQV3KAW4Gec8rmvdfix8PfDvxM8ITeGvEsEjW7MJYZom2y28ozh0PryRyCCCQa8o0j9mO3m1jT5vHHxG8TeMtJ0yUSWOlX0hEKYGAGyzZHHYLkcdKAPOvFm/xj+1X8JLDx/axS2E/hq3ufstyQ0cly8MrsCDwSZVUEd9oFH7Qfhzwv4f8A2uPhT/wjum2GmzXV9ZveW9pGsa5F0oRyi8AkZGcc7a7j9s2HwTu8Nt408L+IBZKzLD4j0ZwH01sj5GXByDwwB9DjnNeK+AtE8L+MP2gvAKfDIeJNZs9HuEv9a1zVUYySsjhxuY9FAQKBxy3GetAHZeHPCHh7xp+3l470/wATadHqVjb2ZuhbSkmN3C2yjev8QG8nB4yAe1dF8aLjwevx38P+FfDPwwPjPxbo+lpFbWUt6sGnWVuFYorRsCrYVt3OAMryTXsHhr4R6RoXxr134pwapfS6jrFsbeW1cJ5MYPlcrgZz+6HU9zWN8RvgePEXxNg+I3hnxlqfhLxAIBb3M9rAkwnjA29GxhtuBk5HA44oA8R/Z1g1iw/bY8S2usaLpWgXraO7XGm6U3+iwkpbsFXHBOCCccbicVL+yX4W8N+I/iB8ZW1/Q9P1RodQMcRu7dZfLV5bndt3DgnavI54r2r4ffAbR/BnxSl+IVp4m13UdTubZ4bwag6S/aGcDc5bAIJZQcDgdAMVq/Cb4QaP8Ota8Wapp2q395J4muBPcLcBAISGkbCbQOP3p6+goA+Yv2VPCvhvWP2avifqWq6Hp99ewR3Sw3E8CvJEEtN67GIyuGJPGOa9Q/Y50PT/ABj+yfN4Z8QGabTLq9ureVFlKER71bCntySfxNeg/C74IaH4A+HPiTwTp+sajd2mvCYTTzhPMj8yHyjtwMcDnnvSeG/gfomh/BDU/hTBrOoyadqBlL3bhPOXeVJxgbf4fSgDu/APhfRvBfhGw8MeH45I9MsVZYFklMjAM7OcsevLGvNv2vvCMHiD4P61q0uta5Yvo2nXNwlvY3higujtHyzpgiRfl6cdT613/wALfB1n4A8BaX4QsLy4vLbTkdI5rjHmPukZ+ccdWI/Cue+M/wALJPiVDFay+OPEuhWP2d7e5stOnVYLpWPPmKR83pzxjtQBxn7PnwesNO8O+DPGaeNvHM8zaXbXX9nzauTZZeBSU8oKPkG7hc9hS+J28RfFH44eIfh7F4u1fwp4d8NWNtLcLpTiC71CWdS2RIQSI1HHA6/Xjo/hd8Hb3wLrFjdL8TvGmsafZW5t4dKvrtWtAmzao2Y4CjGMYxgduK0viZ8I/D/jbWbfxEupaz4d8R20Jgi1bRrs29wY/wC455DLk9+fegDiPDh8RfCv43eGvAD+LtX8V+HPE9pctBHqsgnu9PlgUNu8wAExsOORjOfTnN8JaT4g+O2peJde1jx74l8OaPpmsz6Zp2kaHdC1eMQkfvJ22ks5Jzg9P0r0j4afCLw/4K1ufxHJqeteI/EdxD5Emrazdm4nWP8AuJ0Cr9Ofes3xj8DdE1jxNeeJPD/ifxR4N1PUGDag+hX5gS7P950wRu9xj1OTQBQ+CeteJdI+J/iv4U+INeuPE0OjWtvfafqlwAbgRS9YZ2HDOCQQTyRk+w9myM4yM+lcd8L/AIceG/h3YXcOiLd3F3fyia/1C+nM11duOjSOeuMnAGByfU1HrXw503VfixovxFl1XVor7SLSS1itIrjFtIr55Zf+BHOODhc/dFAGz4/l1eDwRrUvh+6s7TVlsZTZTXbBYUm2nYWJ4Azjrx618b6va+J9P8P3F54w1L48+Hdf+y/6XrHnC70qNsfMzCHBWIHPQkgV9g/Ezwfp3j7wNqfhHVp7mCy1FFSWS2YLIu11cYJBHVR1FeZr+zrZvAdLvPih8R7zw+YxEdJl1k+S8fTy2IXlCOMccUAes+DJo7jwho08OqLqyPYQst+Ol18g/e/8C6/jXjv7UdzDZ+Pvg9dXD7IYvFAd2xnACrk8V7ZommWGi6PZ6RpdslrY2UKQW8KfdjjUYUD8BXjH7TAB+JHwZBGR/wAJWv8AJaaJnzcr5dz2XR9X03V7cz6beRXKDhtp5X6jqKvVyHivQGsnPiLw5GttqNuN8sUYwlyg+8pUd/8APpXRaDqVvrGkW2pW3+rmTdjup7g/Q5FaTgrc0djzcFjarqyw2JSVRK6a2ku6vqrPRrppq0y7RRRWR6gUUUUAFFFFABRRRQAUUUUAFFFFABRRRQAVyPxm8P6h4r+FXibw3pIiN9qOnS29uJX2pvYYGT2FddRQB8+eFR+094e8MaVoFr4X+HctvptnDZxPLeT72WNAgLYYDOBzgVpf2v8AtS/9Cn8N/wDwMuP/AIqvcaKAPDv7X/al/wChT+G//gZcf/FUf2v+1L/0Kfw3/wDAy4/+Kr3GigDw7+1/2pf+hT+G/wD4GXH/AMVR/a/7Uv8A0Kfw3/8AAy4/+Kr3GigDw7+1/wBqX/oU/hv/AOBlx/8AFUf2v+1L/wBCn8N//Ay4/wDiq9xooA8O/tf9qX/oU/hv/wCBlx/8VR/a/wC1L/0Kfw3/APAy4/8Aiq9xooA8O/tf9qX/AKFP4b/+Blx/8VR/a/7Uv/Qp/Df/AMDLj/4qvUPFHiO40jU7HT7PSX1G4u1dkVJghG3Geo9P5VT/AOEk8S/9CRdf+Bif4VqqM2k/1R5VXOsJSqypNybjo7QnKzsnuotbNHnf9r/tS/8AQp/Df/wMuP8A4qoIbz9pqG4luIfBPwwjml5kkS4nDP8AU7smui0H4z2mueJ7jw1pehS3Gq25kEkAuAPuHDYYrg4Poa6n/hJPEv8A0JF1/wCBif4VtWwGIoSUaseV762Whms/wT25v/BdT/5E87/tf9qX/oU/hv8A+Blx/wDFVXvbr9pi+VVvfA/wvuVQ7lE08zhT6jLcV6Z/wkniX/oSLr/wMT/Cj/hJPEv/AEJF1/4GJ/hWXsJ+X3r/ADH/AG7hP7//AILqf/Innf8Aa/7Uv/Qp/Df/AMDLj/4qj+1/2pf+hT+G/wD4GXH/AMVXon/CSeJf+hIuv/AxP8KP+Ek8S/8AQkXX/gYn+FHsJ+X3r/MP7dwn9/8A8F1P/kTzv+1/2pf+hT+G/wD4GXH/AMVR/a/7Uv8A0Kfw3/8AAy4/+Kr0T/hJPEv/AEJF1/4GJ/hR/wAJJ4l/6Ei6/wDAxP8ACj2E/L71/mH9u4T+/wD+C6n/AMiecyap+1FLG0cng/4aujDDK13OQR9N1R2l7+05ZwiG08FfDG3iHRIrmdVH4Bq9K/4STxL/ANCRdf8AgYn+FYOpfFZtO8XWPhS88M3MWsX6CS2t/tAO9fm53BcD7jdT2rSlgq1VtU43sr6NbLdiefYNb8//AILqf/InM/2v+1L/ANCn8N//AAMuP/iqP7X/AGpf+hT+G/8A4GXH/wAVXon/AAkniX/oSLr/AMDE/wAKwdK+Kz6p4r1DwtY+GbmbV9PUvdW/2gDywCozkrg/eXoe9EMFWqKThG6Wr1Wi7sP7ewa/n/8ABdT/AOROZ/tf9qX/AKFP4b/+Blx/8VR/a/7Uv/Qp/Df/AMDLj/4qvRP+Ek8S/wDQkXX/AIGJ/hR/wkniX/oSLr/wMT/Cs/YT8vvX+Y/7dwn9/wD8F1P/AJE87/tf9qX/AKFP4b/+Blx/8VR/a/7Uv/Qp/Df/AMDLj/4qvRP+Ek8S/wDQkXX/AIGJ/hVzwv4iuNX1K+0+70l9OuLNULo8wcndkjoB2H60nRmk3+qLpZ1hKtWNJOSctFeE43dm93FLZM8v/tf9qX/oU/hv/wCBlx/8VR/a/wC1L/0Kfw3/APAy4/8Aiq9xorI9U8O/tf8Aal/6FP4b/wDgZcf/ABVH9r/tS/8AQp/Df/wMuP8A4qvcaKAPDv7X/al/6FP4b/8AgZcf/FUf2v8AtS/9Cn8N/wDwMuP/AIqvcaKAPDv7X/al/wChT+G//gZcf/FUf2v+1L/0Kfw3/wDAy4/+Kr3GigDw7+1/2pf+hT+G/wD4GXH/AMVR/a/7Uv8A0Kfw3/8AAy4/+Kr3GigDw7+1/wBqX/oU/hv/AOBlx/8AFViap4W+O/jXx/4H1Pxlovg6w03w7rCX7tpt3IZGXgNw5OeB7V9GVXvr6zsYjLeXUFun96Rwo/Wmk2TOcYRcpOyLFch8Px9i1XxDoq8RWt4JYl/urIM4/SnXXjaG6la18NWFxrFz03IpWFD6sx/z71c8H6LeafJe6lq06TalqDq0/lj5ECjCqPpmt1FwhLm0ufPyxVPHY6hLCvmUHLmkvhs4tWvs25cuivtqdDRRRXOfRBRRRQAUUUUAFFFFABRRRQAUUUUAFFFFABRTZJI413SSIg9WOKzbvxFoNr/x8axYofTzlJ/IVSi3sjGriaNFXqTUfVpGpRXMT+PvCsZ2rqRmb0ihdv6VD/wnljJ/x6aPrd16eXaH+prT2FT+U86Wf5anb28W/J3/ACudbRXJf8JXrEv/AB6+DdVYdjKRH/Oj+2vGcv8AqfCMUQ9Zb1f5Cj2E+tvvQv7dwj+BTl6U5v8A9tOtorkjdfEGT7um6LB/vzM2PyNAh+IUnLXmhQewjdjR7H+8vvD+2L/DQqP/ALdt+bR1tFcl/Z/jxvveIdNj/wBy0z/MUHRfGrfe8Xwj/dsEo9lH+dfj/kH9q1umFqf+SL85nW0VyP8Awj3ixvv+NJAP9mzQf1o/4RvxP/0O1z/4CJ/jR7KH86/H/IX9pYv/AKBJ/fT/APkxfEH/ACUnw1/1yuf/AECpvip4kXwl8PtZ1/cFltrZvIyesrfKg/76IrEGn6lp/wARfD66jrMmps8dwULxBNmEORx1zXI/tSWniDxNJ4a8EaLpt/Nb316s17dRW7tFCoO1dzAYGNzMc/3RXqZdhKeIxlGnUa5N2+lk23+GhxZdiKnLi6jg4ydTZ2bT5IJbNrz3PHdH0a8+HOmfD34pu87Pf3sjahknHlOfl/76j3n8q+if2gvHeo+CPhwNb0GOOW6up44IJ2TekQdS2/HQ8LxnjJFeceOfgHr48E3aJ8Qtb1tNPtzNaaZNExjZkU7VVd5wcZAwO+K0bTWvG8n7POlK3gUa1cWb/YdU03VLOTzJIEHySIhwTxt5weckdK+rx1TDZlUoYrnjU5ZuMl8PutuUV71tFqu2yOijGph4zp2cbq666rR7feJ4I1z4rw69o93beKdG8faNfOG1CKzeFJLNDjJxlW4ySBz90gjpU/xn+IHieP4qWngHRPEVh4TtmtRNLql5GCHZgSACwwBxge+ea8wvtL0vxH4p0b/hU/gXxN4c1uG9VrqecMsEC9+Sx24P0yMjBzXp3xx1DyPGIg8c/DUeIvCq2/8Aoup2EDm6jYgZVmDAKAd3HHUGqqYWhHG05OnFtxl7toRknfRuN3CT7bXS8hRqTdGS5nutbtr77XXmdP8ACTXPH0C61D46kstT0qxiM1nrtm8RS4ReWGEPpyCQOh9q840rxz8SPH0V94k0nx54c8K2UE7pY6ZcvEJJgoyN+8E88DJ4zngCk+A3hW61Dxn4luNB0jWdC8Dajpj2og1LO6V3UAYBPOPmOecA4zzXNeFtO8P+A4Lvw38RfhPqOtarHcv9jvba2Mi3KH7oDZAxxxjPB5GRVU8HhYYivyxjKpaDSUY6Jr3vdlLlvtzWenS1wdWo4Qu2o663fy1Svbsd/J8YvEGo/s7X3i6ze3s/EOnXsVncMsQeNiXQbgpyPmVvzzisXxj45+Lvhvwj4Y+It5ruly6ZfLAr6bFbAb90e/LsR1YKfukbc4FXfFnh29uf2cNWOmfDr/hHLzUL23lXTLLzJ5nRZEw7rtyDjPGOB1pfjVoWuXv7M/gvTLPRtRub6AWfnW0Vs7yx4tnB3IBkYJwcjrUYWGAVWMY042lVlF35XaPKtL3eid7NMdSVZxbcndRT0utbi+K/GnxS8C+KPDeueINZ06+0fxBOqtplvAAtshKkorEBiwDj5s8kcioPjjJq8f7T/hBtBit5dTOnotsLgkRhmacbmxzgAlsd8VpftLaJrOp6X8PV03SL+9a2uAZxb2zyGIbYuW2g7eh6+lV/jjb+JrP9obwx4m0Xwzqesw2FjGzi3gYq2Hm3rvxtDbTwD3I9aWAlRn7GrGMVKUKqa0SdtI326deoV1Nc0W20pRff1L0Hiv4kfDz4n6HoPjrW7HXtJ8QyeXFcRQCIwSEheMAYALLkHPDcc1S+G11DY/tR/Ei9uG2w29hLLIfRVaEk/kKq6lqGpfGf4ueFXsfC+raZovh6cz3k+oQ+WdwZWK+mcooAyTySRgVpeDfDGp3n7QfxIF9pl9b6Zqmmz20d1JbusUm8xD5WIw3Geh7GonClTo1PbKMKjpe+o2X21bRaX5dbDTlKceVtxUtL+n5XMTSvHPxI8eQX3ibSfHvhzwtZwzOtjpdy8QeYKON5cE88DJ4zngCtqf4xeINQ/Z2u/F9i9vZ+ILC+jsrlliDxkl1ywVsj5lb884rgPC2n+HvAttdeG/iJ8JdR1rV47lxaXtvbGRblD90BsgY44xng9Miux8X+Hb64/Zw1L+zPh3/wjl5qF9bzDS7LzJ5nRXXDuu3IOAeMcDrXXisNgVWpx9kuT2kOV2gk4311TvJNbtrR7mdOpW5JPmd7O613+6yO7+C958TPEFza+KPFV1YxaDd6SgtbKLAlaU7D57ALgbgHIG7gMBiun8Of8lG8T/7lt/6BVn4WwT2vw18M211DJBPFpVskkcilWRhEoIIPIIPasQafdan408VWtpqU+nyMlt+9iAyfk6Hvj6EV8RjKsa2Iq2iopaKysrJr+rkZk50vqkopzlzt2vq37OpprojvUkjcsEdWKHawBzg+hp1efeG/A2tWVtPDN4kvLQmcsBavlZAQPmOec/4Vqf8ACH3x5bxhrmfaUCuCVKmnbn/A2w+Z5hUpqUsI0305o/53/A62iuS/4Qpn/wBd4o8QSeo+1YH8qP8AhAdLb/XalrE3+/dn/ClyU/5vwNvrmYvbDL5zX6JnVvLGgy8iKPc4qpNrGkw587U7KP8A3p1H9awU+H3hfOZLOaY/9NLhz/WrkPgvwtF93RbY/wC8C38zRal3f3f8EPa5tLalTX/b8n/7YvzHXHjHwvB/rNbtD/uNv/lmqL/EDw6W22zXl43pBbMc/nity30XR7cfuNKsY/8AdgUf0q6iJGu2NFUegGKL0l0f3/8AAD2WbT3qwj6Qk/zmvyOT/wCEv1G4/wCQd4R1eYdmmURD9c0fbPH15/qdJ0vTlPe4mMhH/fNddRR7WK2ivxF/ZmJqfxcVP/t1Rj+Ub/ich/wjvii9/wCQp4tliU9Y7KER/wDj3WrFl4F8PQSia4gm1CbvJdymQn8On6V09FDrz6O3poVDIsCpKU4c77zbn/6U3b5EdvBDbxCK3hjijHRUUKB+AqSiisT1klFWQUUUUDCiiigAooooAKKKKACiiuKuJtX8VazfafZ3z6ZpVjL5M0kX+umfuAf4R/nmrhDmvrZI4cdjlhVFRi5Tk7RS6vfd6JJbtnQaz4i0TSMjUNRgicf8swdz/wDfI5rF/wCEzub3jQ/DWp3w7SyL5Uf5mtTRvCmg6Th7awjebqZpv3khPrk9Pwrbq+alHZX9f6/U4/YZnX1qVY012iuZ/wDgUtP/ACU5H/i4F9/0CdJQ9uZXH9KP+EU1m6/5CfjDUpAeq2yiEfpXXUUe3kvhSXyH/YdCf8ac5+s3b7o2j+BykXw/8O7t10l3et3Nxcsc/litK18K+HLXHk6LZAju0QY/rmtmik61R7yZvSybL6LvChFPvyq/37kMFrawDENtDEP9hAP5VNRRWVz0IxUVaKsFFFFBQUUUUAFFFFABRRRQBxniy5t7P4g+HLi7nighWK43SSMFUZXAyTW9/wAJL4e/6Dmm/wDgSn+NWNS0nTNSZG1DT7a6MYIQyxhtueuM1U/4Rbw3/wBALT/+/C/4Vvz05RSlfQ8JYXMKFetOg4OM5c2vNf4Yx6f4R/8Awkvh7/oOab/4Ep/jR/wkvh7/AKDmm/8AgSn+NM/4Rbw3/wBALT/+/C/4Uf8ACLeG/wDoBaf/AN+F/wAKX7rz/A0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wvCNzb3nj7xLcWs8c8LJbbZI2DKcJjgitr/hFvDf8A0AtP/wC/C/4Vb03SdM01nbT7C2tTIAHMUYXdjpnH1p89OMWo31Mnhcwr16M67gowlzac137so9f8RdooorA94KKKKACiiigAooooAKKKKACiiigAooooAKKKKACiiigAooooAKKKKACuR8JH7H4z8S6a/BklS7j91Yc/riuurkPHEU+lapZeLbSNpBajyb1F6tAT1/A1tR1vDueNnF6SpYtLSlK7/wALTjL7k+b5Fn4p+LofAfw/1fxdcWUl9FpkIla3RwjSZYLgEg4615TF8evG0umJqafAbxYbJ4ROtwblAnlldwfJXGMc5rW/aX13TNc/Zw8dNptyJhDaKj8Y/wCWiEH6f4GvNP2vfE97ov7K3g7R7GaSE61BZwXDISN0KW4dkJ9CQmfUZFZSi4uzPUoV6deCqUpKUX1WqIG/bf0JWKnwBqWQcH/iYR//ABNdfoX7SPiPXfD48QaN8FPEt/pW1m+1QXcbxgL97JC8YxyK9C+EXw28HaF8JdH0CPQdPuILjT42vGnt0drmR0BdnJHOST9BgDpXzd8AZT4J+N/xb+GWnzTnQ/sF/LbwM2RG0Rwp+uxypPfAz0pGp6X4P/aW8QeMNLfVPDHwU8T6tZJKYWntrpGUSAAlc7euGB/GrXiP9ofxZ4c0W41rXfgZ4r0/TrYKZrme4RUjBYKMnb3JA/GvGf2T4PjVqnwd1Gx+GGoaHolnaatLPLdXy+ZLdzGKL9ygKMqgBRknrvHIwa7+L436z4s/ZV8aa3rGj6S3iXw7cQ2d9bXNqs1rMTPGA7RNkd2GOgZMj2AOq0P9oHxjrmkW2r6R8CPFl7YXSCSC4huEZJFPcHbV3/hdnxC/6N88Zf8Af5P/AImuS8RfGzWfCX7Pnw7k0DTdITxR4qiSGziWBYLS25AZwgwqgFkAHTkk9MVnH4ofFv4W+L/Dv/Cw/Fvhbxh4e1u8FtcNpnl+bZM2Om1VOBnPIIIBGQcUAd9/wuz4hf8ARvnjL/v8n/xNI/xu+IEaNJJ+z94wRFBLM06AAep+Wsz4s/Eb4j698bB8H/hPc6bpd7a2X2rU9UvIhJ5WVBAUEMMAOn8JJLdgDVXQvEXx8ltPGnw/8TWVmNYsrLztM8TnT5F0+4QbDJGSFCljGzbcAEMCCOKAL+iftDeKtctWu9E+CXiLVLdX8tpbO/imQNgHaWQEZwQce4qLS/2jfE2qazqWj6d8EPFF3f6WyLfQRXKM1uzDKh8LwSAeK8p/Y21vxZ4R+CfjTxhHfaWfCumC8mNm8Z+0vfLBCUYNjHlkbRjOc16v+y7FdaF+y/qfjjzVn13WE1DWri5kG4yTLvClvUfu849z60Aaf/C7PiF/0b54y/7/ACf/ABNH/C7PiF/0b54y/wC/yf8AxNeTaR8Vv2g/FnwKv/iRpeseG9Os9DuJTdEWwNxdqgQlQhVkVVDeoJ556VP4k+Lnx6uvhFp3xq0y88OaX4dh8uGbSxD5sly3meS8rFl4UyZwqsCB69aAPUv+F2fEL/o3zxl/3+T/AOJo/wCF2fEL/o3zxl/3+T/4mrXj3x98R9W+EPhPXvhd4bW41XxFFBNNNMA0WnRsgZmYE4PJwCc8AnFedeFfil8VPBXx38O/D3x34r8OeMbTXWCtNpyIHtGdmVRlVTBDKMhgeD60Ad3/AMLs+IX/AEb54y/7/J/8TUV38dPHlpazXVz8APGEUEMbSSO06AKqjJJ+XsBWZ8TPiL8TPFXxuuvhJ8JbzTNIl0uzFxqmq3kQk2MQp2qCGAA3oPukkk9AKteBvFXxWl0/x/4I+KGiNJNpuk3Elnr9rZPFaXi+WQVDbQhOGBGMHhgRkUAVPCH7SviDxfpTar4Z+CnifVrFZTCZ7a5RkDgAlc7euGH51s/8Ls+IX/RvnjL/AL/J/wDE14X+y3B8bL/4I38fw01PQtD0+y1OeeS4vE8ye8l8uMmJAUZVUBV5OMl+vFfRH7JnxR1P4q/DKTV9chhj1WxvGs7l4U2pKQqsrgdiQ4yBxkfhQBx3iv8Aad1rwrNYQ+I/gx4l0uTUJDFZrcXSKZnGMhfl5PzL+Yrd/wCF2fEL/o3zxl/3+T/4muI/b4/5GL4Uf9hib/0O2rvfjhrHxqufG9n4a+HcVh4f0T7KZbzxJqCK0SSYJ2DcGxgAfwnJbsBQBD/wuz4hf9G+eMv+/wAn/wATR/wuz4hf9G+eMv8Av8n/AMTWP+zJ8VvGmv8AxM8TfDTxtqWka7d6NbmaHVtOVQkwV0RhlQFbO9SCFGCGBrkvhV8R/wBoH4uQeJ9M8M6n4a0ltLvAh1S5t8FFO8LEiBWBJxksRxjHegD0X/hdnxC/6N88Zf8Af5P/AImj/hdnxC/6N88Zf9/k/wDia5/4HfHnXrv4f/EC4+IMEFxq/gbd9oltlEa3X+sVVwOA2+MrkAA5HFYHhPxv+0lq3w9v/jAt54bm0A2txPDoTQ7ZBCm4eajBc5UgnDOdwTpzQB3/APwuz4hf9G+eMv8Av8n/AMTR/wALs+IX/RvnjL/v8n/xNbH7Jvj7xD8SPhMviTxNJbSX5v5oMwRCNdi7ccD6mua/aQ+KXjvwX8WPAnhbwemmzLr0gjkgu4+JHMyoo39UHzckA0AXf+F2fEL/AKN88Zf9/k/+Jo/4XZ8Qv+jfPGX/AH+T/wCJrzx/iP8AtAeGfjd/wq3WNS8MazquvWnm6ZOITFbWRYMfM4UOyqI5PlYEk459en+BXxI+JNr8dta+D/xMv9P1m8trU3Vvf2kKx4O1HC/KFBUpJ3XII70Abn/C7PiF/wBG+eMv+/yf/E0f8Ls+IX/RvnjL/v8AJ/8AE1y7/ED4w/F3x/4l0b4Sapo3hvQfDlwLaXUL6ESyXUoYjjKPgHa2AAOO+Tgb3wb+NGuvc+NvCfxQtbSHxH4Nt5Ly6uLIYiurdBksAeA3KnsCHHAwaALEvxv+IEUTySfs/eMVRFLMxmTAA6n7tYvg39prXfGWnS6j4W+C/ibV7SGUwyS2t0jqsgAO0nb1wwP41zvgPxr+0N8QvDmp/EzTJvD0fhZftCw+H5Y9slzEmQwSQIW3jBUMWALA8Yrh/wBnnxlrXgH9jjxx4q8PPAmpWfiKMRGaPenzi1Rsr34Y0Ae7f8Ls+IX/AEb54y/7/J/8TWF4v/ac1rwhFay+J/gx4l0lLuQxW7XN0iiRx2Hy9ea6jXviN4ls/wBkiP4lQyWo19tFtrwuYQYvMdkDfJ6fMeK8C/aU8Uar40+APwi8Ua20T6jf380k5ij2KSG28DtwBQB7l/wuz4hf9G+eMv8Av8n/AMTR/wALs+IX/RvnjL/v8n/xNZnx3+KvjJfivp/wl+HF9pGj6nLa/atQ1fUyvl2ylSQq7sjOMHoSSygDrVX4O/FLx5pnxnT4UfErV9D8QS31mbnTdX0zbtchWJVtoA5CP/CCCvcEUAWfDn7RvifxHbXFxoXwQ8UahFbXD207QXSN5UqfeRht4YehrU/4XZ8Qv+jfPGX/AH+T/wCJrA8OXzeBv24Na8L2zhNK8Z6YuomDOFW6VWJcD1Ply59d3tXpfwy8R/ErV/Hvi3TfGHhW20nQbC4ZNEvI0YNeR+Y4DMS7A/IEPAXrQByf/C7PiF/0b54y/wC/yf8AxNH/AAuz4hf9G+eMv+/yf/E17TrF42n6Td362dzetbQPKLe2QNLMVUnYgJGWOMAZ6mvijxH42uPiZ8UPFC+K/BHxau9L09baKw0PR42iewJQlmuY1PDuRlSe2fQUAe3f8Ls+IX/RvnjL/v8AJ/8AE0f8Ls+IX/RvnjL/AL/J/wDE10Pw4bw38M/hBJ4i1bVPE+n6RJ/p0yeKLgy3VnuwohxyRyBhRkkt6mse0/aO8LfaYZta8KeNfD+iXDqsGt6lpDRWbbuhLgnaD2OKAK3/AAuz4hf9G+eMv+/yf/E0f8Ls+IX/AEb54y/7/J/8TXo/xG+IXhfwFoEGsa5eSMl24isre0jM095IRkLEi/eJHfp71ynhD46+HdZ8SWfh7WvD3inwhqGoOU09de05rZLtuyo+SNx9Dj060AYf/C7PiF/0b54y/wC/yf8AxNH/AAuz4hf9G+eMv+/yf/E17nRQB4Z/wuz4hf8ARvnjL/v8n/xNH/C7PiF/0b54y/7/ACf/ABNdD46+N3h3w54kuPDOl6H4k8XazaBTe2ug2BufsgPQSNkAHHOOffFdF8MfiN4a+IVhdTaHJdQ3VjIIr7T72AwXVo5zhZIz0zg4IyOD6GgDzz/hdnxC/wCjfPGX/f5P/ia674I/E9viTDrwn8M3vh680S++xXNrdSh3Em3JBwBjHTFei14b+zJ/yP3xk/7HCX+RoA9yooooAKKKKACo7mIT28sDMyiRCpK4yMjHGakooE0mrM8G/aP8FaZ4e+AfjS90+6v97aeEdJJFKsPNTqNtM+M/wzvfih+zF4f0nSNh1ixsLK9sUcgCV1gCtHk8DcrHBPGQK6n9rX/k3Pxn/wBeS/8Ao1KvfDz4geA7fwB4dgn8beGopY9KtUdH1WBWVhEoIILcEVc5ym7yZy4PA4fBU/ZYeHLHeyPGvA/7TLeE/BVh4V8ceAvFieLtOthaLbxWQCXZjXarZYgrkAZwrdyM0fs5/Dzxez/ED4teNtMl07V/ElndLZ2DxkSokmXZivUZIRVBGcAk9RX0F/wsX4e5z/wnXhbP/YWg/wDiqP8AhY3w9/6Hvwv/AODeD/4qoOs+Rf2Y/itd/Bf4YalpvjDwH4q8i51GS40+4isSElmMcamJy+Nv3Uwec7jxxUeleD9c0T9jr4o+K/EOmyabd+KL22uo7aUFXWFbqMqSp5GWkfGecYPcV9fH4i/D09fHXhb/AMG0H/xVeX/tFx+Hfil4XtPDWlfGbwtoGnvMW1NTfwS/aYxtKLjzB0ZQeooA8X+IPgHUvEH7OHwf8Y6doMviCDQLYf2lp0W4vNbM6s2AvOPkIJHI3Z7VN4f/AOFI+L/Eel6H4B/Z61nVLuacJfSX93PaQ2K8ZZnDyZxzwdvT1OK+lvAPiH4ZeDvBWj+FrDx/4alt9LtI7ZJH1aDc+0YLH5+CTk/jW4PiL8Pf+h68Lf8Ag2g/+KoA+c/Hc9/8E/2rtU+J+qeHtV1Lwnr+m+TJdWMPmm3fbHkHJAB3QjgkZDZB4Ir0L4T/ABE8efFbXvFFxD4Z/sfwItm0OlS31q0V5czsoHXeVK/eJwMDKjJ5r0o/EX4ekf8AI9+F/wDwbQf/ABVH/Cxvh7/0Pfhf/wAG0H/xVAHyH8CNL8Sp8GfiF8FdY8F69YareW15qUF3cWzRwF0jiCRZI5YtGMYyCK9f/ZzvE1b9i37LZq8txbaTqVm8SrlvNBlIXHXJDLx7167/AMLG+Hv/AEPfhf8A8G8H/wAVXnfwzHgLwF408U3ekfEzwl/wjWuzrfR6YdThDWl0eJCjb8bG64xxgDtQB5X8GtD1q2/YW8baXcaPqEN/K975drJbOsr5SPGEIyc4PakvND1s/wDBOmDRxo+oHUw65s/sz+d/yEy33MbunPTpzX0z/wALG+Hv/Q9+F/8Awbwf/FUf8LG+Hv8A0Pfhf/wbwf8AxVAHyX8YbTxBbfCb4JWuvWutxeBYbK3XxHFZpIsiECPIkUcjCbtue+7vVCXQvDq/tE/DTV/hv4B1zR/CMN3CGv57CdVuX87LSEvlto3KNzY6HHAr7DPxF+Hv/Q9+F/8AwbQf/FUf8LG+Hv8A0Pfhf/wbwf8AxVAHzh4nvb34E/tT+I/iDrXh3V9R8J+JbIqL2wh83yJD5bMDkgA74zwSOGBGcYruvAXxC8ffE6x8eajN4YOk+CU0yeLRvtNo6X11KYz1+Ygj733V6soycGvVT8Rfh6Rz468LH/uLQf8AxVH/AAsb4e/9D34X/wDBvB/8VQB43+wtpep6X+z/AKnaanp15Y3DatdMsVxA0bkGGIAgMAccGqn/AAT00nVdH+F2vwatpl7p8r62zql1A0TMvkRDIDAZHBr2/wD4WN8Pf+h78L/+DeD/AOKo/wCFjfD3/oe/C/8A4N4P/iqAPCv25NI1bVNf+F76Zpd7erb6tK0xt4GkEY32/LbQcDg9fQ1yHxthsJP2rbn/AIXJY67e+CDYKuhw2kc7wPIUT5cRcklvNyBznbnivqT/AIWN8Pf+h78L/wDg3g/+Ko/4WL8Pf+h78L/+DaD/AOKoA+Z/2WdHk0v9qjxbeW3g3VfC+h3ekyLpttd2bxBU8yBlGTwGKqWIzkc55Brov2CtI1bSk+IH9qaXe2PnarG0X2mBo94/ecruAyOR0r3b/hY3w9/6Hvwv/wCDeD/4qj/hY3w9/wCh78L/APg3g/8AiqAPlz4K/D3WfEy/tAeG7zT7rTzrVxtsZrqB445JBPcsjAkDK7thOOxo8K+OPiN4Y+Bmp/CG++FOtx6vp+lXtu2oyqUso7YrIzSs+MHClsbSQxAwea+mdX8b/DbVNKu9NuvHnhsQXcLwyGPWYUbawIOGD5BwetfOV38O5V0658Lad+1ZpqeErkOslrcXsEk+xz8yF/NG4HvyAcnigDu/+CfoI/Z9jJBGdWuSPf7lY37TmkatfftL/B69stLvbm1tr6Jp5oYGdIgLqM5ZgMLxzzXp3ws1D4T/AA78C6d4R0Xx74ce0skP72XV7cvK7MWd2w2Mkk9OnSun/wCFjfD3/oe/C/8A4N4P/iqAPCPiJpGrTft7+B9Wh0u9k0+LSgsl2tuxhQ7LvgvjAPI79xTtF0jVl/4KC63q7aZerpz6SqrdmBvJY/ZYRgPjbnII69q91/4WN8Pf+h78L/8Ag3g/+Ko/4WN8Pf8Aoe/C/wD4N4P/AIqgD5k8Aa/N+zL488a6P4w8Ma7daBrN6t3pWpadbiZHXc21CSwGcOARnII6cg1ofCfwHr3xN8V/FP4k6tol1oNl4s0qfSdIgvQUlZHRV8xh2GI057knGcV9Fn4i/D09fHXhb/wbQf8AxVH/AAsb4e/9D34X/wDBvB/8VQB8vfAn4nax4A+HN18G9Q+H/iW58ZWj3UVlBDbAwyeYzMGdyRtQMzfMAQQAQaxPhF4D8U6v+xZ8QfDsei6hDqsusLdW9rNbMkkyxrbOQqtgnIRgMdxivrz/AIWL8Pc/8j34X/8ABtB/8VR/wsb4e/8AQ9+F/wDwbwf/ABVAHyVcfE658S/spy/C7Q/Anim51zTtLgs9RkNniC3WKRMtuzuLHC4TaD83tVD4p+HfEE/7MXwasYNC1SW6tbuY3ECWkhkiBc43KBlfxr7E/wCFi/D3/oe/C/8A4NoP/iqP+FjfD3/oe/C//g3g/wDiqAPmP9pjwTp+gftDwfEbxb4JvvFfgjVLNYtQSzDl7aZI9gY7WGOEQjJAPzdxWz8ALf4ZeJfilZ6j8PPgjqGl6Xp0ZuB4jv7yaHypCpAVIizrITnH3umTgY5+g/8AhY3w9/6Hvwv/AODaD/4qmt8Rfh+EPl+OvCu7Hy51aDGf++qAPDdRsR4n/wCCgdncWqmSLwxoKtduOiOySbRn1/0hePY+leq/DL4k6r4v8e+LfDV94MvtFttBuGht7+Z2KXwEjpuUGNQBhQ3Bb71c38GR4A8E/wBu6xrHxL8Jat4m8Q3z3mp3yalAikZPlxIC5IRQeB7/AEr0P/hY3w9/6Hvwv/4N4P8A4qgDW8U6xD4f8PX2tXFnfXkVnCZXgsoDNPIB2RByxr5X+HHxcs/D3xg+I3i2+8CeP20/xLLYvYrFobGRRDEyPvBYAckYwTX0l/wsb4e/9D34X/8ABvB/8VR/wsb4e/8AQ9+F/wDwbwf/ABVAHF/tA+H9Y+IXwn0rUPDOnzXF3Z31nrcekXq+Q14kfzG3kVvusQ3Q9xiuQ8f/ABS1j4heCNW8BaH8IPGg17VrRrKWPVNPEFpZmRcGRpScEL94HAyQOlex/wDCxvh7/wBD34X/APBvB/8AFUf8LG+Hv/Q9+F//AAbwf/FUAeR+N/BPinwXJ8LPFmn6ZdeMx4J097DULCDDTuHhVDcQqfvMpHTrgL7mqHxA8Q6x8dY9F8JeGfAHirRreDV7e9vdb1qyFotisLZPlZJLSHkDH/6va/8AhY3w9/6Hvwv/AODeD/4qj/hY3w9/6Hvwv/4N4P8A4qgCb4leI7vwj4G1XxHY6Dea9cWMPmJYWn+smOQOODgDOSQCcA8Gr/hPVJtb8M6brFxpl1pc17axzvZ3IxLAWUEo3uM4rK/4WN8Pf+h78L/+DeD/AOKo/wCFjfD3/oe/C/8A4N4P/iqAPGfDGtax8DPEfi/T/EPgbxLr2l61rc2rWWt6LZi6aUS4/dTDIKspGBnrk4GK6P4Mab4i8Q/F/wAT/FbVPDd74V07UdPg02y0+9AS5uRG243EyD7p4CgHnBP1r0P/AIWN8Pf+h78L/wDg3g/+Ko/4WN8Pf+h78L/+DeD/AOKoA6ivnL4FQ+I/+E/+MF1oN1b/ALrxdNvtZo+Juv8AF2Ney/8ACxvh7/0Pfhf/AMG8H/xVeX/srXdrfeMvi/eWNzDdW03i2R4poXDpIpBwVYcEH1FVGXK7nPicOsRTdNycfNOzXz/pPqev+FNfh1y0k3Qta3tu3l3Vs/3o2/w962a43xan9heJtO8TQfJFPILS/A6MrfdY/TH6Cuyq6sUrSjszjyzE1Zc+HxDvUpuzf8yesZfPZ+afQKKKKyPUCiiigCh4h0bS/EGjXOja1Yw32n3S7J7eUZSRcg4P4gVwv/Chvg7/ANE80L/vyf8AGvSaKAPNv+FDfB3/AKJ5oX/fk/40f8KG+Dv/AETzQv8Avyf8a9JooA82/wCFDfB3/onmhf8Afk/40f8AChvg7/0TzQv+/J/xr0migDzb/hQ3wd/6J5oX/fk/40f8KG+Dv/RPNC/78n/GvSaKAPNv+FDfB3/onmhf9+T/AI0f8KG+Dv8A0TzQv+/J/wAa9JooA82/4UN8Hf8Aonmhf9+T/jR/wob4O/8ARPNC/wC/J/xr0migDzb/AIUN8Hf+ieaF/wB+T/jR/wAKG+Dv/RPNC/78n/GvSaKAPNv+FDfB3/onmhf9+T/jR/wob4O/9E80L/vyf8a9JooA82/4UN8Hf+ieaF/35P8AjR/wob4O/wDRPNC/78n/ABrqvE3iVdFvrSyXTbu/nuldo0twCfl68VR/4TC+/wChO17/AL8VqqM2rpHl1s6wVGpKlOfvR30k7aX6J9GjD/4UN8Hf+ieaF/35P+NH/Chvg7/0TzQv+/J/xrc/4TC+/wChO17/AL8Uf8Jhff8AQna9/wB+KfsKnb8UZ/29gf5n/wCAy/yMP/hQ3wd/6J5oX/fk/wCNH/Chvg7/ANE80L/vyf8AGr2vfEiHQdLk1TWfDusWNlEVDzzRYVSxAGT7kgVNpnj59T0+31DT/C2tXNpcxrLDLHDlXQjII9jV/U63J7Tl93a/S/a4f2/gP53/AOAy/wAjL/4UN8Hf+ieaF/35P+NH/Chvg7/0TzQv+/J/xpfFfxc03wqlo2vaBrNkLuQxwb4fvsMcD8xW3/wmF9/0J2vf9+KcsFXjCM5Rsns+jtvYP7ewP8z/APAZf5GH/wAKG+Dv/RPNC/78n/Gj/hQ3wd/6J5oX/fk/41uf8Jhff9Cdr3/fisiy+K2nXviG68O2mi6pNq1ou+4tEjzJGvHJH/Al/MUoYOtNNxje2r8l5h/b+A/nf/gMv8iL/hQ3wd/6J5oX/fk/40f8KG+Dv/RPNC/78n/Gtz/hML7/AKE7Xv8AvxR/wmF9/wBCdr3/AH4qPYVO34oP7ewP8z/8Bl/kYf8Awob4O/8ARPNC/wC/J/xo/wCFDfB3/onmhf8Afk/41uf8Jhff9Cdr3/fij/hML7/oTte/78UewqdvxQf29gf5n/4DL/Iw/wDhQ3wd/wCieaF/35P+NH/Chvg7/wBE80L/AL8n/Gtz/hML7/oTte/78Uf8Jhff9Cdr3/fij2FTt+KD+3sD/M//AAGX+Rh/8KG+Dv8A0TzQv+/J/wAaP+FDfB3/AKJ5oX/fk/41uf8ACYX3/Qna9/34q/4Z8SLrV7eWbabd2M9oEMiXAAb5s44/D9aTozSu0aUc6wVapGlCfvS20kr6X6pdEcp/wob4O/8ARPNC/wC/J/xo/wCFDfB3/onmhf8Afk/416TRWR6h5t/wob4O/wDRPNC/78n/ABo/4UN8Hf8Aonmhf9+T/jXpNFAHm3/Chvg7/wBE80L/AL8n/Gj/AIUN8Hf+ieaF/wB+T/jXpNFAHm3/AAob4O/9E80L/vyf8aP+FDfB3/onmhf9+T/jXpNFAHm3/Chvg7/0TzQv+/J/xo/4UN8Hf+ieaF/35P8AjXpNFAHm3/Chvg7/ANE80L/vyf8AGj/hQ3wd/wCieaF/35P+Nek0UAebf8KG+Dv/AETzQv8Avyf8aP8AhQ3wd/6J5oX/AH5P+Nek0UAebf8AChvg7/0TzQv+/J/xo/4UN8Hf+ieaF/35P+Nek0UAebf8KG+Dv/RPNC/78n/Gup8FeCvCngq0uLXwpoVnpEFzIJJktk2h2AwCfwq7qPiDRNPB+2apaQkfwmQFvyHNYknjiG6Yx6BpGoatJ0DrGY4vxY/4VpGjOWyPOxGb4LDvlnUXN2Wsv/AVd/gXfiRAtx4I1NW/gi8xT6FSD/StXQ5muNFsbhuWlto3P1Kg1zB0HxB4ikRvE91Fa2IYN/Z9qfv46b27/h+ldjEiRxrHGoVFAVVA4AHQVU7RgoXuzmwKq18ZPFuDhFxUVfRuzbvbotdL6+SHUUUVie0FFFFABRRRQAUUUUAFFIxCjLEAepqnc6vpNtn7RqdnFj+/Oo/rTSb2M6lWnTV5yS9S7RXP3HjXwtBnfrVu3+5l/wCQqm3xB8PE4tze3Xp5Vqxz+eK0VCo/ss86pnmW03aVeF/8S/zOsorkv+E2aT/j18Ma9N6H7NtH55oPibxDJ/x7+C776yzqn9KfsJ/00R/b2Bfwyb9ITf5RZ1tFckNX8bSf6vwpbRe8l8p/lS/aviA/3dL0SL/fmdv5Gj2L7r70H9tUn8NKo/8AuHNfmkdZRXJbfiHJ/wAtNAh/CQ0fZPiA3XVtFX2WBj/MUex/vIP7Xk9sPU/8BS/OSOtorkv7O8eN18Q6avutpnFH9l+Ov+hosv8AwCFHsl/Mvx/yD+1av/QLU/8AJP8A5MPEH/JSfDX/AFyuf/QK62vPRba1bfEXw+Na1KG+Zo7jyzHCI9o2HOcde1ehU66soq/T9WY5JVdWeKnKLi3U2drr93Ds2vxCiiisD3jyz9q3/kh+s/8AXW2/9HpXSfBX/kkfhP8A7BNv/wCixXPftTQzXHwT1iKCGSaQy22EjUsT+/TsK4X4f/HTSfDvgfRNBuvCPiqW4sLGK3keKzXYzIoBIywOOPSvq8PgcRjckjChHmaqN/8AkqPMqVoUsY3N2XKvzZ0f7UfiJvD9v4XZdE0PVPtN+0eNTsxOIuF5TkbTz1p/xb+JHi/w38WtA8I+G9P0++TU7VX8mcFXaRnkUfPnCqNoJ4PANcf+0rqj+LvB/gDXdO0zUI4rq+eXyZYT5sY+UfMFzjpWx8Vba5k/aq8BXEdtM8KWqB5FjJVfnn6noK9DBYOisPQVaCbUa10+8dv6RjVqzc58j6w/EksPHvxM8JfFjRPCvj9tGv7TXmCwPp8ZXySzbRgkAkBsZDA8HOa5rTvFOk+Df2lviHr+szeXbQWDbVH35XP2faijuxroPjtbXMv7QXwzmitppIo7iPe6Rkqv79epHSuTvvh7b+Pf2jPHGm6pHdwQi1ea0nVSqCbZEqEnGGA3E474rswUMHOl7aslCM6L5uVW2qJaLvYyrOqpcsXdqWl/Q9O8G+PfF/8AwgOsfETxpZ2VhoyQNPpunwRMJ3TPyF3J/iyAOBnOemK4tfHfxtn8JN8RYZPDCaMI2uF0kjMpgB+9nr0H94HHOO1QeCm8Q+Lfg34o+Eus2txH4g0eIrZmVWAnSOQFVDHg4ZQo55BX3riPDs/wg0/wzBp3if4fa9P4wt0MU9qrToZ5QcZ4f5c9/l49DVYfLsPGda9FSkppWjFSXs7XTV5RtfrLVpk1K9RqPv2Vt27e916Pbses/E34z6rpvw28JeL/AAzbWg/tqUrPDcxmQptHzKuCOQwIz3rvvhdd/EC/k1a+8bWNrp9vPJG+l2kTKXhiIbIcjnd93OT1z0rxD466ELH4UeBbTSvC93o0f9oyTHTjK9y9vvBbDMcnPOcds47V9S14GbRwuHwNNUKa9+VTV6ySjJW1Ta20vrpszuwzqTrS55bKPpqtQooor5U9IK5Lw5/yUbxP/uW3/oFdbXACHVrjxp4rj0W8htbox22Hlj3D7nQen1wa3oq6kvL9UeFnVR06mFmouVpvRbv93U2vY7+ivO/DGjePobe6WTWIrRzcFmM8YmaQ4HzBvT/Ctf8AsrxyeD4ptFHqLFc0SoxTtzr8f8hYfOq9WmpvCVE309z9ZJ/gdbRXJf2L40b73jCMf7tglJ/wj3it/wDWeNJR67LNB/Wl7KP86/H/ACNf7TxL2wk/vp//ACZ11Fcl/wAIvrzf6zxrqJ/3YlX+tB8HXcn+u8Xa83+5MFo9nD+f8GP6/jnthX85Q/Rs62kZlX7zAfU1yf8Awglm3+v1rXJv968P+FKvw98O/wDLVbyb/rpdOf5UctL+b8P+CH1rM38OHivWp/lFnSTX9jD/AK68t4/9+VR/M1z/AIo8f+FfDttHPfanHKsknlhbb98wOCeQvQcdakh8CeFIvu6PG3++7t/M1x/xY0LRtPuPB4s9MtYRJ4ht0k2xj5lOcg+oq6cKMpJXZdKeZuS9pCCj5Sk3/wCkouj41eBScC41An0Fk/8AhSTfGjwei5ji1ib2WxYfzxW9448LXWraOlt4f12XwxNHJ5jT2VtGzOoB+Q5HA78HtWL+znrGq698KNP1LWr+a/vXnuFeeUjcwWVgOnoAK6fYUXh3XjrZpNX11vbpbo+p3RdR+7LR+X/B/wAjJufjlo65+zaHqknoZEK/yBrMm+NtxM22DTFtVP8AFLBLJj8gP5V2Hxd8ceGfDumy6Jq3iqbw7qN/bM1tcw2rzPEM43gKpHUHrW/Fb3Gr+A7e307xBdRTXWnx+TqqRDzSSgIl2sMAnrg+tUqcIU41J07KTsm729drP5anFVwFSq7fWJr05F/7bf8AE8tPxNN0P9K8VXdoD1W10SQ/qwpv/CV+Brg51XxB4tv/AFVreVVP4AUz4UfFfRtB8M6la/EDxp9o1KDWrm2iadS8zRIVVTtQEhc5P517H4b17RvEmmJqehalbahaMSBLC+QCOx7g+xrbGUKuEk1KD5U7XWifo+U545Jg6n8W8/8AFKUvwbt+B5jpvjb4T6eQ1vpd4XH8UmnSSH82BrbT4xeCUUKv9pqo6AadIAP0r0Wob+8tbCzlvL64itraFS8ksrhURR3JPArznUhN6pt+v/APTw+EoYaPLRgorySX5HA/8Lk8F/3tV/8ABfJ/hR/wuTwX/e1T/wAF8n+FX9A+K3w917WF0nS/FFlNeO22OM7kEh9FLABvwNdVrX/IGvf+veT/ANBNXVo+xko1abi/PT9DdO+zIfDes2PiDRLbWNNd3tLkExl0KkgMVPB6cg0VzHwG/wCSSaD/ANcpP/Rr0VzVIqM3FdGNHcUjsqKWZgqjqScAVymo+JNQ1DUZtK8K2aXMsLbJ7yY4ghPp/tH/ADzTE8FvfsJvEus3mpv18lW8qEfRR/8AWq/ZJazdvzPHlms60nDBU3UtpzX5YX/xat/9upmhqfjLw3p7GOXU4pZB/wAs4MyNn0+WqH/CX6jef8gbwrqdyD0knAhT8zW/pmi6TpigWGnW1uR/EkY3fn1q/RzUltG/r/wA+rZnW/iV1BdoRu//AAKV/wD0lHI7viDe9I9H0tP9omVx/Sj/AIRnxFdf8hHxjeYPVbWJYh+YrrqKPbtfCkvkH9iUZ/xqk5+s2l90eVfgckvgDRpCDfXWp3zdzPdMc/lir1t4L8LW+Nmi2zY/56Av/wChE1v0UnXqP7TNKeR5dTd40I37tJv73qUrbSdLtsfZ9Ns4v9yFR/SriqqjCqFHsKWis229z0adKnTVoRS9AooopGgUUUUAFFFFABRRRQBx/iaWOH4i+G5JpEjQRXOWZsAfJ6mul/tPTf8AoIWn/f5f8ar61oOkay8T6nYpctECELMRgHr0PtWf/wAIN4T/AOgND/32/wDjW7lTlGKlfQ8GOHzHD160qMYOM5c2spJ/DGPSL/l7mx/aem/9BC0/7/L/AI0f2npv/QQtP+/y/wCNY/8Awg3hP/oDQ/8Afb/40f8ACDeE/wDoDQ/99v8A40rUu7+5f5m3Pm//AD7p/wDgUv8A5A2P7T03/oIWn/f5f8aP7T03/oIWn/f5f8ax/wDhBvCf/QGh/wC+3/xo/wCEG8J/9AaH/vt/8aLUu7+5f5hz5v8A8+6f/gUv/kDY/tPTf+ghaf8Af5f8aP7T03/oIWn/AH+X/Gsf/hBvCf8A0Bof++3/AMaP+EG8J/8AQGh/77f/ABotS7v7l/mHPm//AD7p/wDgUv8A5A2P7T03/oIWn/f5f8aP7T03/oIWn/f5f8ax/wDhBvCf/QGh/wC+3/xo/wCEG8J/9AaH/vt/8aLUu7+5f5hz5v8A8+6f/gUv/kDY/tPTf+ghaf8Af5f8aab7STIJDeWJcDAbzVz+dZP/AAg3hP8A6A0P/fb/AONH/CDeE/8AoDQ/99v/AI0fuu7+7/gi583/AOfdP/wKX/yBsf2npv8A0ELT/v8AL/jR/aem/wDQQtP+/wAv+NY//CDeE/8AoDQ/99v/AI0f8IN4T/6A0P8A32/+NFqXd/cv8x8+b/8APun/AOBS/wDkDY/tPTf+ghaf9/l/xo/tPTf+ghaf9/l/xrH/AOEG8J/9AaH/AL7f/Gj/AIQbwn/0Bof++3/xotS7v7l/mHPm/wDz7p/+BS/+QNj+09N/6CFp/wB/l/xry/xHdeMD4m8TTeBUsbmYpb+YzMGcDZ/yzB+Unr1ruP8AhBvCf/QGh/77f/GtHRdB0jRmlbTLJLYygBypJ3Y6dT7mrhUp078uvr6+pjLD5jiK9GVeMFGEubSUm/hlHrFfzdzg/Dc/xPbwXoj6fFpkt20cv286wZVmEnmtjgdsf0rqPBz+OWubj/hLIdDjg2DyDYNIWLZ53bu2K6ais5Vea+iPdsct4wfx8t/EPCkOgyWnlfvTftIH8zJ6beMYx+tTeDX8aM91/wAJdDosa4X7P/Z7OSTzu3bv+A4x710dFTz+7y2QzlPFsnxCXVFHhaDw+9j5Q3G+aQSeZk5+7xjGP1q34Nfxg0d1/wAJdFo8b5X7P/Z7OQRzu3bvwxj3roKKHP3eWyA5HxTJ8Rl1dh4at/Dr6dsXab1pRLu/i+7xitHwc3ixrW4/4SyLSY5/MHkCwLlSmOd27vmt2ihzvG1kBx3iaT4lLrMw8O2/ht9NwvlG8aUS5wN2dvHXOPauT8cN4naDwgfFcemR3n/CU2/liwLlPL28Z3c5zn9K9drzz40f8fPgv/sZLb/2atqE7ySshM3vGvjjwn4R8mHxJrlrp0tyjGFJckuB1IAB9a8u/Zf8deEbbwFpHhW4160j1qW6nCWjEhmLSsygHGOQR3r2vUNM03Udn9oafaXezOzz4Vfbn0yOKhtNB0O0uFuLXRtOgmT7skVqisv0IGa6qWJw0cLKjKMrtp3urXV7dNtdSWpc1zzL9ozxp4Pt/A/iPwtdazZrrr2JWK0IJkywBUZxgEjB61p/Df4meA5fBNhap4nsPO0vR4ZL1CSDCqIisTkc4YgcZ613l9ouj30/n32k2F1LgDfNbo7Y9MkUltoei2yyrbaPp8IlTZII7ZF3r6HA5HtVfWsK8LGg4yune91von020DllzXPnf4D+OPhpobeJrjXrq0tL681i4lhvZ7dmWa3LZVVbBxjJJHH3hXc/CJrPVPit4p8SeE7Z4PCd1aQxGQQmKK6vFJ3SRqccBeCcck16eND0VbUWo0fTxbh94iFsmwN/exjGeBz7VfjRI0CRqqKBgKowBW2MzSlWdSVOLTmrO8rq2nSy1076CjBq1znJvG2hRfEGHwM0lx/bE1qbpFEJ8vYM8bvXAJ9OOueK5X9ouyurrwvpNy1nPqGjWOrwXWs2cCFnmtlJz8o+8AcEj/CvSjbwG5F0YIzOE2CXYN4XOdueuM9qkrgoYmFCtCrTjtvd7vrbt5dimrppngnxT8Z/DXxd4Cm8O+Fkh1fW7lUj0u1srJllgmyNrZ2jywvfnpxXsccV7B4KWHUpRLex6cFuZB0eQR4Y/ic1ftrCxtp5J7eytoZZPvvHEqs31IHNN1r/AJA17/17yf8AoJrTEYqnUpxpU4tJNvV3d3byWmglFp3ZyXwG/wCSSaD/ANcpP/Rr0UfAb/kkmg/9cpP/AEa9Fclf+JL1ZS2LXwnATwxJBgCSG8mST13bu/4Yrrq4/wANN/ZPjjWdGk+WO9IvrbPfP3wPx/lXF/tg65rug/CaC68O6zeaPezaxaW32m1fa6o7EEZp4j42++p4+QPlwMKPWneD9Yu34qz+Z7JRXxR+0vZfFT4VTeF7fRvjF4s1m4164mt1SeURBGXywuCD3Mnf0qkfAv7Z/wD0HNYP/cfg/wDi6xPZPuSivnr/AIVT4ytIbKPWf2jvFGn31xGp+zyzRAlyBlVy/wA2CccVPqPwl8V6aYhqP7SfiqzMpIj8+SOPefQZfnqPzoA9+or518S/DnWfDMKTeIv2ovEOkRyHCNe3EUIb6bnGav6d8H/GGpWcd7p37R3i68tpBlJoGjkRvowbBoA97or5u1DwLfafrK6Lf/tV63a6k/3bSa8gSU/8AL57itTUvhJ4s02NJNR/aS8V2aO21GuHjjDH0BZxk0Ae+0V4HqPwi8Xabbi41H9pDxZZwltokneONSeuMl8Z4NeWePZfEvhT4w+Hfh6/x08X3Y1hEaXURexIlnuZlw689lB5YcMKAPs+ivnjWvhnr2i6ampax+094k0+ycbkuLmeKONhjOQzOAeOeKk0D4XeJPEFiL7Qv2mfE+qWpOPOs5YpU/NXIoA+g6K+IPglceNfGo8ZXHif4+eIfDVj4dvktVuZbpFSTcZRlmdgAf3fT3NekeLfh5400z4b614x0j9obxXqsNhplxfQGKRGin8uNnA3qx4O3GRQB9L0V8k/s++FfiN8Tfhfa+Mb745eL9MkmmmjaGNg6KI3K5ySPTNdLo/gW+1nVJNL0j9qzW9Qv4jh7a2vIJJFP+6rk0AfSNFfI3xd8N/ELwhr3hbwrovxx8Y6r4j8SXywW1tIwRIoAf3kzkEnCj88H0rurj4S+K7a9jsbj9pPxVDdyLuSCSSNZGHPIUvkjg/kaAPf6K+cdO8AanqVne3un/tUa7d21iSLuaG7hdLfHXeQ+F6HrVrw/wDC7xH4h08ahoP7TPifVbMnAns5Ypkz6blcigD6Eor5s1fwTd6PqiaXq37V2s2F+52rbXF7BHIT6bTJmt5Pgr46eNZE/aF8aMjDcGCoQR653UAe60V83ab4Fv8AUtYfR9O/ar1u81JDhrSC8geUH02h815/8QNP+Jfhj4/+E/hnH8afFtxa67brNLeO4V4cvKuAucH/AFY/OgD7Ror500L4d6vr13cWmiftSeINTuLY4nitLmGV4/8AeCuSOtU/il8NviH4O+HWv+KYPjx4zu5dLsZLpIX2qshUZwSG4oA+l6K+T/gf4R+IHxA+Emm+OtT+PHi3SftQnaWMOpjiWOV0zuZhxhM81v6D4FvtevpbDQ/2q9b1O7iJEkFpeQSuuOuVVyaAPpGivAJ/hN4qt75bCf8AaU8VRXbrvWB5I1kZcE5Cl844PPsaqaB8OtY8QT3EGhftReIdUltjidLO5hmaM/7QVzigD6Kor518Q/DrWfDrwR6/+1F4h0p7hgsK3lzDCZCeMKGcZq3b/CbxVcXz2Nv+0p4qmu0Xe0CSRtIq8clQ+QORz7igD3+ivBr34OeNLG2e6vf2i/GFtAmN8sxREXJwMktgcmsm98BajY3NnbXn7VWuW896A1rHLeQK04PQoC/zDg9KAPo+ivB7v4NeNrO2kurv9onxjbwRKWkll2KiKOpJLYArH07wJf6jpz6jYftV63dWSS+S1xFeQNGsnPylhJgHg8e1AH0hRXgE3wn8VQ3UNpN+0p4pjuJ13QxPJGHkHqoL5I4PSqOm/D/VNSgvZ9O/an167isCftjw3ULrb467yH+Xp3oA+jaK+evD3ww8ReIrD7foH7TXibVbXcV86zmimTPplXIzXF/CXw38QvFviPxV4T1r44+MdK8ReHL4wz28bB0mgP8Aq5kJIOCOo7ZHrQB9c0V4YPgl49PT9oPxr/3yv/xVH/CkfH3/AEcF42/74X/4qgD3OsDxt4T0vxdY29nqrXSJbzieNreXy2DgEZz+Jryv/hSPj7/o4Lxt/wB8L/8AFUf8KR8ff9HBeNv++F/+Kpxk4u6A67/hT/hn/oJeIv8AwZNR/wAKf8M/9BLxF/4Mmrkf+FI+Pv8Ao4Lxt/3wv/xVH/CkfH3/AEcF42/74X/4qtfrFX+YVkdd/wAKf8M/9BLxF/4Mmo/4U/4Z/wCgl4i/8GTVyP8AwpHx9/0cF42/74X/AOKo/wCFI+Pv+jgvG3/fC/8AxVH1ir/MFkdd/wAKf8M/9BLxF/4Mmo/4U/4Z/wCgl4i/8GTVyP8AwpHx9/0cF42/74X/AOKrG1/4c+INB1TR9L1b9pLxla3etXJtdPjaMEzSBdxUYPHHc4GSB3o+sVf5gsj0f/hT/hn/AKCXiL/wZNR/wp/wz/0EvEX/AIMmrkf+FI+Pv+jgvG3/AHwv/wAVR/wpHx9/0cF42/74X/4qj6xV/mCyOu/4U/4Z/wCgl4i/8GTUH4PeGSCDqXiEg9QdSb/CuG+AreK9F+PHjrwPr3jfWPFNppWn2UtvLfvyGlXexC5IHXH4V79R9Yq/zBZGb4X0Sy8O6Da6Lp3m/ZbYFY/Mbc2CxY5P1JorSorJtt3Yzl/iFp7vYRa3ZSeVqOmN5sLBSd47oQOTmvBf2lPEt5rXwagttVhaG9i8R2LjMZUOhkbp9On5V9RV4Z+21/ySGw/7GGw/9DNa+1Xs+Rr0Z48ssnHHrF0qnKmvejbST2vvo7W1t0PP/wDgoVFdT6l8MYbGcW91JqVysMpGRG5a3Ctj2ODXTxfDP9phZlaT45WLIGBYf2coyM8/8s66f9pr4N6r8WT4Zl0nxFBok+hzzTLJJbmUsz+XtIwRjBj/AFrlz8Iv2hf+jgH/APBd/wDXrE9g6/8Aav8Ah3o/jv4VX1ze3UGnalokT31hqEjbRCyLllZuyMBg+hCntXg/7Ms978ffina+KPiDqVref8IZp8CWWmZ5nlyf9IZT1+YBmPdtg6DFe5fGH4V+NfiF8OfD/gqXxxDaW8EcP9u3RtmaXUXRVBIwQFBIZsHqdvpWXe/s/f2F8UPDvjj4Y6vaeGzptrHaXtlJbs8V7EoC/NtI5ZBhie4VutAHz/Ffw+Ofj/4/1fxh8M/E3xCjsLtrG0srAuEsY1kdF3hSCMhOO2dx611nwVufG3w1sPivdWvgzxR4c8LrpE+qaLBqsDYtrhAAFDHgnDZ9xGM9K9L8Z/BLx1pfxK1bx98HfGtn4evdbGdSsr638yCR85LD5XHJy3K5BJwcHFdX8L/hh4j07TPEP/CyfHGoeL73X4nt7mAyulnbxMCGWKLO1Sc9QBjAAA5yAeJ/s/fAXwP8Rv2eT4i8QRyy+Jtda7k/teSZ2e1kErorBdwVuU3HPXJ59M/9sPw5feEf2e/APhvUPETeIZbDVmhW/aLY0iCN9oI3N90YXr0ArqoP2evi9ofh/UPAHhb4qWMHgW/aUSQ3Nnm5SOT7yDCnqM52uoPJwMmu38f/ALO+i658BtJ+Gej6k1lLo0i3FlfTR7i83zby4HZy7dOnHXGKAOW/4KH/APJCNH/7Dtv/AOk89ecfF3wR4Vu/2n/hhp9xo8Ulr4i060m1aMyPi5cl1JPOR8qKPlx0rvfGX7Pnxa+Ifg200rx98VbO6uLGdGtIYLL/AEdUCspZyFRpJD8uCeg3dc113xl+A2qeM9a8K+JvDvjI+H/EHh2yjtIp/s3mK2w5Vh8w2kEt65z7UAcJ+0JY/C1fi94d0PVdP8VeLbzSNKS2s/CGjwGSCOIKdhdtwYEjaeCThVzxXP8A7IzNpf7VvjDRbDw/eeFNNl0l5jok8xka3IaAoGJJ5xIx9t+K9L1f4KfELTfitafErwX4w0Ya5caXDY6w2q2rukzrEkbzIF/veWrbeMHPPOK0/hZ8EfEXhH44an8StX8ZQa9Nqtk8F2Hs/Jcu/lklcEqFBjAC9lx6UAeKfslfDPwl8QvFnxGk8YWL6pa2OpqILJriRIg7vNmQhGGWAXAPYMaf8NRN4Um/aG+GenzXUvh7TtGv57NJH3CBlR1xn1KsAfXy67jw3+zv8UfA2qeINf8AAHxPsLDU9VuGYwTWG63kjLM2H3B8MC3DBT1PrXWfDP4B3Xhn4feOLHWPEY1TxX4ytZ4b/U2QmNC6OBgHlvmkZieM+gxQB853viXVND/YP0DTdMknhXWdfuLW6ki4JiDO5TPbcVH1AIqXxn4Lc+GtJb4c/Ab4heG/FGmTwzRasySOZSo5LjnknBG0Dn24r6F0r9nW0f8AZ0X4T69rSzzw3cl5balbwbfJlLllYKTyMMVIzyCelZFj8I/j/fpY6B4j+NKweHLN4wJNJjaG+ljUY2mQKrA44yXb1OaAOf8AB+qX/ib9uXTp9esp7a707wnCywXCbWhlktkdxt7ENPID7g1S/aH0Sw8SftueAdD1VJZLG80mOO4SOVozIm+6JXcpBAIGDg8gkV1vxZ0z/hXf7S/gP4lkyf2FqMA8P6ncSsX8lypWJ3Y885XJP/PM5612fjT4Q3niD9ojwx8U49at4LbRbRbd7JoCXlIM3IbOB/rR27UAfP1j8MvB0P7a1/8ADmDTpofCdxYLPPpcd1KsUxFusoVyG3Mof5sE9RXSfs0Wtl4L/am+KfhTSJTp/h20sZJ1hZyyQ+XJFtbLf3RI457V67H8Ib1P2m5fi9/bVubV7L7N9g8g+YD5IjzvzjtnpVHQPgdJafGDx94z1DW4rjTvF2mz2DWcUJWSFZfLyd+cHhD270AfMmoab8NNQ8GeNLzwz4I8bfEC/f7VcP4svkMEFowQsZNwbDAEF8MNxzj0rpm8Za5pH/BPSwa2vLkTXuoyaT5yn5o7cyyErnsNqFPo2K9H8I/AT4o6J4C1f4Zp8QtFtvCF5522W309mvZBIOUYsQqKeM4LHBIBFdR4a+AMMf7Ok/wi8R6xHdKZ5J4L+1hKmJy/mI21jyQ2QRnkccUAcs37LvgbUPhj4am8O30nhjxHDFbXZ11WeWR3KBmypkVRknIxjGBXJ/tG+H4/EH7Wvwx8OaxezzR3WjwQXk9uxhacebcb8EHKh8EHB6Mea6OT9n34teI9L0vwX47+KFlfeCNMliMdva22LmaOMYVWYqCMDgEs+OvavQfGPwYl1j45eC/iBYatbWWn+GbOO0GnmAszqjSEbWzgDEgHTtQB4v8AErwb4d+Ff7V/wrXwFYHRYdTnjiu4opnZZFaby2+8SeVYgjOOBX0R+0p/yQLxx/2Brj/0GsT4sfCG88bfF/wP46g1q3s4fDUySyWzwFmn2zCTAYHA6Yrufij4al8Y/DvXvC0F0lpLqljJarO6FljLDGSB1oA+U9HuPCa/sG+GLHxh4i1bR7C7vp1EelxLJcXjC5nIhCsQCP4jkgfKK8+8ew6NoXjj4bat4L+GfiHwDH/aaLHe6k7JLqG14fmCFjjAY5PQ78dq9/8AEH7NN/ffArwr4ItfE1qmu+GL2a7tL1oGEEpklZyrLkkdV55+705pfHfwL+J3xDvfDeueMviBoranotyJYrOz051tFGVY4JYOzsUGSQBgDAoA4349+HrHxV+3P4O8P6m1wtjeaOi3AglMbPGBdMybhyAwG047E1D4t8I6D8Lf2zvh1ZeBLNtGtNTt0F1BFM7I4d5Y2HzEnBUDjPUA17X4o+EF7rH7SPh74sJrVvDbaTZC2exMJLyHbMMh84H+tHbtS/Ef4Q3viv47eD/iRDrVva2/h+NEktHgLPNtkd+GBwPv46dqAPGPhd4R0L4zftK/FG++IljNqaaLci0sbKeZ0SOMSyRrwpBwFjGO2XJ6mm/s7+H7Pwr+3B408PadNPNZWWkSx25mlMjJHm1Kx7jyQoIUZ7KKf8VrXwXpv7QWuXvhr4raj8MPE0sanVvtdkfsl2GCkvG24AlhhsEEEgkEHNVv2QtNs7v9qPxrrnh/V7zXtFtdNaBtWudxe7mkeEtISf7zxysB6UAe1/tof8m0eLv9y2/9Koa8Y0X4I+A9T/Y+bxhfWc0/iMeH5dRj1KS5kLxtGrMkarnaEAULjHT3r2f9tD/k2jxd/uW3/pVDXjfgH4S/FjxZ8CPDmi+HfiZBZeDdZ09ZL2xu7bdNBuJLpG6ruaMnJ2llxkjkUAcb428YeIfFP7Mvwl8O6le3q22savLYX90W5miglWOMMx68PnnqY8nOK3f21vhB4H+Hvwy0fU/B9jLpbyalHaXMK3MjpdDypGWRwxI3qVOCMffNen/tBeA/hp4U/Z10Xwr4km1ey0vSZo47HVLK186W3uCGJldQQNrktkZHJGCDivnL45La6r4Q0PTF+M1z8TPEEupRwadaQowjtoCrAllyS0jMYhzzwevNAHpfxz0iz1/9pz4P6NqIlazvNDtIp1ilaNnQvLuXcpBAI4OD0JrPl+GPg6z/AG10+Hdnp01t4Vv9OE13psV1Ksc22AyhGO7cV3orYz1Fe6eKPgxqGufGDwF4+Gt21vH4ZsYLaa0MJZpihckhs4H3/TtVy5+EN7L+03bfF4a1bi1hsjbGw8g+YT5LR535x/FnpQB5J+zlplp4N/bM+IPgvw6r2egppxlS03llUhoGXk5PHmuB7Gtq+um0f/gobZxWcbBda0DZd7OjYichm/78J+leg+D/AIQ3mhftGeJfirJrVvNbazZm3SxWAh4ifJ5LZwf9Ue3euR+EdkfHv7U3jT4oRjdomixDQtMmH3Z5VAErKe4GH5/6aCgD0T4U/CXTvh94v8WeI7PWb++l8S3P2iaG4ChID5kj4THbMhHPoK9FldY4mkd1RVBJZjgKB3Nec/CjwL4u8K+L/FmreIvHF34gsdYufN0+zmeRlsE8yRtih2IHDqPlA+6K7fxPo9r4h8OaloN80q2uo2slrMYn2uEdSpKnscGgD5B8X/GDW9PvNQurf9oy2u760EzwWOn+EfMsZGXJWIze+AN3IGevevqb4R+J5/Gfwz8PeKrq3jt7jU7GOeaOM/KrkfNjPbIOK8kg+B3xMh8IzeB4vjH9n8LJZNaW1rbaFBFK8ZQqFkkHJHTcRksM9M16D8A/BPin4f8AgqPwz4j8T2muwWgWPTvIsRB9nhA+6Tkl+e559z2APQ68v+OfjjxDoV/4Y8GeC0sh4n8VXUkFpcXgJhtIo03SzFR94gEYH8+h2vB/hPxPo/xD8UeIdU8bXuraRqpjNhpMseI7HHXac/hwBnq2TzR8XPh3ZfEDTLAf2pe6LrOlXP2rStVsz+9tZcYPB4ZSOCvegDzDxdf/ABf+DOmR+NPEfjyz8ceHI7qKPV7SXS0s5beOR1TzIWQnOCw+U+vTuL19q/jbR/2rPDGjS+NrjUvDHiO0vLyPTDZxRpbLHCxVA4G5+cHJwfXNWV+DfjXxNfWcfxT+KE/ibQ7G5W4TSrXTI7OO5ZDlDOU5YAjO39a6T4vfDXUvFeu6F4s8KeJz4a8UaEs0dpdtaLcxPFKu10eNuPoe2Tx6AHGWl98QPDn7VWjeFtW8fXOu6Frdje36WT2EUC24XdsjyvLbcDnjPpXK/tQ+GPGVx8afh5Na/EK4tYNT1kxaVCNNib+yZAibpFOR5ufRsfWuos/gl8R4vipoHxAvfi1/ampWKGK6+1aUgQwsfnihjVgqAqSM9cnPtXoHxm+HMnjy20W80zXZNB17Qb0X2l36wLOscmMENG3DA8fl+FAFn4V+F/GfhqC+Txf8Qp/GDTsht2l06O1+zgA5A2E7s5HXpiu2rzT4e+B/iBp3iOHXvHHxSvvELwwvGmn21jHZ2eWH3nVfvkdicYr0ugDwfwLeWlp+2H8ThdXUMHmaXpip5jhdx8peBmveK8A8KaRp2sftcfFG31K1juI/7J0zbuHKnyl5B6g16Zo0134W1+Hw/fXElxpl5n+z55OWjYf8smP8vw/DWMFKOj1PLxGOq4WulWivZSaSkns3tzLs3omnva/c7Oiiisj1Arx79rrw94g8S/CmGy8M6PPq9/Dq9rc/ZoSAzIjEnk8V7DRQB4d/wuD4r/8ARu+v/wDg3h/+Io/4XB8V/wDo3fX/APwbxf8AxFe40UAeHf8AC4Piv/0bvr//AIN4v/iKP+FwfFf/AKN31/8A8G8X/wARXuNFAHh3/C4Piv8A9G76/wD+DeL/AOIo/wCFwfFf/o3fX/8Awbxf/EV7jRQB4d/wuD4r/wDRu+v/APg3i/8AiKP+FwfFf/o3fX//AAbxf/EV7jRQB4d/wuD4r/8ARu+v/wDg3i/+Io/4XB8V/wDo3fX/APwbxf8AxFe40UAeHf8AC4Piv/0bvr//AIN4v/iKP+FwfFf/AKN31/8A8G8X/wARXuNFAHh3/C4Piv8A9G76/wD+DeL/AOIo/wCFwfFf/o3fX/8Awbxf/EV7jRQB4d/wuD4r/wDRu+v/APg3i/8AiKP+FwfFf/o3fX//AAbxf/EV7jRQB8+eJPiH4+8SaNPo2vfsy6tqWn3GPNt7jVIXRsHI4KdiAavw/Fv4qQwpDH+zrr6oihVH9sRcAdP4K90ooA8O/wCFwfFf/o3fX/8Awbxf/EUf8Lg+K/8A0bvr/wD4N4v/AIivcaKAPDv+FwfFf/o3fX//AAbxf/EUf8Lg+K//AEbvr/8A4N4v/iK9xooA8O/4XB8V/wDo3fX/APwbxf8AxFH/AAuD4r/9G76//wCDeL/4ivcaKAPDv+FwfFf/AKN31/8A8G8X/wARR/wuD4r/APRu+v8A/g3i/wDiK9xooA8O/wCFwfFf/o3fX/8Awbxf/EUf8Lg+K/8A0bvr/wD4N4v/AIivcaKAPDv+FwfFf/o3fX//AAbxf/EUf8Lg+K//AEbvr/8A4N4v/iK9xooA+bPGHibxL4wEf/CUfso3WrtGMRvdX1u7oOuA3l5A9s1oeHfiD478OaeNP0D9l/UdKtAd3k2moW8SE+pCxjJ96+g6KAPn3xJ8RPiB4k0W40XXv2Z9Y1HTrkKJrafVYWR9rBhkbOxAP4VJofxK+I2h6RbaRpH7NetWVhaxiOCCLVoQkajoANnSvfqKAPBtR+KXxL1KylsdQ/Zs1i7tZl2ywz6nA6OvoVMeCK5rw3qmreG9TOp6F+yI+n3u4sLiG7thIpPXafLyv4Yr6eooA8O/4XB8V/8Ao3fX/wDwbxf/ABFH/C4Piv8A9G76/wD+DeL/AOIr3GigDwyX4ufFSWJ4pP2ddfZHUqw/tiLkHr/BWf4a+IXj7w1o0OjaB+zLq2m6fBny7e31SFEXJJJwE6kknNfQdFAHh3/C4Piv/wBG76//AODeL/4ij/hcHxX/AOjd9f8A/BvF/wDEV7jRQB4d/wALg+K//Ru+v/8Ag3i/+Io/4XB8V/8Ao3fX/wDwbxf/ABFe40UAeHf8Lg+K/wD0bvr/AP4N4v8A4ij/AIXB8V/+jd9f/wDBvF/8RXuNFAHh3/C4Piv/ANG76/8A+DeL/wCIo/4XB8V/+jd9f/8ABvF/8RXuNFAHh3/C4Piv/wBG76//AODeL/4ij/hcHxX/AOjd9f8A/BvF/wDEV7jRQB4d/wALg+K//Ru+v/8Ag3i/+Io/4XB8V/8Ao3fX/wDwbxf/ABFe40UAeC/Ai18aan8c/HHjrxR4Iv8Awrb6tp9lDbw3Myy5aJdpwy4z0z0716v8R9P+3eFLmSPi4tMXULDqrJzx+Ga6OsPxfrml6Xpc8V5cKZpYmSOBOZJCRgAL/WtKPNzrl3POzdUXgqsa8kotNXfp+fYv6DfDUtFs78Y/fwrIQOxI5/WiqHgG0ubHwfptreRmOdIvmQ9VyxIB98EUUqiSm0jbAVKlXC0p1FaTim/VrU3KKKKg6wooooAKKKKACiiigAooooAKKKKACiiigAooooAKKKKAOP8AGU2qzeKtG0jTtVl05LuOYu6IG5UZHBp//CNeJP8Aod7v/wABE/xqLWri3m+Jnh1IZ4pGjjuQ4RwSp2d8dK7KumU5QjFLt2XdnzOFwVHHYnEzqSk7TsrTmklyQdrRklu2cl/wjXiT/od7v/wET/Gj/hGvEn/Q73f/AICJ/jXW0VHt5+X3L/I7v7Cwf9//AMGVP/kjwrR/EXjC++Omq/DpvEciW1ja+et2IQXc7ImwVzj/AJaH8q9I/wCEa8Sf9Dvd/wDgIn+NeVeFP+T0fE3/AGDf/aVvX0C7bUZsE4BOBXs51GNCdFUopc1ODei3a1Zy4XJ8NUUnJz0bX8Spsv8At44fU7DUNLCf2l8SRZeYcJ9ojij3H0G5hmrUXh3xDLGskfjq5dGGVZbVCCPUHNeLfBXwnovxgvfE/jDx5Dcanc/2gbe3hed41t4woYABSMYDAY6ce9O+GOonwzqPxO+H9x4hutP0DSYZZLS+fLtYqW2Hb7/MuAO4yOa7q2TKPtKUKl6lPl5lyK2rS91q7dr9tehhDAYV8snGXLK9v3tTp3949YFvcnUf7NHxQiN7/wA++IfN/wC+d2avy+HvEEUbSS+OrmNFGWZrZAAPUnNfJ3irTfA8PwzN14X8M+KLu9gmRn8TXcLQQtmTGMbyuTkAYGc85r0f4ya1qmsfDf4WeG5724SPxGtt/aE6nmT5YlwT35kLYPUgV1VeHH7SlGnU0lJxfNFJrlXM3ZN9Nk7PuZxwmE5ZOSlok9KtTq7fzG/8Z/F+v+CfCFl4g0HxlFrqXF99kbaEKL8jsfmQnnK4xXoM2l6xa6al/qHxBezhKBmkmhjRFyM9S2K8K/ag+G3hrwP4K0q68MxXFlFNfCG5gNw8iTMInKyEMThhhhkY4Y074qalH4g+OkWg6/oeveINE0fT4iml6WhZ5HaJWMhAIO3L4LA54ArWnlGHxeGoyw8tP3jk3FczUXFJWva93prbqxSwFCnOUail0SXtKltb9ea57vp+kavqFstzp/xDe7gbpJBDG6n8Q2KZc6bqVtA1xcfEfyYUYK0kkcSqpPABJbAJrx/4N2+oaH8bk/4Rnwb4t0Hwnqlu0dzb6layBIpVVmDbjkAZUAEnPzEelYn7P/w+0nx1rXixtbur0Wen6qssdrBJsV5i8mHY45wAQB/tGuSpktOj7SpUrWhBRl8MW/ebVmk7Jpru0XHAYaXLGMZXba/i1LadfiPob/hGvEn/AEO93/4CJ/jR/wAI14k/6He7/wDARP8AGutor5T28/L7l/ken/YWD/v/APgyp/8AJHJf8I14k/6He7/8BE/xpvgubVYvFGt6TqOqy6itokJjd0C/eBJ4H+eK6+uL0u8tbHx94puLy4it4VjtsvIwA+5WkJyqRkmunZd0cGKwdDL8RhqlOUknNp3nNq3JN680mt0mdpRWBpnjDw7fpLJHqdvCschQefIsZfgcgE5xzVtvEnh9Rk63p3/gSn+NYOlNO1j2YZng6kVONWLXqjUorGbxV4bU865YfhMDUbeMPDC5zrdnx6Pmn7Kf8rB5pglvWj/4Ev8AM3aK55vG3hVc51q3P0DH+lQyeP8Awmn/ADFQ3+7C5/pTVCp/K/uMZZ3lsfixEP8AwKP+Z09FcmfiF4c/5ZyXkv8AuWr/AOFJ/wAJ5p7f8e+k61Of9izP+NP6vV/lM/8AWDLOleL9Hf8AI62iuS/4TC8k/wCPfwjrr+m+EJQfEXiiX/j38F3A95bpV/pR7Cf9NB/b2CfwuT9ITf5ROtork/7Q8eS/6vw/plv/ANdbvd/6DSeV8Qp/vXWh2g/2UdyPzo9j3kvvD+2Yv4KNR/8AbjX/AKVY62iuSOheMJ/+PnxgIh6QWaj9aT/hC5Zv+P8A8Ua5ceqrPsU/gKPZwW8/zF/aGMl/Dwsv+3pQX5Sk/wADqppoYV3TTRxj1ZgKy7zxR4dtM+frNkCOyyhj+QzWbD8P/DKtumtZ7pvWe4dv6itWz8N6BZ4Nvo9khHcwgn8zRakurf4Bz5tU2hTh6ylL8FGP5mRJ4/0RmKafDqGov2FtbMc/nimf2/4svuNN8KG3U9JL2YL/AOO9a62NEjXbGiqvoowKdR7Smto/e/8Ahg+o4+r/ABcTb/BFR/GXOzkDoni7Ux/xNvEaWUR6w6fHg/Teea09C8KaLo8v2i3tjNdd7idvMkJ9cnp+FblFKVabVtl5GtHJsJTmqsk5zXWTcmvS97fKwUUUVkeoFFFFABRRRQAUUUUAFFFFABRRRQAUUUUAFFFFABRRRQAVx3iG7vtf15vDOk3D21vAobUbpPvKD0jU+p/z0NdRqt2thpl1ev8AdgiaQ++BmsH4aWbQ+Gkv5/mutRdrqZz1JY8fp/Otqfuxc/u9TxcycsTXp4GLspJynbR8qsrX6czf3JmO2h6bofxA8NwabbiINFcb2ySzkJ1JPXrXf1xvjQahbeLdE1az0q61CO1jmEiwLyCwwOfxqT/hLdX/AOhL1f8AT/CtKkZ1Yxlvp382efgcVhMsrYijKLiue6ShK1uSC0smt0zrqK5H/hLdX/6EvV/0/wAKP+Et1f8A6EvV/wBP8Kz9hP8Apo9H+38D/NL/AMAn/wDInnvi74T+PJ/ixqvjrwj4t07R5b1FjXfAXdUEaKwOVK8lM10Xw/8ADHxa0zxPBeeLPHtnrGlKjiS1jtVRmYr8pyEHQ89a6D/hLdX/AOhL1f8AT/Cj/hLdX/6EvV/0/wAK9irmmMq0VRnGDSjy35Y3slZa7nLHM8ujPmjKe9/hqW+7lOAufhj4/wDCXiPVL/4W+JNNs9O1abzp7HUItwhck5KHa2RycdOOOcVPpfwRZfh/4n0zV9dN54i8SMst5qOw7FdX3ooHUru6+uegwBXcf8Jbq/8A0Jer/p/hR/wlur/9CXq/6f4VUs4zBxVmk9LtKPM+W1rvray/USzHLL7ytrpyzsr72908xu/hV8Ttb+GcXgXV/EXh2z06wWNLUWsEjNcBCNvmscYAHPyjJIGa6Lxl8JbrxF8KfDvh06nDaa74fiiFpeR7jEXRQpz3AIAPqCB1rrP+Et1f/oS9X/T/AAo/4S3V/wDoS9X/AE/wolnGPcoyjyx5ZOSsorV6P1v1uCzHLLNNyd1b4Z7f+AnlPjL4RfFPx7oFrD4t8Z6S91aTZghigIhClSGdiqgs5+XHGAM+tdT8Qvhj4huPF9j448C65baX4ht7UW063KFobhQuBng9sDkdh0Irrf8AhLdX/wChL1f9P8KP+Et1f/oS9X/T/Cm85x942UVGPMuVKPLaVrprqnYP7RyzX3pXdteWpfTb7JifDnwt8RofEb+IPHvjEXjCHy4dM08lLVTjG5hgBj6cdec8Uz4HfDjUvAFz4kl1DULS8GrXazxCBWGwAucNnv8AOOnpW9/wlur/APQl6v8Ap/hR/wAJbq//AEJer/p/hXPVx2LqRqQtFRnZNJRStF3VreZcc1y6Li+aV1f7M+v/AG6ddRXI/wDCW6v/ANCXq/6f4Uf8Jbq//Ql6v+n+FeZ7Cf8ATR0f2/gf5pf+AT/+ROurh7DTbHVPHnii11C1iuIilt8rrnB2dQex9xVr/hLdX/6EvV/0/wAKZ4KGoXHirXNVvNKutPjukgEazrydoIPP+etaQhKnGTfbv5o8/GYzDZjiMNSgnJKbbTjJK3JNa3SW7Rc0vwN4bsY5Yzp8V0ryF1NwgdkGB8oPpx+tXF8K+G1ORoen/wDfha2aKxdao3dyZ7FPKMBSioxoxSX91GUvhvw+owui6eP+3df8KkTQtFXG3SLAY/6d0/wrRope0l3N1gcLHanH7kVE0vTExs06zXHTECj+lTR2ttH/AKu3hT/dQCpaKnmfc1jRpx+GKXyECqvRQPoKWiikahRRRQAUUUUAFFFFABRRRQAUUUUAFFFFABRRRQAUUUUAFFFFABRRRQAUUUUAFFFFABRRRQAUUUUAFFFFAGB8RNw8E6rs5PkH8sjP6VoeHdn/AAj+neXgp9lj249NoqxqFrHe2M9nMMxzxtG30IxXM/Dy+kt4JvDGoELf6Ydi5/5axfwsPbH9K2XvUml0Z4tWSoZrCc9qkOVP+9Ft2+abt/hOtoorxj9qLX/GGkjwNpPg3xI/h+71/wARRaZLdrbRz7UkUjO1wQcHB4x061ie0ez0V4X/AMKy+PX/AEcM3/hMW/8A8VXzv4g+Knxs0X43S/De7+LFwIYtUi0+TUxo9thd5UCQx7egLDjd+NAH35RXx7+0TqHxw+D/AIXsNXm+N02sz3139nitU0C2hOAjMz7vm4GB271q/Ay0+O/xQ+HNn4wj+OMmlC5mlj+zN4ftptvluVzu+XOcZ6UAfVtFfP8AZ+B/jNeXUtrZ/tMWtxcQnEsUXh+0d0P+0A2R+NWz8NPjwGCn9oggnoP+EZtv/iqAPdaK8BtvAfxqukme2/aVt5kgYrM0fh21YRkdQ2G4I96fYfD/AON2oWy3Vh+0jDdwNnbLD4ctXQ/QhsUAe90V4DqHgT41acIzqH7S1taCRtqGfw9apub0GW5NWR8NPjwUDj9oglSMg/8ACM22Mf8AfVAHutFeCTfD743wywxTftIxRyTsVhVvDlqDIQMkKN3JwCeKmX4Z/Hlhlf2iCR6jwxbf/FUAe60V4Uvw0+PLfd/aIJ+nhm2/+Krm/Eq/GX4d+Pfh9Frfxek8Safr3iGHT7m1GiwWw8skFvmGTyMjjH1oA+maKKKACiiigAooooAKKKKACiiigAooooAKKKKACiiigAooooAKKKKACiiigAooooAKKKKACiiigAooooAKKKKACiiigAooooAKKKKACiiigArn/Ffh5tTkh1HT7j7Fq1rzBOBww/uN6iugoqoTcHdHNi8JSxdJ0qqun96fRp9GujOJPjptKtpIPEmmT2eoRLlQozHcf7jdPz/OvNv2h9WsNa1r4O3unziWI+OLMH+8p9COxr3HXNJstZsTZX8bSQFgxUMVzg56jmvDv2jNH0vSPEvwhj02xhtg3jiz3FF5b6nqa0nKk46Kz/A87CUMzo4nlqVIzo23atO/y0frpft39/r8+/iR4ffxB8aPjqsAP2rTdOOp27KOVaCe2ZiP+Ab6/QSvDvB3wX1fTfjx4+8b6tfaZPoniiwms47aJnM6iQxZ3gqFxhG6E9RWJ7R5D8WvEKfFfUNGuFbzbbQvhrf6/dDqFup7Yx7T7hgprlJPGWr+Fv2E/Dthot1cWk+t61c2k08BIdYRJIzKCOQWwB7jIr1/4N/s4+IvBfgf4g6Tqes6Veal4i0l9M06aOSRo4Iykg+csgIG51JCg9K0bD9nO7vP2Zbb4W69q9lHrFleyX1nf2m94o5S7Fc7grEFWKnjjORnFAHz14o0fw5omj6Pqnwl8C/FjSPGOmzxSG+vNNkEVwAPnLBWbBzjgAAgkGvRPjhC/jL9qX4SwX73+mjV9AtXuVgdoJohI07OmeqHBKnuOe9d3YeD/wBqTVBY+H9b8d+H9G0m0eMTappqlry4jUY4ymMn328889K6Xx78INe179oXwR8RLPVLH+y/D1nHb3MdzI5uZirSncMJtOfMHUjnNAHg1p8MPD2mftf3nwn0261az8Iarp6y39jFfODcKsHmiNnzuK71B656jNdX+zNap4B/al+I/wAP9FmuR4btLF7qO1kkL7WRoSpGe4ErLnqRjNeoyfCTXm/auj+LQ1DTP7HWx+zm23v9p3eQY8427cZOfvdKPAnwk17Qf2l/FvxOu9Q0yXStas2t4LeNnM6EmE5YFQuP3TdGPUUAeOfs/eAtE/aIm8WfEL4mTajqlx/ajWdlbLdPDHaRhFcBQp4wHUAdPlJOSc1B8P8AV9U0Lwn8evhHNqV3qOleHNKv20qS4O54YwsiFN3ococdMhsYzXeJ8I/i/wDDPxLrc3wY13QZNA1u6+0vp+rKd1pIepUgYIGcZznAAIOM1t+BPgRqmh/DLx7a6rrlvqfjXxraXCX1+wZYEeRHCqOM7Qzkk4+g4FAHnX7H/wAHNF8W/DnRfHHiTVtUvJoDfWdhYrKq20EMnmxSArglmYu7ZBH8PpVD4J+M7z4U/Cf4w+DdUuWGpeE55WsSx+8037lCPbzAjf8AA6+if2cPAWqfDT4T6d4R1m7s7q8tZp5HltGYxkPIzDBZQeh9K+afjj4X0D4ifteaLovhPWrfUbbW4YH8RLZTCSNFgclw7Kcbtka8djjuaAPef2OvBcng34H6UbxHGpayTqd2XzuzIBsBz6IE/EmqP7Tn/I8/Bz/scoP5Cvb4Y44YkiiRUjRQqqowAB0ArxD9pz/kefg5/wBjlB/IUAe40UUUAFFFFABRRRQAUUUUAFFFFABRRRQAUUUUAFFFFABRRRQAUUUUAFFFFABRRRQAUUUUAFFFFABRRRQAUUUUAFFFFABRRRQAUUUUAFFFFABRRRQAV4d+1jb62snw81vRvDesa+NF8UQ6hc22mWrTS+XGpJ4A4zjGTgZNe40UAeHf8L91r/ohXxQ/8FP/ANej/hfutf8ARCvih/4Kf/r17jRQB4d/wv3Wv+iFfFD/AMFP/wBej/hfutf9EK+KH/gp/wDr17jRQB4d/wAL91r/AKIV8UP/AAU//Xo/4X7rX/RCvih/4Kf/AK9e40UAeHf8L91r/ohXxQ/8FP8A9ej/AIX7rX/RCvih/wCCn/69e40UAeHf8L91r/ohXxQ/8FP/ANej/hfutf8ARCvih/4Kf/r17jRQB4d/wv3Wv+iFfFD/AMFP/wBeuO8D+LvDngnVbzVvDH7M3xGsNQvSxuLkaW8kjbm3MNzsSATzgYFfUVFAHh3/AAv3Wv8AohXxQ/8ABT/9euN8beLvE3xM+Ifw1jt/hT470SDSPE0F5dXWpaYyRLHkAksM4x1JOBX1HRQAUUUUAFFFFABRRRQAUUUUAFFFFABRRRQAUUUUAFFFFABRRRQAUUUUAFFFFABRRRQAUUUUAFFFFABRRRQAUUUUAFFFFABRRRQAUUUUAFFFFABRRRQAUUUUAFFFFABRRRQAUUUUAFFFFABRRRQAUUUUAFFFFABRRRQAUUUUAFFFFABRRRQAUUUUAFFFFABRRRQAUUUUAFFFFABRRRQAUUUUAFFFFAH/2Q=="/>
          <p:cNvSpPr>
            <a:spLocks noChangeAspect="1" noChangeArrowheads="1"/>
          </p:cNvSpPr>
          <p:nvPr/>
        </p:nvSpPr>
        <p:spPr bwMode="auto">
          <a:xfrm>
            <a:off x="4734483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8" descr="data:image/jpg;base64,%20/9j/4AAQSkZJRgABAQEAYABgAAD/2wBDAAUDBAQEAwUEBAQFBQUGBwwIBwcHBw8LCwkMEQ8SEhEPERETFhwXExQaFRERGCEYGh0dHx8fExciJCIeJBweHx7/2wBDAQUFBQcGBw4ICA4eFBEUHh4eHh4eHh4eHh4eHh4eHh4eHh4eHh4eHh4eHh4eHh4eHh4eHh4eHh4eHh4eHh4eHh7/wAARCAFxAc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pk8nlQSS4zsUtj1wKAH0V88+Fv2iPGHinRIdb8PfAzxHqWmzlhFcQXyFHKsVbHydiCPwrk9Y/bQtNH1S50vUvhrqFveW0hjmiOqRkow6g4TGRQB9ZUV83eCv2mvEHjSymvPCnwZ1zWIIHEczW2pRt5bEZAYbMjNb/APwuf4lf9G9eK/8AwNj/APiKAPcqK8N/4XP8Sv8Ao3rxX/4Gx/8AxFH/AAuf4lf9G9eK/wDwNj/+IoA9yorw3/hc/wASv+jevFf/AIGx/wDxFH/C5/iV/wBG9eK//A2P/wCIoA9yorw3/hc/xK/6N68V/wDgbH/8RR/wuf4lf9G9eK//AANj/wDiKAPcqK8N/wCFz/Er/o3rxX/4Gx//ABFH/C5/iV/0b14r/wDA2P8A+IoA9yorw3/hc/xK/wCjevFf/gbH/wDEUf8AC5/iV/0b14r/APA2P/4igD3KivDf+Fz/ABK/6N68V/8AgbH/APEUf8Ln+JX/AEb14r/8DY//AIigD3KivDf+Fz/Er/o3rxX/AOBsf/xFH/C5/iV/0b14r/8AA2P/AOIoA9yorw3/AIXP8Sv+jevFf/gbH/8AEUf8Ln+JX/RvXiv/AMDY/wD4igD3KivDf+Fz/Er/AKN68V/+Bsf/AMRR/wALn+JX/RvXiv8A8DY//iKAPcqK8N/4XP8AEr/o3rxX/wCBsf8A8RR/wuf4lf8ARvXiv/wNj/8AiKAPcqK8N/4XP8Sv+jevFf8A4Gx//EUf8Ln+JX/RvXiv/wADY/8A4igD3KivDf8Ahc/xK/6N68V/+Bsf/wARV/4f/GjWPEHxNtfAfiH4b6r4UvbqxkvonvLtX3RoccKFHU5Gc9qAPY6KKKACiiigAooooAKKKKACiiigAooooAKKKKACiiigAooooAKKKKACiiigAooooAKKKKACiiigAqG//wCPG4/65N/Kpqhv/wDjxuP+uTfyoA+U/hj4kvPCf/BPa51zT5Xhu4oLyGGVPvRvLePEGHoRvzntitb9ib4W+C5vgzZ+K9Y8P6brGqazNM8k19bJP5aJK0aoocED7hJI5JPPQVa/Zu8KxeN/2JovCcs3kDU4b+BJcZEb/aZCjEegYA/hXnHwl+LHjT9n7QZvh349+Hes3kVrdOdOuLbhSHYkorYKupbLAg5+YjFAH0F4D+CGh+B/i1qnjnwvqM+nWepW5hn0SKIC2BODuXnjDDIGONxA4rqPjRr2o+F/hP4n8RaQ8cd/p2nS3FuzoGUOq5GQetea/s/a38W/HvjzVvHHimC98N+DWi8rStDnjAaRuB5hJUOQACc8AluBgV237S3/ACQHxx/2Bp//AEGgDwrwt4v/AGlvH/whi+IGg634e0y3sY55DB9lUzan5TNuOChVRgbAuRkoTnmr/i79ofxNcfsr6V8SPD4s7DXm1dNMv1aISxhwjliqnoGARhnpnHPWuL+DvxquPAv7Ndl4WvPBOv3l7fQ3kehXVrAHtbvzJZAQzA5DK5cFQCSAPWq3i/4X+J/DX7EmlaNJol9NrWoeI49TubKCB5JYVaJ1UMqgkEKqZ9CcHmgD23wP41+J+l+Gdf8Ail8TFsrbwsuhx3emaVbFfOVgAcuQvDSZH8RA3AYGK4rQtf8A2nPGXgl/ipouu+G9N0toprqz0E2wYzQoTwWKk5O04y4z7Zr2Hxb4NuvGn7NreDVHkXt5oFvFEsoK7Z0jRkDdx86gGvCvAvxr1DwB8IovhZrXw58V/wDCZWNpNYWkEVnuhnJLBH3Z3Y+YZ2qwOODzQB2Gu/tKlf2YoPiRp2mwR6/dXX9lrauS0UV2ASz+rIEG8D3APc1zHj3xf+0t8Lvhc3i/xFregatHfvDwtsol0tnIIUgIqupGUPXBI5rNuP2d/Fh/ZAttBjsQfFcerHXjYb/m+aPyzDnON/lhTj1GOtZ37Q3xP8ceNvgJc6RqXwz1fw5FYy2o1e+1AGONpAygJCrKCxL4PsAaAO0+LHxw+IXhrRvg5eaKtrd3XiqwhuNRtvs65upGFv8AIhP3NxkYD0yPSuwutS/aH8O/CTV7y803Ttf8aX2qf6BBZbDDp9o0a5JBChtrKw5LcsCSRxXk3xI0PWtRg/ZnuNP0jULuG0tLJrmSC2d1gGbM5cgYUYBPPoa9F/byg8VT/D7RF0eLUZdCGpZ11LAMZDDgbchf4PvZzxnbQBxV38UfjF8MfiP4U07xp428NeLrPX7xYbuxskj82yBZFIyiqVI38ZyDtNdp8Xfif8S9N/aZ0X4Z+C5tIEGqaaJES/h+RZSs5Ls4+bCiMNtHXbjvXh/xG0Hwjea78PtS+Efw38Q2mgWmpJJfatJp0/8ApLb4j1bLkIqsS3C5Y4717B480XWJv2+PBesw6TfyaZDpW2W8S3cwofKuhguBtB5HfuKAMLwx4/8A2gj8VfEPwXuNd8PXviFYxPBrM1uFis49qyEqioN+VdQAy8H1rtv2XPiX441vxz4v+GvxCubXUtX8OMdmoW8QQShZNjhgoAPJUg4HBOayPDmi6xH/AMFAPEWsvpN+umSaSqpeG3cQM32a3GA+NpOQR17Gm/s+aLrFl+1x8VdSvNJv7axufO8i5lt3SKXNwpG1iMNxzxQB6t8HNf8AidrWseKIfiB4ZtNGsrO6VNGlgQg3UW6QFmzI2ThY+y/ePHp2HjPWpvDvhm91m30XU9bltkDLY6dEJLibLAYRSRnGcn2B61x3wc+I2teOtZ8UWOreCr3w5Hot0sFtNcO5F6paQb13RrgDYDwW+8OfXqPiB4qt/BvhmbXrrSdZ1WKJ1U2+lWhuJzuOMhARwO5JoA+MdN16T4leIPEmu+MfAfxa8QTxa3LDZR6K7pBpcSY2wFAcLMufm+o96+p49Z8K/Br4UafLreq641mmFt11KU3WoTSyEuIAB95xkjA4GOuBmvEP2fvimvgv/hLLXVvh58QnbXfFV1qlqbfQmcJDMUCh8sCGGDkAH6mvV/2h/D3iK61LwV468OaO/iCXwpqL3c+jBwr3MciBS6ZHMiYyo9z3oANA+Pmg3Wu2eleJPCni7wcNQmENhda5ppgt7hz91d+SFY54zx711HxQ+J/h3wA1lZ6hDqOp6xqBP2HSdLtjcXdwB1YIOij1JHtmvIPih4q1744eFz8O/DXwz8WaU95dwfbdV12yFrDpyxyK7Op3Es+BgAc8mug+IWn+I/AXxssvijZeGtT8Y6RLoQ0e8islEt5ZFZA4ljQ43Bu+PU5xxQB1fw8+Mug+K/ESeF9Q0XX/AAp4hkiM0Gna5ZG3kuEHUxnkNgDJHB68cGvS6+epL/XvjP8AE7wTqum+CNf8M6B4Yvm1GfVNZtxbTzttwIIo8klWONxzjHpgZ9T+MHjLVPA3hNNa0nwjqXim4a7itzZ2P31VzzIcAnAxjp1IzgZIAOyrx3Xfj/okOtXum+F/B/jDxkmnzmC+vNE00zW8Lj7yh8jcR7ce9etSK15prIfNtWnhI7b4iy/lkZ/SvnH4W+MtX+CPgyD4e+LPhr4wvpdOuZ1g1PRLAXdvfI8rOsm4MCGIbBB54H0oA9b+DfxS0H4paZqd9oVnqdmum3n2SeK/hEcgfaG6AnHXGDzxXEeJP+T2vCv/AGJ9z/6Oeuv+Cur6prkevapdfDl/BVjdX3nWi3CrHd3xZf3k00YHysSBySSfwyeD8fwahcftl+F49MvVs7n/AIRG4KytGHH+ufgg00ruxnVm6cHJRcmuitd+l2l+J7/RXLaH4g1CDVl0HxNBFBeuM21xF/qrke3o3tXU1U4ODszDB42li4OVPo7NPRp9mun9NaBRRRUHWFFFFABRRRQAUUUUAFFFFABRRRQAUUUUAFFFFABRRRQAUUUUAFFFFABRRRQAUUUUAFQ3/wDx43H/AFyb+VTUjqrKVYAqRgg9xQB85/saeNvBmjfs9aBp+seLtA068jluy9vdalDFIubmQjKswIyCD+Nexf8ACyvhz/0P/hT/AMHFv/8AF1i/8KM+D/8A0Tvw9/4Cij/hRfwf/wCid+Hv/AUUAbX/AAsr4c/9D/4U/wDBxb//ABdc38UfE3w98ZfDvXvCsPxK8I2kmqWMlqs76rAwjLDGSA/NWv8AhRfwf/6J34e/8BRR/wAKM+D/AP0Tvw9/4CigDB+BGo+APhv8LdJ8G3PxQ8IajLYGbdcR6pAivvmeThS5xjfjr2ruP+FlfDn/AKH/AMKf+Di3/wDi6xP+FGfB/wD6J34e/wDAUUf8KM+D/wD0Tvw9/wCAooA2/wDhZXw5/wCh/wDCn/g4t/8A4uj/AIWV8Of+h/8ACn/g4t//AIusT/hRnwf/AOid+Hv/AAFFH/CjPg//ANE78Pf+AooAp/FHWPhZ4+8F3vhm++Jug2C3G1o7qz1yBJYXU5Vgd/PuD1BNeHXnw10zxFBa6F44/am0vWfC9pJG0dil9bo8ioMAMxlIBA4BIavff+FGfB//AKJ34e/8BRR/woz4P/8ARO/D3/gKKANTTvH/AMMdP0+3sLPx34TitraJYYUGsQYVFACj7/YAVP8A8LK+HP8A0P8A4U/8HFv/APF1if8ACjPg/wD9E78Pf+Aoo/4UZ8H/APonfh7/AMBRQBt/8LK+HP8A0P8A4U/8HFv/APF0f8LK+HP/AEP/AIU/8HFv/wDF1if8KM+D/wD0Tvw9/wCAoo/4UZ8H/wDonfh7/wABRQBt/wDCyvhz/wBD/wCFP/Bxb/8AxdH/AAsr4c/9D/4U/wDBxb//ABdYn/CjPg//ANE78Pf+Aoo/4UZ8H/8Aonfh7/wFFAG3/wALK+HP/Q/+FP8AwcW//wAXR/wsr4c/9D/4U/8ABxb/APxdYn/CjPg//wBE78Pf+Aoo/wCFGfB//onfh7/wFFAG3/wsr4c/9D/4U/8ABxb/APxdH/Cyvhz/AND/AOFP/Bxb/wDxdYn/AAoz4P8A/RO/D3/gKKP+FGfB/wD6J34e/wDAUUAbf/Cyvhz/AND/AOFP/Bxb/wDxdH/Cyvhz/wBD/wCFP/Bxb/8AxdYv/CjPg/8A9E78Pf8AgKKP+FF/B/8A6J34e/8AAUUAbX/Cyvhz/wBD/wCFP/Bxb/8AxdH/AAsr4c/9D/4U/wDBxb//ABdYv/Ci/g//ANE78Pf+Aoo/4UX8H/8Aonfh7/wFFAG1/wALK+HP/Q/+FP8AwcW//wAXR/wsr4c/9D/4U/8ABxb/APxdYv8Awov4P/8ARO/D3/gKKP8AhRfwf/6J34e/8BRQBtf8LK+HP/Q/+FP/AAcW/wD8XXk82vaH4g/bR8M3Og61p2rQR+ErmN5bK6SdVbzXO0lCQDgg49677/hRfwf/AOid+Hv/AAFFa3hT4YfD3wpq41fw34Q0nS78I0YuLaAK4Vuoz70AaXjjRxrGgypH8t3b/v7WQfeWReRg+/SrHhHVP7a8OWeoHAkkjxIPRxw36itOWRIomkkZURQWZmOAAO9cp8KufDty6Ai3e/ma3OOseRgj8c1staTv0f5ni1EqObQcP+XkJcy/wtcr/Fr7jraKKKxPaCiiigAooooAKKKKACiiigAooooAKKKKACiiigAooooAKKKKACiiigAooooAKKKKACiiigAooooAK4LWdHsdc+J0lnqCyPCmlrIAkhX5hJjt9TXe1yUX/JW5v+wOP/RgrehJxcmux4We0adaNCnUjeLqRuns9xf+FeeGP+fe5/8AAl/8a8/+O6+GPh34JbU7exmn1G6l+z2Ub3L7Q5BJdueQoGcdzgV7ZXzx+27ZXD+G/DepJvNtbXsscoA4BdAVJ/74YfjXscPx+t5lSo1pPlb113sm7fPYxx2R5bSw8pww8L/4V/kc5ovwj+LureHovEP/AAlMFpdTw+fFp8jsCQRlVbA2qSO3OM813vwT0+y8UeDp7nxZod9pWqadK0N20zSQpIAMiQbjgDGc44yD2r1jQdc0rUvC9prtpeQnTpbZZhMXAVV25OT2x39MV418aPiHYeMPgN4hv/CD3b20V1FZ3UzxGMFSw3bc9RyoPs1eisXis2n9XnSUffiuZK3Jd2s7b+j6ozqZFldGKm6UXZPRpO5Mni74EvrP9ljxA3mbtomMkwhJzjHmfd/Hp711PizTfhl4UtLS78QXz2MF2/l28jTyuJGxnA257Vg6n4Y8JL+y80i6XpwRfDq3SziNd3n+UGDb+u7f7+1eO+Pbi+vP2bvh02o7mI1GaKMsclolLqv6DH0FdOFynDY2rFUpzjHncHdq791tNaabarX1MKmV4ClF82Gpt2uvdXe1j2Wx1n4K3viSfQLfXQbyHduZriVYiVBLASH5SQAe9TeC7/4P+MdXl0nQNUlubyPcRE0s0ZkUdWTdjcPpXF/tKaDotr8R/hraW2k2UEFxdiCaOOFVWSMTQAKwHUYZvzNW/iLY2el/tY+BRptrDZCa1QyCBBGHO6ZeQPYAfSphluFrUITpzmnOE5K7Wjhe99Nb28reY3lWBjNqWGp2TS+Fdf8AI63Wrr4O6Nqmo6XqmtfZb3ToxJdQvPNlAduO2GJ3rwMnmp/AK/CvxxHM/hu9mu3t8GaFppY5EB6Eq2Dg+o4rgtB03S9T/bM8RRarbW9ysVsZYI5lDKZRDCAcHgkKWP61dezt9H/bJsbfw/bQ28V1pZa/ihAVRmNySQOM/LGf1rOpllBU3CM5+09kql21y7Xata/o7jjlWA5rvDU+Xm5fhV/Up+CNB04+C/H+or4yHiO506CaS2aFpl+xMschCkOAG5A6ZHy1q/Aax0XWvhAvinxhePvjnn8+6luDEqorYGcYFcr8B/8Aknfxi/65T/8AoqeuW1K5vYf2R9Ggt8i2uNfkS5IOMgF2UH23AfkK9jEZd9YqVMPzWbqU1zWSaThd2skv82YrLcvsqksPF+638K3Tsj1/QfE/wP1vW10ex1uX7TI4jiMzzRpKx6BWbA/PFdF4gsvhd4f1y00TWdRayv7uPzYIpLiX5k5+bd90D5T1I6V5j4z8C/EXxL4KstJ/4Q3wNpNtb+U9pe2l3skQAcYY9cjrnr160z4saW2rfG34YaT4kjSd7jTLaO/RZNyyNvfeNw6gkHnuK81ZVg6tWKhWdrTbSlGTXKrp3Str2/E0eV4KMXzYWF9Le5bc9Z8G6J8PvF+jf2xoDXV1Zec8IlMsqbmU4OA2Dj3ra/4V54Y/597n/wACX/xrf0bSdL0WxFjo+nWun2oYsIbaJY0BPU4HGTV2vka2JbqS9lJ8vS71t5nqQ4eyzlXNh4X/AMKON+F9vHaf29aQ7hFBqkkcYZiSFAAHJrsq840fxFZ+HB4kubqKeUtrEwRI0JyeOrdB+NX9J+Itjc2CTXOnX4nYtlLeAyKBk4w3fjGadahUnJyS0PJyfO8uwmGhhalRRkuZ27Lmf9JHcUVyX/CbeZ/x5+Gten9D9m2g/jmk/wCEl8SzcWvgu7B7Ge4VB+orH2E+v5o9f+3sC/hk5f4YTf5RZ11Fcj5/xBuuEstG09T3kkaQj8uKD4d8T3v/ACE/F00anrHZQiP/AMe60eyS+KS/P8g/tapP+Dh5y9Uor/yZp/gdPeXlrZxGS7uYbdP70jhR+tc5d+OdMaU22jW91rN10CWsZ2j6seMe/NOs/Afh+KQTXUM+oTf37uYv+nSujtLa2tIRDa28UEY6JGgUfkKP3Ue7/ALZriN3GkvK85fjyxX3SOROi+IfEjhvElwlhp+c/wBn2rZZ/Z3/AMP0rrrS3htbaO2tolihjUKiKMBQKloqZ1HLTodWDy6lhW5puU3vKTu3/kvJJLyCiiiszvCiiigAooooAKKKKACiiigAooooAKKKKACiiigAooooAKKKKACiiigAooooAKKKKACiiigAooooAK5KL/krc3/YHH/owV1tcjrmk+JF8XnXNDOmkNZi3YXTN/eyeFH071tRtdpvoeNnKnyUpwg5cs4tpK7tqddWb4n0LSvEuh3Oi61aJd2Nyu2SNsj3BBHIIPIIrDz8Rv7vh385aM/Eb+74d/OWqhCUJKUZpNeYnm6as8PU/wDAf+CeZt+zH4c+2EReKNdj01iS1mGTnnpuxj/x3Nes6Z4L8M6f4LPg+30uH+xmiaKS3bnzA33ix6liec9c1Sz8Rv7vh385aM/Eb+74d/OWvRxeZ47FqKrV721Wtte+nXz3MKWOo0r8mGqa/wB3/gnBD9nfR94sX8YeJn8PK+8aQbn91nOcZ6Y/DPvXYeP/AIWeG/F/h/R9Cne602x0iQPax2RVQAF2hTuU8Yq6W+Io6r4cH4y1BNfeOof9dceFY/8AflcfzNVPNMwqVI1JVtY7er3e2/m9SHmGGpxaeHmk/wC7/wAEd49+HWj+MvEHh/WtRvL6CfQ5/Ot1gZQrnej4fKkkZjHTHU0viL4d6RrnxF0bxxdXl9Hf6TGI4Io2UROAXPzAqT/GehHasy68UeI7bPnax4OBHYTSMfyGaz4/HXiq4u0ttPi0vUHZgP8ARreZgPck44rOnVxsYxjGekU0vJS3XzOStxRlkJWnCXM2tLK7a20TueaP4XtPF37Vvi/S7q7vbJ1shNb3dnKY5reVY7cB1YezEe4Jr134WfCnSfA2pXmtPqd/retXi7Jb69bLhc8gd+cDJJJ4FaYT4hBzIIfDQc9WxJn86dn4jf3fDv5y12Y7OMTiaUaMJ8sFGMWr78q72vZ9jqo4ynTk5vD1G7t/B3+ZmeEPhPoPhnRfE2k2V/qUsPiJXW6aZ0LR7ldTswoxw5657VJo/wAKfC9j8NJfAE/2u/0mSR5C1w6+arltwYMoGCD04/Or+fiN/d8O/nLRn4jf3fDv5y1xTx+Mm3KVbVtS36pWT+SNVmFJKyw1Tt8PR/M4Oz/Z70nzre31jxh4j1fRbZ1aHS7i4/cjb0B7Y+gWu08QfDXQ9Z8daD4ukuLy3utDjWO1t4CiwlVJIBBUn+LHBHQVYz8Rv7vh385aM/Eb+74d/OWtKuaY6rJSnW1Sa6bPfZder3FHG0Yqyw1T/wAB7fM66iuRz8Rv7vh385aM/Eb+74d/OWvL9j/eX3nR/bP/AE4qf+A/8ETwBHHLceJ45UV0bV5gysMgjjtXUWFna2FsLazgSCEEkIgwAScnA+prD8DaRqelxalJqrWxuLy7a4PkMSo3AZ6j1ro6K8rzdnoPJMO4YOm6kLS97dapOTdvyCiiisT2AooooAKKKKACiiigAooooAKKKKACiiigAooooAKKKKACiiigAooooAKKKKACiiigAooooAKrXuoWFiu68vbe3H/TSQL/ADrkJDq/ifxHqmm/2tJpdjp8ixtFbDEsuR94t2Fcx8cvC2k+H/gr4w1bT0nGpW+lTSRXbzM0qOF4YHsfcVv7OEfjevkeHHMcXirvCUlyptc0pWu07OySb3XXlO7ufHHhmE7VvzcN/dgiZ/1AxVdvGol/48fDeu3Xowtdqn8TXjXw+/Zx8CeI/AnhzxHqmqeK5NQ1HSrW6uJBrDjMkkSu2OOBknivlnxgujaZ8bLy3srnxHJ4A07W4tMu7g6hIWxysh8zsTskYDHRaXNSW0fxNPq2Zz+OvGP+GH6yk/yP0K/4SLxRN/x6+DLge890qfpij7d4+k+5oelQD/ppclv5GvNJv2ZfhfDZveTa14pitkjMjzPrjBFQDJYkjAGOc15ppXh39lfVPEC6HZ/EvXmvHcIhfV544nYnAAkZAhOfej2sekF+P+Yf2XXl8eKm/TkX5Q/U+ltvxDk/5a6BAPpIxo/s/wAfP97X9Mj/ANy1zj8xXjXjr4H/AAQ8D6ONX8WeLPEmlWZfy0ebW5Mu3XaqgEsfYA1k/Dj4Y/s8fER5YvCPjfxJqNxEu+S3/teaKZVzjdsdQ2M45xjkUe2fZfcH9jQfxVqj/wC32vyse9/2R44PJ8WWwPoLFcUn9ieNG+94vjH+7YrXz/8AEX4d/s4/D69jsfFnjrxLY3jgMLZdWmmlCnozLGpKj3OK2dE+CvwK1vwjP4t0nxl4hvNDto5JJ7yLXHKRKg3PuGMqQOSCM0e3l2X3IX9h4frOp/4Mqf8AyR7P/YXjH/ocR/4BJR/wjviv/odZf/ANP8a+btT8L/ss6daWF1c/EzXTDfsy27R6xNJnaSpZgqEquQRlsDirOt+Cf2ZNG8S23h3UfiPrkOoXKI6Aa3K0ahwCu6QKUTIII3EcHNHt5dl9y/yD+wsL/NP/AMGVP/kj6JHhvxO33vG1yD/s2af40f8ACL6633/Guon12xKv9a+RP2rvhdoHw3l8Fr4Z1bxCE1i/kgujcam8mUHl429MffPNdtpHgL9mnV/Gb+ENP+Ieuz6yshiEI1qULJICQUSQrsdsjopNHt5+X3L/ACH/AGFg+vN/4Mqf/JH0N/wiF+3+t8Ya6f8AdlC0n/CDQt/r/EGvS/W7x/SvkXxj8LdB0v8Aa28LfDO11TxF/YGp2AuLgNqbmXfsuDw/YZiXt616n4M+CXwN8ZC9/wCEX8X+I9U+wSCK6EGtyZhY5wGBUY6H8jR9Yqdw/sDL3vC/rKT/ADZ7QPh/oTf66XUZ/wDrpdsf5VND4C8KRf8AMKV/9+V2/ma8S8O/BD4HeItb1TRND8XeJL/UNJfy7+CHW5CYG3FcN8uM5Uj8DR41+CHwP8F21rc+KvF3iTSYbuXyYHn1qQCR8ZwML6Uvb1f5mVHIcsi7/V4fOKf5nvtr4a8P2uDBo1ipHfyVJ/M1qRRxxJsijSNfRRgV8mWXgf8AZmvPGf8Awh9t8Rdek1jzfJWIa1LsaTONgk27C2RjAbrxW74h+DPwH8PeIrXw9rnjTxBp+qXcJngt59ckVnjG7LZxgD5G5J7GocpS3Z30cNRoK1KCj6JL8j6Yor5j0H4PfAbW/Bc/jPT/ABj4lPh+BpFkv5tZlhiXy22scuo4z0PftmsLwf4N/Zj8W6+NB0H4ieIbjUXfy4oZNWnh85vRC6AOfoTUm59c0V8z/EL4L/AvwBpCap4u8XeJtLtpGKReZrMrPKwGSERVLMcegrH0bwB+zVrH9jrp/wARNdmk1mTybCL+2pQ8sm4Ls2lcq2WAw2DyKAPrCivlfW/hn+znouo6vp2qeP8AXrW80aHztQgfW5d8KZUDI28kl0AAyTuFN8TfDX9nbw14X0vxJrnjjxLY6dq1utzYGTVpvMuI2UMCsYXf0I7cZANAH1VRXy98OfhP+z/8Q4JpfB/jTxJqbQANNEusSpLGD0LI6hgPfGKydW8F/sxaXZ6jdXnxI11V02cW10i6zM8iS5YbAgXcx+RugPSgD63or5E1jwj+y/pOg6Xrl58RtfFjqhYWjR6vNIz7W2sSioWUA8EsBiuyg+APwXn8Lp4oj8Xa9/Ybwicag3iErB5f94ueAM8c0AfRNFeA6P8As3/CfWdNh1LSPEXiTULGcExXNtr5likAJB2suQeQRx6VH4i/Zz+FPh/Qb/XNV1nxbBYWFu9zcSHWXO1EUsxxjngdKAPoKivhyx8I+Hb+O31Ox+EfxlutBu0SS1vYtYDSSo+Nr+UOikEHO6vb0/Zd+HLIG/tHxeuRnB1l8j9KAPdKK8M/4Zb+HH/QS8Xf+Dl/8KP+GW/hx/0EvF3/AIOX/wAKAPc6K8M/4Zb+HH/QS8Xf+Dl/8KP+GW/hx/0EvF3/AIOX/wAKAPc6K8M/4Zb+HH/QS8Xf+Dl/8KP+GW/hx/0EvF3/AIOX/wAKAPc6K8M/4Zb+HH/QS8Xf+Dl/8K4Tx78LPD/wx+KnwqufDWo68zaj4lSC4W81F5lZBggYP1oA+rqKKKACiiigAooooAKKKKACiiigAooooAKKKKACiiigDlPE+k6haaqPE2g7DdrHtu7ZzhbiMe/Zh/n38x+LHjg698CvHlneWrQzf2TctE6KShXHCk9iP1r3hlDKVYAgjBB6EV51+0lHHF+z943SKNUUaNPhVGAPlrf2qcOWSu+jPEeVVqeMVfDVeSDbcoWupN9Vtyvvbrrbe+Hd+ME8B/si6Z4n8wJPa+FLNbXJ6zvbxpGP++mB+gNfGWk+MfAcP7MWs+Bb6z1qTxbqOpDUhci1UwiRWUIC5bOPL3/w9XNfYV58L7H4s/s6+AfDuqa1qGmWcOlafdP9jCZlYWqgBtwPA3E/WvX9L0jT9N0a10i1to1s7W3S2jQqMCNVCgfkKwPbPnz4f6wnxa/Yuk0q48QWuk6h9hOjz3l1MI0WWIqEDsegdAgPfDmvFda0jWvBPwy0/Rvij8ENJ1XwxYSIy+IdEu0indWbCu08e7cDv/i2g5UcV9JeDv2c/CHh/wAI+K/CMmpanqOheJJEkltZii/ZXUkq0TAZDD5eTn7gznmuU/4ZWmuLOLw/qXxd8X3vhGEps0VmwgVTkLksVwO2E4oAzf2g/Clz8StH+Gfif4e6lpOqTafbx3VnoWs3SBr6JgjKSjkbz+7KuCeecHisT4b69o+l/tHaDH4++Er+AvF17EbewudMudllOWDIA0Kjad2Su4MeduR3r2f4o/Abwt4zsfDy2F9qPhnUfDkK2+lX2nSYeCJcbUOeuMZByDnPPJrK+HX7PkOh+OrLxt4x8da9431vT1K2MmoMQkGc4IBZiSMnHzYyc4zigD5/+FK+N/EHxi+JWtWPw28O+NtUXU2huV1q6jX7GvmSBVRX4IwgXIHAQDvXXeBPAPxA8E+EvjRceIPDdj4f0HWfD15c29jaahHPHbzCOTCKqsSBtZuTj7oFeo/EL9nq21rxxe+NPBnjfXfA2tagP9Ok05iY7g8ZYqGUgnHPOCecZzWr4F+BHh3wv4N8U6L/AGtqep6n4ptpbfVNYu3DXEgkVl4zwMbyec5PUmgD5y8I+FvDc37AGua/LoWnSasJpJBfNbqZ1K3SKMPjcBt4wDjk+tJ458K+G7f9gbw7r0Oh6fHqzzwyPfLAonZmndTl8biMcYzjgelfSWlfA/Q9P+BF58I49Z1F9Nui5a8ZU85d0ok4GNvUY6Ua38D9D1X4F2Hwll1nUY9NsihS7VU85tshcZGNvVvSgD55/az23/we+Bf9oTM63FnD9okZuSGt7bcSfxPNdV+3P4L8HeFvhJoOseG9D03R9SsdWghtJ7KFYpCnluTkrgtgopycnIz3r1P4m/ALw7498H+EPDGp6xqdvaeF4FggeEJvnURxp8+RxkRjpjqa5u1/Zf0+48V6bfeJ/iB4l8TaDpMgk07RtQlLpEB0QuWOV4XgKuQME0AcP4kmu7n9uv4Y3F+nl3cvh2F51/uyGC6LD880RavbfAf9p/x8LkrBoniHRJtZs1Y4Vp0DSBB2yXEyge4r3TXvhFo+r/HDRvitLql9FqOk2v2aK0QJ5LrtlGTxuz+9PQ9hXz9+1lNoXxf+MnhT4beG7W9m8Q6bfyWuqXPkER28DbGbn+IABmz0GMd6APUP2IfCdxovwmfxRqiltW8V3b6lPI3LGMkiPP1+Z/8AgdcZ/wAFH1VvBHhFXOFOruGPt5Rr6k0yyttN02106yiEVtawpDCg6KigKo/AAV8u/wDBRtVfwX4PRhlW1hgR6jy6AI/20/Afgbw78A9O1Hw/oemabeWF9bR2V1aQrHK6lSCC68vkDdkk8jNcv8XtNj8ZftJfBnT/ABTA8g1Pw3YnUYfMKl2ZpmdCRzgnIPqCa9Sl/Zf0y/8AEthPrnj3xLrPhfTZhLYeH7yYyRQAdI95Y/JjAwFBwMZrvPF3wi0fxH8X/DnxJn1O9t73QIFhgtIlTyZFVpGG7Iz/AMtD0PYUAeK/to6Ppnh3w58O/BGi6bBpHhS/14m+gtcRRZymAQPUPI2fUZrQ/bc8D+DPDvwSt9Y0Hw/pejalpuo2y2NxZW6wSDOQV3KAW4Gec8rmvdfix8PfDvxM8ITeGvEsEjW7MJYZom2y28ozh0PryRyCCCQa8o0j9mO3m1jT5vHHxG8TeMtJ0yUSWOlX0hEKYGAGyzZHHYLkcdKAPOvFm/xj+1X8JLDx/axS2E/hq3ufstyQ0cly8MrsCDwSZVUEd9oFH7Qfhzwv4f8A2uPhT/wjum2GmzXV9ZveW9pGsa5F0oRyi8AkZGcc7a7j9s2HwTu8Nt408L+IBZKzLD4j0ZwH01sj5GXByDwwB9DjnNeK+AtE8L+MP2gvAKfDIeJNZs9HuEv9a1zVUYySsjhxuY9FAQKBxy3GetAHZeHPCHh7xp+3l470/wATadHqVjb2ZuhbSkmN3C2yjev8QG8nB4yAe1dF8aLjwevx38P+FfDPwwPjPxbo+lpFbWUt6sGnWVuFYorRsCrYVt3OAMryTXsHhr4R6RoXxr134pwapfS6jrFsbeW1cJ5MYPlcrgZz+6HU9zWN8RvgePEXxNg+I3hnxlqfhLxAIBb3M9rAkwnjA29GxhtuBk5HA44oA8R/Z1g1iw/bY8S2usaLpWgXraO7XGm6U3+iwkpbsFXHBOCCccbicVL+yX4W8N+I/iB8ZW1/Q9P1RodQMcRu7dZfLV5bndt3DgnavI54r2r4ffAbR/BnxSl+IVp4m13UdTubZ4bwag6S/aGcDc5bAIJZQcDgdAMVq/Cb4QaP8Ota8Wapp2q395J4muBPcLcBAISGkbCbQOP3p6+goA+Yv2VPCvhvWP2avifqWq6Hp99ewR3Sw3E8CvJEEtN67GIyuGJPGOa9Q/Y50PT/ABj+yfN4Z8QGabTLq9ureVFlKER71bCntySfxNeg/C74IaH4A+HPiTwTp+sajd2mvCYTTzhPMj8yHyjtwMcDnnvSeG/gfomh/BDU/hTBrOoyadqBlL3bhPOXeVJxgbf4fSgDu/APhfRvBfhGw8MeH45I9MsVZYFklMjAM7OcsevLGvNv2vvCMHiD4P61q0uta5Yvo2nXNwlvY3higujtHyzpgiRfl6cdT613/wALfB1n4A8BaX4QsLy4vLbTkdI5rjHmPukZ+ccdWI/Cue+M/wALJPiVDFay+OPEuhWP2d7e5stOnVYLpWPPmKR83pzxjtQBxn7PnwesNO8O+DPGaeNvHM8zaXbXX9nzauTZZeBSU8oKPkG7hc9hS+J28RfFH44eIfh7F4u1fwp4d8NWNtLcLpTiC71CWdS2RIQSI1HHA6/Xjo/hd8Hb3wLrFjdL8TvGmsafZW5t4dKvrtWtAmzao2Y4CjGMYxgduK0viZ8I/D/jbWbfxEupaz4d8R20Jgi1bRrs29wY/wC455DLk9+fegDiPDh8RfCv43eGvAD+LtX8V+HPE9pctBHqsgnu9PlgUNu8wAExsOORjOfTnN8JaT4g+O2peJde1jx74l8OaPpmsz6Zp2kaHdC1eMQkfvJ22ks5Jzg9P0r0j4afCLw/4K1ufxHJqeteI/EdxD5Emrazdm4nWP8AuJ0Cr9Ofes3xj8DdE1jxNeeJPD/ifxR4N1PUGDag+hX5gS7P950wRu9xj1OTQBQ+CeteJdI+J/iv4U+INeuPE0OjWtvfafqlwAbgRS9YZ2HDOCQQTyRk+w9myM4yM+lcd8L/AIceG/h3YXcOiLd3F3fyia/1C+nM11duOjSOeuMnAGByfU1HrXw503VfixovxFl1XVor7SLSS1itIrjFtIr55Zf+BHOODhc/dFAGz4/l1eDwRrUvh+6s7TVlsZTZTXbBYUm2nYWJ4Azjrx618b6va+J9P8P3F54w1L48+Hdf+y/6XrHnC70qNsfMzCHBWIHPQkgV9g/Ezwfp3j7wNqfhHVp7mCy1FFSWS2YLIu11cYJBHVR1FeZr+zrZvAdLvPih8R7zw+YxEdJl1k+S8fTy2IXlCOMccUAes+DJo7jwho08OqLqyPYQst+Ol18g/e/8C6/jXjv7UdzDZ+Pvg9dXD7IYvFAd2xnACrk8V7ZommWGi6PZ6RpdslrY2UKQW8KfdjjUYUD8BXjH7TAB+JHwZBGR/wAJWv8AJaaJnzcr5dz2XR9X03V7cz6beRXKDhtp5X6jqKvVyHivQGsnPiLw5GttqNuN8sUYwlyg+8pUd/8APpXRaDqVvrGkW2pW3+rmTdjup7g/Q5FaTgrc0djzcFjarqyw2JSVRK6a2ku6vqrPRrppq0y7RRRWR6gUUUUAFFFFABRRRQAUUUUAFFFFABRRRQAVyPxm8P6h4r+FXibw3pIiN9qOnS29uJX2pvYYGT2FddRQB8+eFR+094e8MaVoFr4X+HctvptnDZxPLeT72WNAgLYYDOBzgVpf2v8AtS/9Cn8N/wDwMuP/AIqvcaKAPDv7X/al/wChT+G//gZcf/FUf2v+1L/0Kfw3/wDAy4/+Kr3GigDw7+1/2pf+hT+G/wD4GXH/AMVR/a/7Uv8A0Kfw3/8AAy4/+Kr3GigDw7+1/wBqX/oU/hv/AOBlx/8AFUf2v+1L/wBCn8N//Ay4/wDiq9xooA8O/tf9qX/oU/hv/wCBlx/8VR/a/wC1L/0Kfw3/APAy4/8Aiq9xooA8O/tf9qX/AKFP4b/+Blx/8VR/a/7Uv/Qp/Df/AMDLj/4qvUPFHiO40jU7HT7PSX1G4u1dkVJghG3Geo9P5VT/AOEk8S/9CRdf+Bif4VqqM2k/1R5VXOsJSqypNybjo7QnKzsnuotbNHnf9r/tS/8AQp/Df/wMuP8A4qoIbz9pqG4luIfBPwwjml5kkS4nDP8AU7smui0H4z2mueJ7jw1pehS3Gq25kEkAuAPuHDYYrg4Poa6n/hJPEv8A0JF1/wCBif4VtWwGIoSUaseV762Whms/wT25v/BdT/5E87/tf9qX/oU/hv8A+Blx/wDFVXvbr9pi+VVvfA/wvuVQ7lE08zhT6jLcV6Z/wkniX/oSLr/wMT/Cj/hJPEv/AEJF1/4GJ/hWXsJ+X3r/ADH/AG7hP7//AILqf/Innf8Aa/7Uv/Qp/Df/AMDLj/4qj+1/2pf+hT+G/wD4GXH/AMVXon/CSeJf+hIuv/AxP8KP+Ek8S/8AQkXX/gYn+FHsJ+X3r/MP7dwn9/8A8F1P/kTzv+1/2pf+hT+G/wD4GXH/AMVR/a/7Uv8A0Kfw3/8AAy4/+Kr0T/hJPEv/AEJF1/4GJ/hR/wAJJ4l/6Ei6/wDAxP8ACj2E/L71/mH9u4T+/wD+C6n/AMiecyap+1FLG0cng/4aujDDK13OQR9N1R2l7+05ZwiG08FfDG3iHRIrmdVH4Bq9K/4STxL/ANCRdf8AgYn+FYOpfFZtO8XWPhS88M3MWsX6CS2t/tAO9fm53BcD7jdT2rSlgq1VtU43sr6NbLdiefYNb8//AILqf/InM/2v+1L/ANCn8N//AAMuP/iqP7X/AGpf+hT+G/8A4GXH/wAVXon/AAkniX/oSLr/AMDE/wAKwdK+Kz6p4r1DwtY+GbmbV9PUvdW/2gDywCozkrg/eXoe9EMFWqKThG6Wr1Wi7sP7ewa/n/8ABdT/AOROZ/tf9qX/AKFP4b/+Blx/8VR/a/7Uv/Qp/Df/AMDLj/4qvRP+Ek8S/wDQkXX/AIGJ/hR/wkniX/oSLr/wMT/Cs/YT8vvX+Y/7dwn9/wD8F1P/AJE87/tf9qX/AKFP4b/+Blx/8VR/a/7Uv/Qp/Df/AMDLj/4qvRP+Ek8S/wDQkXX/AIGJ/hVzwv4iuNX1K+0+70l9OuLNULo8wcndkjoB2H60nRmk3+qLpZ1hKtWNJOSctFeE43dm93FLZM8v/tf9qX/oU/hv/wCBlx/8VR/a/wC1L/0Kfw3/APAy4/8Aiq9xorI9U8O/tf8Aal/6FP4b/wDgZcf/ABVH9r/tS/8AQp/Df/wMuP8A4qvcaKAPDv7X/al/6FP4b/8AgZcf/FUf2v8AtS/9Cn8N/wDwMuP/AIqvcaKAPDv7X/al/wChT+G//gZcf/FUf2v+1L/0Kfw3/wDAy4/+Kr3GigDw7+1/2pf+hT+G/wD4GXH/AMVR/a/7Uv8A0Kfw3/8AAy4/+Kr3GigDw7+1/wBqX/oU/hv/AOBlx/8AFViap4W+O/jXx/4H1Pxlovg6w03w7rCX7tpt3IZGXgNw5OeB7V9GVXvr6zsYjLeXUFun96Rwo/Wmk2TOcYRcpOyLFch8Px9i1XxDoq8RWt4JYl/urIM4/SnXXjaG6la18NWFxrFz03IpWFD6sx/z71c8H6LeafJe6lq06TalqDq0/lj5ECjCqPpmt1FwhLm0ufPyxVPHY6hLCvmUHLmkvhs4tWvs25cuivtqdDRRRXOfRBRRRQAUUUUAFFFFABRRRQAUUUUAFFFFABRTZJI413SSIg9WOKzbvxFoNr/x8axYofTzlJ/IVSi3sjGriaNFXqTUfVpGpRXMT+PvCsZ2rqRmb0ihdv6VD/wnljJ/x6aPrd16eXaH+prT2FT+U86Wf5anb28W/J3/ACudbRXJf8JXrEv/AB6+DdVYdjKRH/Oj+2vGcv8AqfCMUQ9Zb1f5Cj2E+tvvQv7dwj+BTl6U5v8A9tOtorkjdfEGT7um6LB/vzM2PyNAh+IUnLXmhQewjdjR7H+8vvD+2L/DQqP/ALdt+bR1tFcl/Z/jxvveIdNj/wBy0z/MUHRfGrfe8Xwj/dsEo9lH+dfj/kH9q1umFqf+SL85nW0VyP8Awj3ixvv+NJAP9mzQf1o/4RvxP/0O1z/4CJ/jR7KH86/H/IX9pYv/AKBJ/fT/APkxfEH/ACUnw1/1yuf/AECpvip4kXwl8PtZ1/cFltrZvIyesrfKg/76IrEGn6lp/wARfD66jrMmps8dwULxBNmEORx1zXI/tSWniDxNJ4a8EaLpt/Nb316s17dRW7tFCoO1dzAYGNzMc/3RXqZdhKeIxlGnUa5N2+lk23+GhxZdiKnLi6jg4ydTZ2bT5IJbNrz3PHdH0a8+HOmfD34pu87Pf3sjahknHlOfl/76j3n8q+if2gvHeo+CPhwNb0GOOW6up44IJ2TekQdS2/HQ8LxnjJFeceOfgHr48E3aJ8Qtb1tNPtzNaaZNExjZkU7VVd5wcZAwO+K0bTWvG8n7POlK3gUa1cWb/YdU03VLOTzJIEHySIhwTxt5weckdK+rx1TDZlUoYrnjU5ZuMl8PutuUV71tFqu2yOijGph4zp2cbq666rR7feJ4I1z4rw69o93beKdG8faNfOG1CKzeFJLNDjJxlW4ySBz90gjpU/xn+IHieP4qWngHRPEVh4TtmtRNLql5GCHZgSACwwBxge+ea8wvtL0vxH4p0b/hU/gXxN4c1uG9VrqecMsEC9+Sx24P0yMjBzXp3xx1DyPGIg8c/DUeIvCq2/8Aoup2EDm6jYgZVmDAKAd3HHUGqqYWhHG05OnFtxl7toRknfRuN3CT7bXS8hRqTdGS5nutbtr77XXmdP8ACTXPH0C61D46kstT0qxiM1nrtm8RS4ReWGEPpyCQOh9q840rxz8SPH0V94k0nx54c8K2UE7pY6ZcvEJJgoyN+8E88DJ4zngCk+A3hW61Dxn4luNB0jWdC8Dajpj2og1LO6V3UAYBPOPmOecA4zzXNeFtO8P+A4Lvw38RfhPqOtarHcv9jvba2Mi3KH7oDZAxxxjPB5GRVU8HhYYivyxjKpaDSUY6Jr3vdlLlvtzWenS1wdWo4Qu2o663fy1Svbsd/J8YvEGo/s7X3i6ze3s/EOnXsVncMsQeNiXQbgpyPmVvzzisXxj45+Lvhvwj4Y+It5ruly6ZfLAr6bFbAb90e/LsR1YKfukbc4FXfFnh29uf2cNWOmfDr/hHLzUL23lXTLLzJ5nRZEw7rtyDjPGOB1pfjVoWuXv7M/gvTLPRtRub6AWfnW0Vs7yx4tnB3IBkYJwcjrUYWGAVWMY042lVlF35XaPKtL3eid7NMdSVZxbcndRT0utbi+K/GnxS8C+KPDeueINZ06+0fxBOqtplvAAtshKkorEBiwDj5s8kcioPjjJq8f7T/hBtBit5dTOnotsLgkRhmacbmxzgAlsd8VpftLaJrOp6X8PV03SL+9a2uAZxb2zyGIbYuW2g7eh6+lV/jjb+JrP9obwx4m0Xwzqesw2FjGzi3gYq2Hm3rvxtDbTwD3I9aWAlRn7GrGMVKUKqa0SdtI326deoV1Nc0W20pRff1L0Hiv4kfDz4n6HoPjrW7HXtJ8QyeXFcRQCIwSEheMAYALLkHPDcc1S+G11DY/tR/Ei9uG2w29hLLIfRVaEk/kKq6lqGpfGf4ueFXsfC+raZovh6cz3k+oQ+WdwZWK+mcooAyTySRgVpeDfDGp3n7QfxIF9pl9b6Zqmmz20d1JbusUm8xD5WIw3Geh7GonClTo1PbKMKjpe+o2X21bRaX5dbDTlKceVtxUtL+n5XMTSvHPxI8eQX3ibSfHvhzwtZwzOtjpdy8QeYKON5cE88DJ4zngCtqf4xeINQ/Z2u/F9i9vZ+ILC+jsrlliDxkl1ywVsj5lb884rgPC2n+HvAttdeG/iJ8JdR1rV47lxaXtvbGRblD90BsgY44xng9Miux8X+Hb64/Zw1L+zPh3/wjl5qF9bzDS7LzJ5nRXXDuu3IOAeMcDrXXisNgVWpx9kuT2kOV2gk4311TvJNbtrR7mdOpW5JPmd7O613+6yO7+C958TPEFza+KPFV1YxaDd6SgtbKLAlaU7D57ALgbgHIG7gMBiun8Of8lG8T/7lt/6BVn4WwT2vw18M211DJBPFpVskkcilWRhEoIIPIIPasQafdan408VWtpqU+nyMlt+9iAyfk6Hvj6EV8RjKsa2Iq2iopaKysrJr+rkZk50vqkopzlzt2vq37OpprojvUkjcsEdWKHawBzg+hp1efeG/A2tWVtPDN4kvLQmcsBavlZAQPmOec/4Vqf8ACH3x5bxhrmfaUCuCVKmnbn/A2w+Z5hUpqUsI0305o/53/A62iuS/4Qpn/wBd4o8QSeo+1YH8qP8AhAdLb/XalrE3+/dn/ClyU/5vwNvrmYvbDL5zX6JnVvLGgy8iKPc4qpNrGkw587U7KP8A3p1H9awU+H3hfOZLOaY/9NLhz/WrkPgvwtF93RbY/wC8C38zRal3f3f8EPa5tLalTX/b8n/7YvzHXHjHwvB/rNbtD/uNv/lmqL/EDw6W22zXl43pBbMc/nity30XR7cfuNKsY/8AdgUf0q6iJGu2NFUegGKL0l0f3/8AAD2WbT3qwj6Qk/zmvyOT/wCEv1G4/wCQd4R1eYdmmURD9c0fbPH15/qdJ0vTlPe4mMhH/fNddRR7WK2ivxF/ZmJqfxcVP/t1Rj+Ub/ich/wjvii9/wCQp4tliU9Y7KER/wDj3WrFl4F8PQSia4gm1CbvJdymQn8On6V09FDrz6O3poVDIsCpKU4c77zbn/6U3b5EdvBDbxCK3hjijHRUUKB+AqSiisT1klFWQUUUUDCiiigAooooAKKKKACiiuKuJtX8VazfafZ3z6ZpVjL5M0kX+umfuAf4R/nmrhDmvrZI4cdjlhVFRi5Tk7RS6vfd6JJbtnQaz4i0TSMjUNRgicf8swdz/wDfI5rF/wCEzub3jQ/DWp3w7SyL5Uf5mtTRvCmg6Th7awjebqZpv3khPrk9Pwrbq+alHZX9f6/U4/YZnX1qVY012iuZ/wDgUtP/ACU5H/i4F9/0CdJQ9uZXH9KP+EU1m6/5CfjDUpAeq2yiEfpXXUUe3kvhSXyH/YdCf8ac5+s3b7o2j+BykXw/8O7t10l3et3Nxcsc/litK18K+HLXHk6LZAju0QY/rmtmik61R7yZvSybL6LvChFPvyq/37kMFrawDENtDEP9hAP5VNRRWVz0IxUVaKsFFFFBQUUUUAFFFFABRRRQBxniy5t7P4g+HLi7nighWK43SSMFUZXAyTW9/wAJL4e/6Dmm/wDgSn+NWNS0nTNSZG1DT7a6MYIQyxhtueuM1U/4Rbw3/wBALT/+/C/4Vvz05RSlfQ8JYXMKFetOg4OM5c2vNf4Yx6f4R/8Awkvh7/oOab/4Ep/jR/wkvh7/AKDmm/8AgSn+NM/4Rbw3/wBALT/+/C/4Uf8ACLeG/wDoBaf/AN+F/wAKX7rz/A0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P+El8Pf9BzTf8AwJT/ABpn/CLeG/8AoBaf/wB+F/wo/wCEW8N/9ALT/wDvwv8AhR+68/wD/hX/AOnf/kw//hJfD3/Qc03/AMCU/wAaP+El8Pf9BzTf/AlP8aZ/wi3hv/oBaf8A9+F/wo/4Rbw3/wBALT/+/C/4UfuvP8A/4V/+nf8A5MP/AOEl8Pf9BzTf/AlP8awvCNzb3nj7xLcWs8c8LJbbZI2DKcJjgitr/hFvDf8A0AtP/wC/C/4Vb03SdM01nbT7C2tTIAHMUYXdjpnH1p89OMWo31Mnhcwr16M67gowlzac137so9f8RdooorA94KKKKACiiigAooooAKKKKACiiigAooooAKKKKACiiigAooooAKKKKACuR8JH7H4z8S6a/BklS7j91Yc/riuurkPHEU+lapZeLbSNpBajyb1F6tAT1/A1tR1vDueNnF6SpYtLSlK7/wALTjL7k+b5Fn4p+LofAfw/1fxdcWUl9FpkIla3RwjSZYLgEg4615TF8evG0umJqafAbxYbJ4ROtwblAnlldwfJXGMc5rW/aX13TNc/Zw8dNptyJhDaKj8Y/wCWiEH6f4GvNP2vfE97ov7K3g7R7GaSE61BZwXDISN0KW4dkJ9CQmfUZFZSi4uzPUoV6deCqUpKUX1WqIG/bf0JWKnwBqWQcH/iYR//ABNdfoX7SPiPXfD48QaN8FPEt/pW1m+1QXcbxgL97JC8YxyK9C+EXw28HaF8JdH0CPQdPuILjT42vGnt0drmR0BdnJHOST9BgDpXzd8AZT4J+N/xb+GWnzTnQ/sF/LbwM2RG0Rwp+uxypPfAz0pGp6X4P/aW8QeMNLfVPDHwU8T6tZJKYWntrpGUSAAlc7euGB/GrXiP9ofxZ4c0W41rXfgZ4r0/TrYKZrme4RUjBYKMnb3JA/GvGf2T4PjVqnwd1Gx+GGoaHolnaatLPLdXy+ZLdzGKL9ygKMqgBRknrvHIwa7+L436z4s/ZV8aa3rGj6S3iXw7cQ2d9bXNqs1rMTPGA7RNkd2GOgZMj2AOq0P9oHxjrmkW2r6R8CPFl7YXSCSC4huEZJFPcHbV3/hdnxC/6N88Zf8Af5P/AImuS8RfGzWfCX7Pnw7k0DTdITxR4qiSGziWBYLS25AZwgwqgFkAHTkk9MVnH4ofFv4W+L/Dv/Cw/Fvhbxh4e1u8FtcNpnl+bZM2Om1VOBnPIIIBGQcUAd9/wuz4hf8ARvnjL/v8n/xNI/xu+IEaNJJ+z94wRFBLM06AAep+Wsz4s/Eb4j698bB8H/hPc6bpd7a2X2rU9UvIhJ5WVBAUEMMAOn8JJLdgDVXQvEXx8ltPGnw/8TWVmNYsrLztM8TnT5F0+4QbDJGSFCljGzbcAEMCCOKAL+iftDeKtctWu9E+CXiLVLdX8tpbO/imQNgHaWQEZwQce4qLS/2jfE2qazqWj6d8EPFF3f6WyLfQRXKM1uzDKh8LwSAeK8p/Y21vxZ4R+CfjTxhHfaWfCumC8mNm8Z+0vfLBCUYNjHlkbRjOc16v+y7FdaF+y/qfjjzVn13WE1DWri5kG4yTLvClvUfu849z60Aaf/C7PiF/0b54y/7/ACf/ABNH/C7PiF/0b54y/wC/yf8AxNeTaR8Vv2g/FnwKv/iRpeseG9Os9DuJTdEWwNxdqgQlQhVkVVDeoJ556VP4k+Lnx6uvhFp3xq0y88OaX4dh8uGbSxD5sly3meS8rFl4UyZwqsCB69aAPUv+F2fEL/o3zxl/3+T/AOJo/wCF2fEL/o3zxl/3+T/4mrXj3x98R9W+EPhPXvhd4bW41XxFFBNNNMA0WnRsgZmYE4PJwCc8AnFedeFfil8VPBXx38O/D3x34r8OeMbTXWCtNpyIHtGdmVRlVTBDKMhgeD60Ad3/AMLs+IX/AEb54y/7/J/8TUV38dPHlpazXVz8APGEUEMbSSO06AKqjJJ+XsBWZ8TPiL8TPFXxuuvhJ8JbzTNIl0uzFxqmq3kQk2MQp2qCGAA3oPukkk9AKteBvFXxWl0/x/4I+KGiNJNpuk3Elnr9rZPFaXi+WQVDbQhOGBGMHhgRkUAVPCH7SviDxfpTar4Z+CnifVrFZTCZ7a5RkDgAlc7euGH51s/8Ls+IX/RvnjL/AL/J/wDE14X+y3B8bL/4I38fw01PQtD0+y1OeeS4vE8ye8l8uMmJAUZVUBV5OMl+vFfRH7JnxR1P4q/DKTV9chhj1WxvGs7l4U2pKQqsrgdiQ4yBxkfhQBx3iv8Aad1rwrNYQ+I/gx4l0uTUJDFZrcXSKZnGMhfl5PzL+Yrd/wCF2fEL/o3zxl/3+T/4muI/b4/5GL4Uf9hib/0O2rvfjhrHxqufG9n4a+HcVh4f0T7KZbzxJqCK0SSYJ2DcGxgAfwnJbsBQBD/wuz4hf9G+eMv+/wAn/wATR/wuz4hf9G+eMv8Av8n/AMTWP+zJ8VvGmv8AxM8TfDTxtqWka7d6NbmaHVtOVQkwV0RhlQFbO9SCFGCGBrkvhV8R/wBoH4uQeJ9M8M6n4a0ltLvAh1S5t8FFO8LEiBWBJxksRxjHegD0X/hdnxC/6N88Zf8Af5P/AImj/hdnxC/6N88Zf9/k/wDia5/4HfHnXrv4f/EC4+IMEFxq/gbd9oltlEa3X+sVVwOA2+MrkAA5HFYHhPxv+0lq3w9v/jAt54bm0A2txPDoTQ7ZBCm4eajBc5UgnDOdwTpzQB3/APwuz4hf9G+eMv8Av8n/AMTR/wALs+IX/RvnjL/v8n/xNbH7Jvj7xD8SPhMviTxNJbSX5v5oMwRCNdi7ccD6mua/aQ+KXjvwX8WPAnhbwemmzLr0gjkgu4+JHMyoo39UHzckA0AXf+F2fEL/AKN88Zf9/k/+Jo/4XZ8Qv+jfPGX/AH+T/wCJrzx/iP8AtAeGfjd/wq3WNS8MazquvWnm6ZOITFbWRYMfM4UOyqI5PlYEk459en+BXxI+JNr8dta+D/xMv9P1m8trU3Vvf2kKx4O1HC/KFBUpJ3XII70Abn/C7PiF/wBG+eMv+/yf/E0f8Ls+IX/RvnjL/v8AJ/8AE1y7/ED4w/F3x/4l0b4Sapo3hvQfDlwLaXUL6ESyXUoYjjKPgHa2AAOO+Tgb3wb+NGuvc+NvCfxQtbSHxH4Nt5Ly6uLIYiurdBksAeA3KnsCHHAwaALEvxv+IEUTySfs/eMVRFLMxmTAA6n7tYvg39prXfGWnS6j4W+C/ibV7SGUwyS2t0jqsgAO0nb1wwP41zvgPxr+0N8QvDmp/EzTJvD0fhZftCw+H5Y9slzEmQwSQIW3jBUMWALA8Yrh/wBnnxlrXgH9jjxx4q8PPAmpWfiKMRGaPenzi1Rsr34Y0Ae7f8Ls+IX/AEb54y/7/J/8TWF4v/ac1rwhFay+J/gx4l0lLuQxW7XN0iiRx2Hy9ea6jXviN4ls/wBkiP4lQyWo19tFtrwuYQYvMdkDfJ6fMeK8C/aU8Uar40+APwi8Ua20T6jf380k5ij2KSG28DtwBQB7l/wuz4hf9G+eMv8Av8n/AMTR/wALs+IX/RvnjL/v8n/xNZnx3+KvjJfivp/wl+HF9pGj6nLa/atQ1fUyvl2ylSQq7sjOMHoSSygDrVX4O/FLx5pnxnT4UfErV9D8QS31mbnTdX0zbtchWJVtoA5CP/CCCvcEUAWfDn7RvifxHbXFxoXwQ8UahFbXD207QXSN5UqfeRht4YehrU/4XZ8Qv+jfPGX/AH+T/wCJrA8OXzeBv24Na8L2zhNK8Z6YuomDOFW6VWJcD1Ply59d3tXpfwy8R/ErV/Hvi3TfGHhW20nQbC4ZNEvI0YNeR+Y4DMS7A/IEPAXrQByf/C7PiF/0b54y/wC/yf8AxNH/AAuz4hf9G+eMv+/yf/E17TrF42n6Td362dzetbQPKLe2QNLMVUnYgJGWOMAZ6mvijxH42uPiZ8UPFC+K/BHxau9L09baKw0PR42iewJQlmuY1PDuRlSe2fQUAe3f8Ls+IX/RvnjL/v8AJ/8AE0f8Ls+IX/RvnjL/AL/J/wDE10Pw4bw38M/hBJ4i1bVPE+n6RJ/p0yeKLgy3VnuwohxyRyBhRkkt6mse0/aO8LfaYZta8KeNfD+iXDqsGt6lpDRWbbuhLgnaD2OKAK3/AAuz4hf9G+eMv+/yf/E0f8Ls+IX/AEb54y/7/J/8TXo/xG+IXhfwFoEGsa5eSMl24isre0jM095IRkLEi/eJHfp71ynhD46+HdZ8SWfh7WvD3inwhqGoOU09de05rZLtuyo+SNx9Dj060AYf/C7PiF/0b54y/wC/yf8AxNH/AAuz4hf9G+eMv+/yf/E17nRQB4Z/wuz4hf8ARvnjL/v8n/xNH/C7PiF/0b54y/7/ACf/ABNdD46+N3h3w54kuPDOl6H4k8XazaBTe2ug2BufsgPQSNkAHHOOffFdF8MfiN4a+IVhdTaHJdQ3VjIIr7T72AwXVo5zhZIz0zg4IyOD6GgDzz/hdnxC/wCjfPGX/f5P/ia674I/E9viTDrwn8M3vh680S++xXNrdSh3Em3JBwBjHTFei14b+zJ/yP3xk/7HCX+RoA9yooooAKKKKACo7mIT28sDMyiRCpK4yMjHGakooE0mrM8G/aP8FaZ4e+AfjS90+6v97aeEdJJFKsPNTqNtM+M/wzvfih+zF4f0nSNh1ixsLK9sUcgCV1gCtHk8DcrHBPGQK6n9rX/k3Pxn/wBeS/8Ao1KvfDz4geA7fwB4dgn8beGopY9KtUdH1WBWVhEoIILcEVc5ym7yZy4PA4fBU/ZYeHLHeyPGvA/7TLeE/BVh4V8ceAvFieLtOthaLbxWQCXZjXarZYgrkAZwrdyM0fs5/Dzxez/ED4teNtMl07V/ElndLZ2DxkSokmXZivUZIRVBGcAk9RX0F/wsX4e5z/wnXhbP/YWg/wDiqP8AhY3w9/6Hvwv/AODeD/4qoOs+Rf2Y/itd/Bf4YalpvjDwH4q8i51GS40+4isSElmMcamJy+Nv3Uwec7jxxUeleD9c0T9jr4o+K/EOmyabd+KL22uo7aUFXWFbqMqSp5GWkfGecYPcV9fH4i/D09fHXhb/AMG0H/xVeX/tFx+Hfil4XtPDWlfGbwtoGnvMW1NTfwS/aYxtKLjzB0ZQeooA8X+IPgHUvEH7OHwf8Y6doMviCDQLYf2lp0W4vNbM6s2AvOPkIJHI3Z7VN4f/AOFI+L/Eel6H4B/Z61nVLuacJfSX93PaQ2K8ZZnDyZxzwdvT1OK+lvAPiH4ZeDvBWj+FrDx/4alt9LtI7ZJH1aDc+0YLH5+CTk/jW4PiL8Pf+h68Lf8Ag2g/+KoA+c/Hc9/8E/2rtU+J+qeHtV1Lwnr+m+TJdWMPmm3fbHkHJAB3QjgkZDZB4Ir0L4T/ABE8efFbXvFFxD4Z/sfwItm0OlS31q0V5czsoHXeVK/eJwMDKjJ5r0o/EX4ekf8AI9+F/wDwbQf/ABVH/Cxvh7/0Pfhf/wAG0H/xVAHyH8CNL8Sp8GfiF8FdY8F69YareW15qUF3cWzRwF0jiCRZI5YtGMYyCK9f/ZzvE1b9i37LZq8txbaTqVm8SrlvNBlIXHXJDLx7167/AMLG+Hv/AEPfhf8A8G8H/wAVXnfwzHgLwF408U3ekfEzwl/wjWuzrfR6YdThDWl0eJCjb8bG64xxgDtQB5X8GtD1q2/YW8baXcaPqEN/K975drJbOsr5SPGEIyc4PakvND1s/wDBOmDRxo+oHUw65s/sz+d/yEy33MbunPTpzX0z/wALG+Hv/Q9+F/8Awbwf/FUf8LG+Hv8A0Pfhf/wbwf8AxVAHyX8YbTxBbfCb4JWuvWutxeBYbK3XxHFZpIsiECPIkUcjCbtue+7vVCXQvDq/tE/DTV/hv4B1zR/CMN3CGv57CdVuX87LSEvlto3KNzY6HHAr7DPxF+Hv/Q9+F/8AwbQf/FUf8LG+Hv8A0Pfhf/wbwf8AxVAHzh4nvb34E/tT+I/iDrXh3V9R8J+JbIqL2wh83yJD5bMDkgA74zwSOGBGcYruvAXxC8ffE6x8eajN4YOk+CU0yeLRvtNo6X11KYz1+Ygj733V6soycGvVT8Rfh6Rz468LH/uLQf8AxVH/AAsb4e/9D34X/wDBvB/8VQB43+wtpep6X+z/AKnaanp15Y3DatdMsVxA0bkGGIAgMAccGqn/AAT00nVdH+F2vwatpl7p8r62zql1A0TMvkRDIDAZHBr2/wD4WN8Pf+h78L/+DeD/AOKo/wCFjfD3/oe/C/8A4N4P/iqAPCv25NI1bVNf+F76Zpd7erb6tK0xt4GkEY32/LbQcDg9fQ1yHxthsJP2rbn/AIXJY67e+CDYKuhw2kc7wPIUT5cRcklvNyBznbnivqT/AIWN8Pf+h78L/wDg3g/+Ko/4WL8Pf+h78L/+DaD/AOKoA+Z/2WdHk0v9qjxbeW3g3VfC+h3ekyLpttd2bxBU8yBlGTwGKqWIzkc55Brov2CtI1bSk+IH9qaXe2PnarG0X2mBo94/ecruAyOR0r3b/hY3w9/6Hvwv/wCDeD/4qj/hY3w9/wCh78L/APg3g/8AiqAPlz4K/D3WfEy/tAeG7zT7rTzrVxtsZrqB445JBPcsjAkDK7thOOxo8K+OPiN4Y+Bmp/CG++FOtx6vp+lXtu2oyqUso7YrIzSs+MHClsbSQxAwea+mdX8b/DbVNKu9NuvHnhsQXcLwyGPWYUbawIOGD5BwetfOV38O5V0658Lad+1ZpqeErkOslrcXsEk+xz8yF/NG4HvyAcnigDu/+CfoI/Z9jJBGdWuSPf7lY37TmkatfftL/B69stLvbm1tr6Jp5oYGdIgLqM5ZgMLxzzXp3ws1D4T/AA78C6d4R0Xx74ce0skP72XV7cvK7MWd2w2Mkk9OnSun/wCFjfD3/oe/C/8A4N4P/iqAPCPiJpGrTft7+B9Wh0u9k0+LSgsl2tuxhQ7LvgvjAPI79xTtF0jVl/4KC63q7aZerpz6SqrdmBvJY/ZYRgPjbnII69q91/4WN8Pf+h78L/8Ag3g/+Ko/4WN8Pf8Aoe/C/wD4N4P/AIqgD5k8Aa/N+zL488a6P4w8Ma7daBrN6t3pWpadbiZHXc21CSwGcOARnII6cg1ofCfwHr3xN8V/FP4k6tol1oNl4s0qfSdIgvQUlZHRV8xh2GI057knGcV9Fn4i/D09fHXhb/wbQf8AxVH/AAsb4e/9D34X/wDBvB/8VQB8vfAn4nax4A+HN18G9Q+H/iW58ZWj3UVlBDbAwyeYzMGdyRtQMzfMAQQAQaxPhF4D8U6v+xZ8QfDsei6hDqsusLdW9rNbMkkyxrbOQqtgnIRgMdxivrz/AIWL8Pc/8j34X/8ABtB/8VR/wsb4e/8AQ9+F/wDwbwf/ABVAHyVcfE658S/spy/C7Q/Anim51zTtLgs9RkNniC3WKRMtuzuLHC4TaD83tVD4p+HfEE/7MXwasYNC1SW6tbuY3ECWkhkiBc43KBlfxr7E/wCFi/D3/oe/C/8A4NoP/iqP+FjfD3/oe/C//g3g/wDiqAPmP9pjwTp+gftDwfEbxb4JvvFfgjVLNYtQSzDl7aZI9gY7WGOEQjJAPzdxWz8ALf4ZeJfilZ6j8PPgjqGl6Xp0ZuB4jv7yaHypCpAVIizrITnH3umTgY5+g/8AhY3w9/6Hvwv/AODaD/4qmt8Rfh+EPl+OvCu7Hy51aDGf++qAPDdRsR4n/wCCgdncWqmSLwxoKtduOiOySbRn1/0hePY+leq/DL4k6r4v8e+LfDV94MvtFttBuGht7+Z2KXwEjpuUGNQBhQ3Bb71c38GR4A8E/wBu6xrHxL8Jat4m8Q3z3mp3yalAikZPlxIC5IRQeB7/AEr0P/hY3w9/6Hvwv/4N4P8A4qgDW8U6xD4f8PX2tXFnfXkVnCZXgsoDNPIB2RByxr5X+HHxcs/D3xg+I3i2+8CeP20/xLLYvYrFobGRRDEyPvBYAckYwTX0l/wsb4e/9D34X/8ABvB/8VR/wsb4e/8AQ9+F/wDwbwf/ABVAHF/tA+H9Y+IXwn0rUPDOnzXF3Z31nrcekXq+Q14kfzG3kVvusQ3Q9xiuQ8f/ABS1j4heCNW8BaH8IPGg17VrRrKWPVNPEFpZmRcGRpScEL94HAyQOlex/wDCxvh7/wBD34X/APBvB/8AFUf8LG+Hv/Q9+F//AAbwf/FUAeR+N/BPinwXJ8LPFmn6ZdeMx4J097DULCDDTuHhVDcQqfvMpHTrgL7mqHxA8Q6x8dY9F8JeGfAHirRreDV7e9vdb1qyFotisLZPlZJLSHkDH/6va/8AhY3w9/6Hvwv/AODeD/4qj/hY3w9/6Hvwv/4N4P8A4qgCb4leI7vwj4G1XxHY6Dea9cWMPmJYWn+smOQOODgDOSQCcA8Gr/hPVJtb8M6brFxpl1pc17axzvZ3IxLAWUEo3uM4rK/4WN8Pf+h78L/+DeD/AOKo/wCFjfD3/oe/C/8A4N4P/iqAPGfDGtax8DPEfi/T/EPgbxLr2l61rc2rWWt6LZi6aUS4/dTDIKspGBnrk4GK6P4Mab4i8Q/F/wAT/FbVPDd74V07UdPg02y0+9AS5uRG243EyD7p4CgHnBP1r0P/AIWN8Pf+h78L/wDg3g/+Ko/4WN8Pf+h78L/+DeD/AOKoA6ivnL4FQ+I/+E/+MF1oN1b/ALrxdNvtZo+Juv8AF2Ney/8ACxvh7/0Pfhf/AMG8H/xVeX/srXdrfeMvi/eWNzDdW03i2R4poXDpIpBwVYcEH1FVGXK7nPicOsRTdNycfNOzXz/pPqev+FNfh1y0k3Qta3tu3l3Vs/3o2/w962a43xan9heJtO8TQfJFPILS/A6MrfdY/TH6Cuyq6sUrSjszjyzE1Zc+HxDvUpuzf8yesZfPZ+afQKKKKyPUCiiigCh4h0bS/EGjXOja1Yw32n3S7J7eUZSRcg4P4gVwv/Chvg7/ANE80L/vyf8AGvSaKAPNv+FDfB3/AKJ5oX/fk/40f8KG+Dv/AETzQv8Avyf8a9JooA82/wCFDfB3/onmhf8Afk/40f8AChvg7/0TzQv+/J/xr0migDzb/hQ3wd/6J5oX/fk/40f8KG+Dv/RPNC/78n/GvSaKAPNv+FDfB3/onmhf9+T/AI0f8KG+Dv8A0TzQv+/J/wAa9JooA82/4UN8Hf8Aonmhf9+T/jR/wob4O/8ARPNC/wC/J/xr0migDzb/AIUN8Hf+ieaF/wB+T/jR/wAKG+Dv/RPNC/78n/GvSaKAPNv+FDfB3/onmhf9+T/jR/wob4O/9E80L/vyf8a9JooA82/4UN8Hf+ieaF/35P8AjR/wob4O/wDRPNC/78n/ABrqvE3iVdFvrSyXTbu/nuldo0twCfl68VR/4TC+/wChO17/AL8VqqM2rpHl1s6wVGpKlOfvR30k7aX6J9GjD/4UN8Hf+ieaF/35P+NH/Chvg7/0TzQv+/J/xrc/4TC+/wChO17/AL8Uf8Jhff8AQna9/wB+KfsKnb8UZ/29gf5n/wCAy/yMP/hQ3wd/6J5oX/fk/wCNH/Chvg7/ANE80L/vyf8AGr2vfEiHQdLk1TWfDusWNlEVDzzRYVSxAGT7kgVNpnj59T0+31DT/C2tXNpcxrLDLHDlXQjII9jV/U63J7Tl93a/S/a4f2/gP53/AOAy/wAjL/4UN8Hf+ieaF/35P+NH/Chvg7/0TzQv+/J/xpfFfxc03wqlo2vaBrNkLuQxwb4fvsMcD8xW3/wmF9/0J2vf9+KcsFXjCM5Rsns+jtvYP7ewP8z/APAZf5GH/wAKG+Dv/RPNC/78n/Gj/hQ3wd/6J5oX/fk/41uf8Jhff9Cdr3/fisiy+K2nXviG68O2mi6pNq1ou+4tEjzJGvHJH/Al/MUoYOtNNxje2r8l5h/b+A/nf/gMv8iL/hQ3wd/6J5oX/fk/40f8KG+Dv/RPNC/78n/Gtz/hML7/AKE7Xv8AvxR/wmF9/wBCdr3/AH4qPYVO34oP7ewP8z/8Bl/kYf8Awob4O/8ARPNC/wC/J/xo/wCFDfB3/onmhf8Afk/41uf8Jhff9Cdr3/fij/hML7/oTte/78UewqdvxQf29gf5n/4DL/Iw/wDhQ3wd/wCieaF/35P+NH/Chvg7/wBE80L/AL8n/Gtz/hML7/oTte/78Uf8Jhff9Cdr3/fij2FTt+KD+3sD/M//AAGX+Rh/8KG+Dv8A0TzQv+/J/wAaP+FDfB3/AKJ5oX/fk/41uf8ACYX3/Qna9/34q/4Z8SLrV7eWbabd2M9oEMiXAAb5s44/D9aTozSu0aUc6wVapGlCfvS20kr6X6pdEcp/wob4O/8ARPNC/wC/J/xo/wCFDfB3/onmhf8Afk/416TRWR6h5t/wob4O/wDRPNC/78n/ABo/4UN8Hf8Aonmhf9+T/jXpNFAHm3/Chvg7/wBE80L/AL8n/Gj/AIUN8Hf+ieaF/wB+T/jXpNFAHm3/AAob4O/9E80L/vyf8aP+FDfB3/onmhf9+T/jXpNFAHm3/Chvg7/0TzQv+/J/xo/4UN8Hf+ieaF/35P8AjXpNFAHm3/Chvg7/ANE80L/vyf8AGj/hQ3wd/wCieaF/35P+Nek0UAebf8KG+Dv/AETzQv8Avyf8aP8AhQ3wd/6J5oX/AH5P+Nek0UAebf8AChvg7/0TzQv+/J/xo/4UN8Hf+ieaF/35P+Nek0UAebf8KG+Dv/RPNC/78n/Gup8FeCvCngq0uLXwpoVnpEFzIJJktk2h2AwCfwq7qPiDRNPB+2apaQkfwmQFvyHNYknjiG6Yx6BpGoatJ0DrGY4vxY/4VpGjOWyPOxGb4LDvlnUXN2Wsv/AVd/gXfiRAtx4I1NW/gi8xT6FSD/StXQ5muNFsbhuWlto3P1Kg1zB0HxB4ikRvE91Fa2IYN/Z9qfv46b27/h+ldjEiRxrHGoVFAVVA4AHQVU7RgoXuzmwKq18ZPFuDhFxUVfRuzbvbotdL6+SHUUUVie0FFFFABRRRQAUUUUAFFIxCjLEAepqnc6vpNtn7RqdnFj+/Oo/rTSb2M6lWnTV5yS9S7RXP3HjXwtBnfrVu3+5l/wCQqm3xB8PE4tze3Xp5Vqxz+eK0VCo/ss86pnmW03aVeF/8S/zOsorkv+E2aT/j18Ma9N6H7NtH55oPibxDJ/x7+C776yzqn9KfsJ/00R/b2Bfwyb9ITf5RZ1tFckNX8bSf6vwpbRe8l8p/lS/aviA/3dL0SL/fmdv5Gj2L7r70H9tUn8NKo/8AuHNfmkdZRXJbfiHJ/wAtNAh/CQ0fZPiA3XVtFX2WBj/MUex/vIP7Xk9sPU/8BS/OSOtorkv7O8eN18Q6avutpnFH9l+Ov+hosv8AwCFHsl/Mvx/yD+1av/QLU/8AJP8A5MPEH/JSfDX/AFyuf/QK62vPRba1bfEXw+Na1KG+Zo7jyzHCI9o2HOcde1ehU66soq/T9WY5JVdWeKnKLi3U2drr93Ds2vxCiiisD3jyz9q3/kh+s/8AXW2/9HpXSfBX/kkfhP8A7BNv/wCixXPftTQzXHwT1iKCGSaQy22EjUsT+/TsK4X4f/HTSfDvgfRNBuvCPiqW4sLGK3keKzXYzIoBIywOOPSvq8PgcRjckjChHmaqN/8AkqPMqVoUsY3N2XKvzZ0f7UfiJvD9v4XZdE0PVPtN+0eNTsxOIuF5TkbTz1p/xb+JHi/w38WtA8I+G9P0++TU7VX8mcFXaRnkUfPnCqNoJ4PANcf+0rqj+LvB/gDXdO0zUI4rq+eXyZYT5sY+UfMFzjpWx8Vba5k/aq8BXEdtM8KWqB5FjJVfnn6noK9DBYOisPQVaCbUa10+8dv6RjVqzc58j6w/EksPHvxM8JfFjRPCvj9tGv7TXmCwPp8ZXySzbRgkAkBsZDA8HOa5rTvFOk+Df2lviHr+szeXbQWDbVH35XP2faijuxroPjtbXMv7QXwzmitppIo7iPe6Rkqv79epHSuTvvh7b+Pf2jPHGm6pHdwQi1ea0nVSqCbZEqEnGGA3E474rswUMHOl7aslCM6L5uVW2qJaLvYyrOqpcsXdqWl/Q9O8G+PfF/8AwgOsfETxpZ2VhoyQNPpunwRMJ3TPyF3J/iyAOBnOemK4tfHfxtn8JN8RYZPDCaMI2uF0kjMpgB+9nr0H94HHOO1QeCm8Q+Lfg34o+Eus2txH4g0eIrZmVWAnSOQFVDHg4ZQo55BX3riPDs/wg0/wzBp3if4fa9P4wt0MU9qrToZ5QcZ4f5c9/l49DVYfLsPGda9FSkppWjFSXs7XTV5RtfrLVpk1K9RqPv2Vt27e916Pbses/E34z6rpvw28JeL/AAzbWg/tqUrPDcxmQptHzKuCOQwIz3rvvhdd/EC/k1a+8bWNrp9vPJG+l2kTKXhiIbIcjnd93OT1z0rxD466ELH4UeBbTSvC93o0f9oyTHTjK9y9vvBbDMcnPOcds47V9S14GbRwuHwNNUKa9+VTV6ySjJW1Ta20vrpszuwzqTrS55bKPpqtQooor5U9IK5Lw5/yUbxP/uW3/oFdbXACHVrjxp4rj0W8htbox22Hlj3D7nQen1wa3oq6kvL9UeFnVR06mFmouVpvRbv93U2vY7+ivO/DGjePobe6WTWIrRzcFmM8YmaQ4HzBvT/Ctf8AsrxyeD4ptFHqLFc0SoxTtzr8f8hYfOq9WmpvCVE309z9ZJ/gdbRXJf2L40b73jCMf7tglJ/wj3it/wDWeNJR67LNB/Wl7KP86/H/ACNf7TxL2wk/vp//ACZ11Fcl/wAIvrzf6zxrqJ/3YlX+tB8HXcn+u8Xa83+5MFo9nD+f8GP6/jnthX85Q/Rs62kZlX7zAfU1yf8Awglm3+v1rXJv968P+FKvw98O/wDLVbyb/rpdOf5UctL+b8P+CH1rM38OHivWp/lFnSTX9jD/AK68t4/9+VR/M1z/AIo8f+FfDttHPfanHKsknlhbb98wOCeQvQcdakh8CeFIvu6PG3++7t/M1x/xY0LRtPuPB4s9MtYRJ4ht0k2xj5lOcg+oq6cKMpJXZdKeZuS9pCCj5Sk3/wCkouj41eBScC41An0Fk/8AhSTfGjwei5ji1ib2WxYfzxW9448LXWraOlt4f12XwxNHJ5jT2VtGzOoB+Q5HA78HtWL+znrGq698KNP1LWr+a/vXnuFeeUjcwWVgOnoAK6fYUXh3XjrZpNX11vbpbo+p3RdR+7LR+X/B/wAjJufjlo65+zaHqknoZEK/yBrMm+NtxM22DTFtVP8AFLBLJj8gP5V2Hxd8ceGfDumy6Jq3iqbw7qN/bM1tcw2rzPEM43gKpHUHrW/Fb3Gr+A7e307xBdRTXWnx+TqqRDzSSgIl2sMAnrg+tUqcIU41J07KTsm729drP5anFVwFSq7fWJr05F/7bf8AE8tPxNN0P9K8VXdoD1W10SQ/qwpv/CV+Brg51XxB4tv/AFVreVVP4AUz4UfFfRtB8M6la/EDxp9o1KDWrm2iadS8zRIVVTtQEhc5P517H4b17RvEmmJqehalbahaMSBLC+QCOx7g+xrbGUKuEk1KD5U7XWifo+U545Jg6n8W8/8AFKUvwbt+B5jpvjb4T6eQ1vpd4XH8UmnSSH82BrbT4xeCUUKv9pqo6AadIAP0r0Wob+8tbCzlvL64itraFS8ksrhURR3JPArznUhN6pt+v/APTw+EoYaPLRgorySX5HA/8Lk8F/3tV/8ABfJ/hR/wuTwX/e1T/wAF8n+FX9A+K3w917WF0nS/FFlNeO22OM7kEh9FLABvwNdVrX/IGvf+veT/ANBNXVo+xko1abi/PT9DdO+zIfDes2PiDRLbWNNd3tLkExl0KkgMVPB6cg0VzHwG/wCSSaD/ANcpP/Rr0VzVIqM3FdGNHcUjsqKWZgqjqScAVymo+JNQ1DUZtK8K2aXMsLbJ7yY4ghPp/tH/ADzTE8FvfsJvEus3mpv18lW8qEfRR/8AWq/ZJazdvzPHlms60nDBU3UtpzX5YX/xat/9upmhqfjLw3p7GOXU4pZB/wAs4MyNn0+WqH/CX6jef8gbwrqdyD0knAhT8zW/pmi6TpigWGnW1uR/EkY3fn1q/RzUltG/r/wA+rZnW/iV1BdoRu//AAKV/wD0lHI7viDe9I9H0tP9omVx/Sj/AIRnxFdf8hHxjeYPVbWJYh+YrrqKPbtfCkvkH9iUZ/xqk5+s2l90eVfgckvgDRpCDfXWp3zdzPdMc/lir1t4L8LW+Nmi2zY/56Av/wChE1v0UnXqP7TNKeR5dTd40I37tJv73qUrbSdLtsfZ9Ns4v9yFR/SriqqjCqFHsKWis229z0adKnTVoRS9AooopGgUUUUAFFFFABRRRQBx/iaWOH4i+G5JpEjQRXOWZsAfJ6mul/tPTf8AoIWn/f5f8ar61oOkay8T6nYpctECELMRgHr0PtWf/wAIN4T/AOgND/32/wDjW7lTlGKlfQ8GOHzHD160qMYOM5c2spJ/DGPSL/l7mx/aem/9BC0/7/L/AI0f2npv/QQtP+/y/wCNY/8Awg3hP/oDQ/8Afb/40f8ACDeE/wDoDQ/99v8A40rUu7+5f5m3Pm//AD7p/wDgUv8A5A2P7T03/oIWn/f5f8aP7T03/oIWn/f5f8ax/wDhBvCf/QGh/wC+3/xo/wCEG8J/9AaH/vt/8aLUu7+5f5hz5v8A8+6f/gUv/kDY/tPTf+ghaf8Af5f8aP7T03/oIWn/AH+X/Gsf/hBvCf8A0Bof++3/AMaP+EG8J/8AQGh/77f/ABotS7v7l/mHPm//AD7p/wDgUv8A5A2P7T03/oIWn/f5f8aP7T03/oIWn/f5f8ax/wDhBvCf/QGh/wC+3/xo/wCEG8J/9AaH/vt/8aLUu7+5f5hz5v8A8+6f/gUv/kDY/tPTf+ghaf8Af5f8aab7STIJDeWJcDAbzVz+dZP/AAg3hP8A6A0P/fb/AONH/CDeE/8AoDQ/99v/AI0fuu7+7/gi583/AOfdP/wKX/yBsf2npv8A0ELT/v8AL/jR/aem/wDQQtP+/wAv+NY//CDeE/8AoDQ/99v/AI0f8IN4T/6A0P8A32/+NFqXd/cv8x8+b/8APun/AOBS/wDkDY/tPTf+ghaf9/l/xo/tPTf+ghaf9/l/xrH/AOEG8J/9AaH/AL7f/Gj/AIQbwn/0Bof++3/xotS7v7l/mHPm/wDz7p/+BS/+QNj+09N/6CFp/wB/l/xry/xHdeMD4m8TTeBUsbmYpb+YzMGcDZ/yzB+Unr1ruP8AhBvCf/QGh/77f/GtHRdB0jRmlbTLJLYygBypJ3Y6dT7mrhUp078uvr6+pjLD5jiK9GVeMFGEubSUm/hlHrFfzdzg/Dc/xPbwXoj6fFpkt20cv286wZVmEnmtjgdsf0rqPBz+OWubj/hLIdDjg2DyDYNIWLZ53bu2K6ais5Vea+iPdsct4wfx8t/EPCkOgyWnlfvTftIH8zJ6beMYx+tTeDX8aM91/wAJdDosa4X7P/Z7OSTzu3bv+A4x710dFTz+7y2QzlPFsnxCXVFHhaDw+9j5Q3G+aQSeZk5+7xjGP1q34Nfxg0d1/wAJdFo8b5X7P/Z7OQRzu3bvwxj3roKKHP3eWyA5HxTJ8Rl1dh4at/Dr6dsXab1pRLu/i+7xitHwc3ixrW4/4SyLSY5/MHkCwLlSmOd27vmt2ihzvG1kBx3iaT4lLrMw8O2/ht9NwvlG8aUS5wN2dvHXOPauT8cN4naDwgfFcemR3n/CU2/liwLlPL28Z3c5zn9K9drzz40f8fPgv/sZLb/2atqE7ySshM3vGvjjwn4R8mHxJrlrp0tyjGFJckuB1IAB9a8u/Zf8deEbbwFpHhW4160j1qW6nCWjEhmLSsygHGOQR3r2vUNM03Udn9oafaXezOzz4Vfbn0yOKhtNB0O0uFuLXRtOgmT7skVqisv0IGa6qWJw0cLKjKMrtp3urXV7dNtdSWpc1zzL9ozxp4Pt/A/iPwtdazZrrr2JWK0IJkywBUZxgEjB61p/Df4meA5fBNhap4nsPO0vR4ZL1CSDCqIisTkc4YgcZ613l9ouj30/n32k2F1LgDfNbo7Y9MkUltoei2yyrbaPp8IlTZII7ZF3r6HA5HtVfWsK8LGg4yune91von020DllzXPnf4D+OPhpobeJrjXrq0tL681i4lhvZ7dmWa3LZVVbBxjJJHH3hXc/CJrPVPit4p8SeE7Z4PCd1aQxGQQmKK6vFJ3SRqccBeCcck16eND0VbUWo0fTxbh94iFsmwN/exjGeBz7VfjRI0CRqqKBgKowBW2MzSlWdSVOLTmrO8rq2nSy1076CjBq1znJvG2hRfEGHwM0lx/bE1qbpFEJ8vYM8bvXAJ9OOueK5X9ouyurrwvpNy1nPqGjWOrwXWs2cCFnmtlJz8o+8AcEj/CvSjbwG5F0YIzOE2CXYN4XOdueuM9qkrgoYmFCtCrTjtvd7vrbt5dimrppngnxT8Z/DXxd4Cm8O+Fkh1fW7lUj0u1srJllgmyNrZ2jywvfnpxXsccV7B4KWHUpRLex6cFuZB0eQR4Y/ic1ftrCxtp5J7eytoZZPvvHEqs31IHNN1r/AJA17/17yf8AoJrTEYqnUpxpU4tJNvV3d3byWmglFp3ZyXwG/wCSSaD/ANcpP/Rr0UfAb/kkmg/9cpP/AEa9Fclf+JL1ZS2LXwnATwxJBgCSG8mST13bu/4Yrrq4/wANN/ZPjjWdGk+WO9IvrbPfP3wPx/lXF/tg65rug/CaC68O6zeaPezaxaW32m1fa6o7EEZp4j42++p4+QPlwMKPWneD9Yu34qz+Z7JRXxR+0vZfFT4VTeF7fRvjF4s1m4164mt1SeURBGXywuCD3Mnf0qkfAv7Z/wD0HNYP/cfg/wDi6xPZPuSivnr/AIVT4ytIbKPWf2jvFGn31xGp+zyzRAlyBlVy/wA2CccVPqPwl8V6aYhqP7SfiqzMpIj8+SOPefQZfnqPzoA9+or518S/DnWfDMKTeIv2ovEOkRyHCNe3EUIb6bnGav6d8H/GGpWcd7p37R3i68tpBlJoGjkRvowbBoA97or5u1DwLfafrK6Lf/tV63a6k/3bSa8gSU/8AL57itTUvhJ4s02NJNR/aS8V2aO21GuHjjDH0BZxk0Ae+0V4HqPwi8Xabbi41H9pDxZZwltokneONSeuMl8Z4NeWePZfEvhT4w+Hfh6/x08X3Y1hEaXURexIlnuZlw689lB5YcMKAPs+ivnjWvhnr2i6ampax+094k0+ycbkuLmeKONhjOQzOAeOeKk0D4XeJPEFiL7Qv2mfE+qWpOPOs5YpU/NXIoA+g6K+IPglceNfGo8ZXHif4+eIfDVj4dvktVuZbpFSTcZRlmdgAf3fT3NekeLfh5400z4b614x0j9obxXqsNhplxfQGKRGin8uNnA3qx4O3GRQB9L0V8k/s++FfiN8Tfhfa+Mb745eL9MkmmmjaGNg6KI3K5ySPTNdLo/gW+1nVJNL0j9qzW9Qv4jh7a2vIJJFP+6rk0AfSNFfI3xd8N/ELwhr3hbwrovxx8Y6r4j8SXywW1tIwRIoAf3kzkEnCj88H0rurj4S+K7a9jsbj9pPxVDdyLuSCSSNZGHPIUvkjg/kaAPf6K+cdO8AanqVne3un/tUa7d21iSLuaG7hdLfHXeQ+F6HrVrw/wDC7xH4h08ahoP7TPifVbMnAns5Ypkz6blcigD6Eor5s1fwTd6PqiaXq37V2s2F+52rbXF7BHIT6bTJmt5Pgr46eNZE/aF8aMjDcGCoQR653UAe60V83ab4Fv8AUtYfR9O/ar1u81JDhrSC8geUH02h815/8QNP+Jfhj4/+E/hnH8afFtxa67brNLeO4V4cvKuAucH/AFY/OgD7Ror500L4d6vr13cWmiftSeINTuLY4nitLmGV4/8AeCuSOtU/il8NviH4O+HWv+KYPjx4zu5dLsZLpIX2qshUZwSG4oA+l6K+T/gf4R+IHxA+Emm+OtT+PHi3SftQnaWMOpjiWOV0zuZhxhM81v6D4FvtevpbDQ/2q9b1O7iJEkFpeQSuuOuVVyaAPpGivAJ/hN4qt75bCf8AaU8VRXbrvWB5I1kZcE5Cl844PPsaqaB8OtY8QT3EGhftReIdUltjidLO5hmaM/7QVzigD6Kor518Q/DrWfDrwR6/+1F4h0p7hgsK3lzDCZCeMKGcZq3b/CbxVcXz2Nv+0p4qmu0Xe0CSRtIq8clQ+QORz7igD3+ivBr34OeNLG2e6vf2i/GFtAmN8sxREXJwMktgcmsm98BajY3NnbXn7VWuW896A1rHLeQK04PQoC/zDg9KAPo+ivB7v4NeNrO2kurv9onxjbwRKWkll2KiKOpJLYArH07wJf6jpz6jYftV63dWSS+S1xFeQNGsnPylhJgHg8e1AH0hRXgE3wn8VQ3UNpN+0p4pjuJ13QxPJGHkHqoL5I4PSqOm/D/VNSgvZ9O/an167isCftjw3ULrb467yH+Xp3oA+jaK+evD3ww8ReIrD7foH7TXibVbXcV86zmimTPplXIzXF/CXw38QvFviPxV4T1r44+MdK8ReHL4wz28bB0mgP8Aq5kJIOCOo7ZHrQB9c0V4YPgl49PT9oPxr/3yv/xVH/CkfH3/AEcF42/74X/4qgD3OsDxt4T0vxdY29nqrXSJbzieNreXy2DgEZz+Jryv/hSPj7/o4Lxt/wB8L/8AFUf8KR8ff9HBeNv++F/+Kpxk4u6A67/hT/hn/oJeIv8AwZNR/wAKf8M/9BLxF/4Mmrkf+FI+Pv8Ao4Lxt/3wv/xVH/CkfH3/AEcF42/74X/4qtfrFX+YVkdd/wAKf8M/9BLxF/4Mmo/4U/4Z/wCgl4i/8GTVyP8AwpHx9/0cF42/74X/AOKo/wCFI+Pv+jgvG3/fC/8AxVH1ir/MFkdd/wAKf8M/9BLxF/4Mmo/4U/4Z/wCgl4i/8GTVyP8AwpHx9/0cF42/74X/AOKrG1/4c+INB1TR9L1b9pLxla3etXJtdPjaMEzSBdxUYPHHc4GSB3o+sVf5gsj0f/hT/hn/AKCXiL/wZNR/wp/wz/0EvEX/AIMmrkf+FI+Pv+jgvG3/AHwv/wAVR/wpHx9/0cF42/74X/4qj6xV/mCyOu/4U/4Z/wCgl4i/8GTUH4PeGSCDqXiEg9QdSb/CuG+AreK9F+PHjrwPr3jfWPFNppWn2UtvLfvyGlXexC5IHXH4V79R9Yq/zBZGb4X0Sy8O6Da6Lp3m/ZbYFY/Mbc2CxY5P1JorSorJtt3Yzl/iFp7vYRa3ZSeVqOmN5sLBSd47oQOTmvBf2lPEt5rXwagttVhaG9i8R2LjMZUOhkbp9On5V9RV4Z+21/ySGw/7GGw/9DNa+1Xs+Rr0Z48ssnHHrF0qnKmvejbST2vvo7W1t0PP/wDgoVFdT6l8MYbGcW91JqVysMpGRG5a3Ctj2ODXTxfDP9phZlaT45WLIGBYf2coyM8/8s66f9pr4N6r8WT4Zl0nxFBok+hzzTLJJbmUsz+XtIwRjBj/AFrlz8Iv2hf+jgH/APBd/wDXrE9g6/8Aav8Ah3o/jv4VX1ze3UGnalokT31hqEjbRCyLllZuyMBg+hCntXg/7Ms978ffina+KPiDqVref8IZp8CWWmZ5nlyf9IZT1+YBmPdtg6DFe5fGH4V+NfiF8OfD/gqXxxDaW8EcP9u3RtmaXUXRVBIwQFBIZsHqdvpWXe/s/f2F8UPDvjj4Y6vaeGzptrHaXtlJbs8V7EoC/NtI5ZBhie4VutAHz/Ffw+Ofj/4/1fxh8M/E3xCjsLtrG0srAuEsY1kdF3hSCMhOO2dx611nwVufG3w1sPivdWvgzxR4c8LrpE+qaLBqsDYtrhAAFDHgnDZ9xGM9K9L8Z/BLx1pfxK1bx98HfGtn4evdbGdSsr638yCR85LD5XHJy3K5BJwcHFdX8L/hh4j07TPEP/CyfHGoeL73X4nt7mAyulnbxMCGWKLO1Sc9QBjAAA5yAeJ/s/fAXwP8Rv2eT4i8QRyy+Jtda7k/teSZ2e1kErorBdwVuU3HPXJ59M/9sPw5feEf2e/APhvUPETeIZbDVmhW/aLY0iCN9oI3N90YXr0ArqoP2evi9ofh/UPAHhb4qWMHgW/aUSQ3Nnm5SOT7yDCnqM52uoPJwMmu38f/ALO+i658BtJ+Gej6k1lLo0i3FlfTR7i83zby4HZy7dOnHXGKAOW/4KH/APJCNH/7Dtv/AOk89ecfF3wR4Vu/2n/hhp9xo8Ulr4i060m1aMyPi5cl1JPOR8qKPlx0rvfGX7Pnxa+Ifg200rx98VbO6uLGdGtIYLL/AEdUCspZyFRpJD8uCeg3dc113xl+A2qeM9a8K+JvDvjI+H/EHh2yjtIp/s3mK2w5Vh8w2kEt65z7UAcJ+0JY/C1fi94d0PVdP8VeLbzSNKS2s/CGjwGSCOIKdhdtwYEjaeCThVzxXP8A7IzNpf7VvjDRbDw/eeFNNl0l5jok8xka3IaAoGJJ5xIx9t+K9L1f4KfELTfitafErwX4w0Ya5caXDY6w2q2rukzrEkbzIF/veWrbeMHPPOK0/hZ8EfEXhH44an8StX8ZQa9Nqtk8F2Hs/Jcu/lklcEqFBjAC9lx6UAeKfslfDPwl8QvFnxGk8YWL6pa2OpqILJriRIg7vNmQhGGWAXAPYMaf8NRN4Um/aG+GenzXUvh7TtGv57NJH3CBlR1xn1KsAfXy67jw3+zv8UfA2qeINf8AAHxPsLDU9VuGYwTWG63kjLM2H3B8MC3DBT1PrXWfDP4B3Xhn4feOLHWPEY1TxX4ytZ4b/U2QmNC6OBgHlvmkZieM+gxQB853viXVND/YP0DTdMknhXWdfuLW6ki4JiDO5TPbcVH1AIqXxn4Lc+GtJb4c/Ab4heG/FGmTwzRasySOZSo5LjnknBG0Dn24r6F0r9nW0f8AZ0X4T69rSzzw3cl5balbwbfJlLllYKTyMMVIzyCelZFj8I/j/fpY6B4j+NKweHLN4wJNJjaG+ljUY2mQKrA44yXb1OaAOf8AB+qX/ib9uXTp9esp7a707wnCywXCbWhlktkdxt7ENPID7g1S/aH0Sw8SftueAdD1VJZLG80mOO4SOVozIm+6JXcpBAIGDg8gkV1vxZ0z/hXf7S/gP4lkyf2FqMA8P6ncSsX8lypWJ3Y885XJP/PM5612fjT4Q3niD9ojwx8U49at4LbRbRbd7JoCXlIM3IbOB/rR27UAfP1j8MvB0P7a1/8ADmDTpofCdxYLPPpcd1KsUxFusoVyG3Mof5sE9RXSfs0Wtl4L/am+KfhTSJTp/h20sZJ1hZyyQ+XJFtbLf3RI457V67H8Ib1P2m5fi9/bVubV7L7N9g8g+YD5IjzvzjtnpVHQPgdJafGDx94z1DW4rjTvF2mz2DWcUJWSFZfLyd+cHhD270AfMmoab8NNQ8GeNLzwz4I8bfEC/f7VcP4svkMEFowQsZNwbDAEF8MNxzj0rpm8Za5pH/BPSwa2vLkTXuoyaT5yn5o7cyyErnsNqFPo2K9H8I/AT4o6J4C1f4Zp8QtFtvCF5522W309mvZBIOUYsQqKeM4LHBIBFdR4a+AMMf7Ok/wi8R6xHdKZ5J4L+1hKmJy/mI21jyQ2QRnkccUAcs37LvgbUPhj4am8O30nhjxHDFbXZ11WeWR3KBmypkVRknIxjGBXJ/tG+H4/EH7Wvwx8OaxezzR3WjwQXk9uxhacebcb8EHKh8EHB6Mea6OT9n34teI9L0vwX47+KFlfeCNMliMdva22LmaOMYVWYqCMDgEs+OvavQfGPwYl1j45eC/iBYatbWWn+GbOO0GnmAszqjSEbWzgDEgHTtQB4v8AErwb4d+Ff7V/wrXwFYHRYdTnjiu4opnZZFaby2+8SeVYgjOOBX0R+0p/yQLxx/2Brj/0GsT4sfCG88bfF/wP46g1q3s4fDUySyWzwFmn2zCTAYHA6Yrufij4al8Y/DvXvC0F0lpLqljJarO6FljLDGSB1oA+U9HuPCa/sG+GLHxh4i1bR7C7vp1EelxLJcXjC5nIhCsQCP4jkgfKK8+8ew6NoXjj4bat4L+GfiHwDH/aaLHe6k7JLqG14fmCFjjAY5PQ78dq9/8AEH7NN/ffArwr4ItfE1qmu+GL2a7tL1oGEEpklZyrLkkdV55+705pfHfwL+J3xDvfDeueMviBoranotyJYrOz051tFGVY4JYOzsUGSQBgDAoA4349+HrHxV+3P4O8P6m1wtjeaOi3AglMbPGBdMybhyAwG047E1D4t8I6D8Lf2zvh1ZeBLNtGtNTt0F1BFM7I4d5Y2HzEnBUDjPUA17X4o+EF7rH7SPh74sJrVvDbaTZC2exMJLyHbMMh84H+tHbtS/Ef4Q3viv47eD/iRDrVva2/h+NEktHgLPNtkd+GBwPv46dqAPGPhd4R0L4zftK/FG++IljNqaaLci0sbKeZ0SOMSyRrwpBwFjGO2XJ6mm/s7+H7Pwr+3B408PadNPNZWWkSx25mlMjJHm1Kx7jyQoIUZ7KKf8VrXwXpv7QWuXvhr4raj8MPE0sanVvtdkfsl2GCkvG24AlhhsEEEgkEHNVv2QtNs7v9qPxrrnh/V7zXtFtdNaBtWudxe7mkeEtISf7zxysB6UAe1/tof8m0eLv9y2/9Koa8Y0X4I+A9T/Y+bxhfWc0/iMeH5dRj1KS5kLxtGrMkarnaEAULjHT3r2f9tD/k2jxd/uW3/pVDXjfgH4S/FjxZ8CPDmi+HfiZBZeDdZ09ZL2xu7bdNBuJLpG6ruaMnJ2llxkjkUAcb428YeIfFP7Mvwl8O6le3q22savLYX90W5miglWOMMx68PnnqY8nOK3f21vhB4H+Hvwy0fU/B9jLpbyalHaXMK3MjpdDypGWRwxI3qVOCMffNen/tBeA/hp4U/Z10Xwr4km1ey0vSZo47HVLK186W3uCGJldQQNrktkZHJGCDivnL45La6r4Q0PTF+M1z8TPEEupRwadaQowjtoCrAllyS0jMYhzzwevNAHpfxz0iz1/9pz4P6NqIlazvNDtIp1ilaNnQvLuXcpBAI4OD0JrPl+GPg6z/AG10+Hdnp01t4Vv9OE13psV1Ksc22AyhGO7cV3orYz1Fe6eKPgxqGufGDwF4+Gt21vH4ZsYLaa0MJZpihckhs4H3/TtVy5+EN7L+03bfF4a1bi1hsjbGw8g+YT5LR535x/FnpQB5J+zlplp4N/bM+IPgvw6r2egppxlS03llUhoGXk5PHmuB7Gtq+um0f/gobZxWcbBda0DZd7OjYichm/78J+leg+D/AIQ3mhftGeJfirJrVvNbazZm3SxWAh4ifJ5LZwf9Ue3euR+EdkfHv7U3jT4oRjdomixDQtMmH3Z5VAErKe4GH5/6aCgD0T4U/CXTvh94v8WeI7PWb++l8S3P2iaG4ChID5kj4THbMhHPoK9FldY4mkd1RVBJZjgKB3Nec/CjwL4u8K+L/FmreIvHF34gsdYufN0+zmeRlsE8yRtih2IHDqPlA+6K7fxPo9r4h8OaloN80q2uo2slrMYn2uEdSpKnscGgD5B8X/GDW9PvNQurf9oy2u760EzwWOn+EfMsZGXJWIze+AN3IGevevqb4R+J5/Gfwz8PeKrq3jt7jU7GOeaOM/KrkfNjPbIOK8kg+B3xMh8IzeB4vjH9n8LJZNaW1rbaFBFK8ZQqFkkHJHTcRksM9M16D8A/BPin4f8AgqPwz4j8T2muwWgWPTvIsRB9nhA+6Tkl+e559z2APQ68v+OfjjxDoV/4Y8GeC0sh4n8VXUkFpcXgJhtIo03SzFR94gEYH8+h2vB/hPxPo/xD8UeIdU8bXuraRqpjNhpMseI7HHXac/hwBnq2TzR8XPh3ZfEDTLAf2pe6LrOlXP2rStVsz+9tZcYPB4ZSOCvegDzDxdf/ABf+DOmR+NPEfjyz8ceHI7qKPV7SXS0s5beOR1TzIWQnOCw+U+vTuL19q/jbR/2rPDGjS+NrjUvDHiO0vLyPTDZxRpbLHCxVA4G5+cHJwfXNWV+DfjXxNfWcfxT+KE/ibQ7G5W4TSrXTI7OO5ZDlDOU5YAjO39a6T4vfDXUvFeu6F4s8KeJz4a8UaEs0dpdtaLcxPFKu10eNuPoe2Tx6AHGWl98QPDn7VWjeFtW8fXOu6Frdje36WT2EUC24XdsjyvLbcDnjPpXK/tQ+GPGVx8afh5Na/EK4tYNT1kxaVCNNib+yZAibpFOR5ufRsfWuos/gl8R4vipoHxAvfi1/ampWKGK6+1aUgQwsfnihjVgqAqSM9cnPtXoHxm+HMnjy20W80zXZNB17Qb0X2l36wLOscmMENG3DA8fl+FAFn4V+F/GfhqC+Txf8Qp/GDTsht2l06O1+zgA5A2E7s5HXpiu2rzT4e+B/iBp3iOHXvHHxSvvELwwvGmn21jHZ2eWH3nVfvkdicYr0ugDwfwLeWlp+2H8ThdXUMHmaXpip5jhdx8peBmveK8A8KaRp2sftcfFG31K1juI/7J0zbuHKnyl5B6g16Zo0134W1+Hw/fXElxpl5n+z55OWjYf8smP8vw/DWMFKOj1PLxGOq4WulWivZSaSkns3tzLs3omnva/c7Oiiisj1Arx79rrw94g8S/CmGy8M6PPq9/Dq9rc/ZoSAzIjEnk8V7DRQB4d/wuD4r/8ARu+v/wDg3h/+Io/4XB8V/wDo3fX/APwbxf8AxFe40UAeHf8AC4Piv/0bvr//AIN4v/iKP+FwfFf/AKN31/8A8G8X/wARXuNFAHh3/C4Piv8A9G76/wD+DeL/AOIo/wCFwfFf/o3fX/8Awbxf/EV7jRQB4d/wuD4r/wDRu+v/APg3i/8AiKP+FwfFf/o3fX//AAbxf/EV7jRQB4d/wuD4r/8ARu+v/wDg3i/+Io/4XB8V/wDo3fX/APwbxf8AxFe40UAeHf8AC4Piv/0bvr//AIN4v/iKP+FwfFf/AKN31/8A8G8X/wARXuNFAHh3/C4Piv8A9G76/wD+DeL/AOIo/wCFwfFf/o3fX/8Awbxf/EV7jRQB4d/wuD4r/wDRu+v/APg3i/8AiKP+FwfFf/o3fX//AAbxf/EV7jRQB8+eJPiH4+8SaNPo2vfsy6tqWn3GPNt7jVIXRsHI4KdiAavw/Fv4qQwpDH+zrr6oihVH9sRcAdP4K90ooA8O/wCFwfFf/o3fX/8Awbxf/EUf8Lg+K/8A0bvr/wD4N4v/AIivcaKAPDv+FwfFf/o3fX//AAbxf/EUf8Lg+K//AEbvr/8A4N4v/iK9xooA8O/4XB8V/wDo3fX/APwbxf8AxFH/AAuD4r/9G76//wCDeL/4ivcaKAPDv+FwfFf/AKN31/8A8G8X/wARR/wuD4r/APRu+v8A/g3i/wDiK9xooA8O/wCFwfFf/o3fX/8Awbxf/EUf8Lg+K/8A0bvr/wD4N4v/AIivcaKAPDv+FwfFf/o3fX//AAbxf/EUf8Lg+K//AEbvr/8A4N4v/iK9xooA+bPGHibxL4wEf/CUfso3WrtGMRvdX1u7oOuA3l5A9s1oeHfiD478OaeNP0D9l/UdKtAd3k2moW8SE+pCxjJ96+g6KAPn3xJ8RPiB4k0W40XXv2Z9Y1HTrkKJrafVYWR9rBhkbOxAP4VJofxK+I2h6RbaRpH7NetWVhaxiOCCLVoQkajoANnSvfqKAPBtR+KXxL1KylsdQ/Zs1i7tZl2ywz6nA6OvoVMeCK5rw3qmreG9TOp6F+yI+n3u4sLiG7thIpPXafLyv4Yr6eooA8O/4XB8V/8Ao3fX/wDwbxf/ABFH/C4Piv8A9G76/wD+DeL/AOIr3GigDwyX4ufFSWJ4pP2ddfZHUqw/tiLkHr/BWf4a+IXj7w1o0OjaB+zLq2m6fBny7e31SFEXJJJwE6kknNfQdFAHh3/C4Piv/wBG76//AODeL/4ij/hcHxX/AOjd9f8A/BvF/wDEV7jRQB4d/wALg+K//Ru+v/8Ag3i/+Io/4XB8V/8Ao3fX/wDwbxf/ABFe40UAeHf8Lg+K/wD0bvr/AP4N4v8A4ij/AIXB8V/+jd9f/wDBvF/8RXuNFAHh3/C4Piv/ANG76/8A+DeL/wCIo/4XB8V/+jd9f/8ABvF/8RXuNFAHh3/C4Piv/wBG76//AODeL/4ij/hcHxX/AOjd9f8A/BvF/wDEV7jRQB4d/wALg+K//Ru+v/8Ag3i/+Io/4XB8V/8Ao3fX/wDwbxf/ABFe40UAeC/Ai18aan8c/HHjrxR4Iv8Awrb6tp9lDbw3Myy5aJdpwy4z0z0716v8R9P+3eFLmSPi4tMXULDqrJzx+Ga6OsPxfrml6Xpc8V5cKZpYmSOBOZJCRgAL/WtKPNzrl3POzdUXgqsa8kotNXfp+fYv6DfDUtFs78Y/fwrIQOxI5/WiqHgG0ubHwfptreRmOdIvmQ9VyxIB98EUUqiSm0jbAVKlXC0p1FaTim/VrU3KKKKg6wooooAKKKKACiiigAooooAKKKKACiiigAooooAKKKKAOP8AGU2qzeKtG0jTtVl05LuOYu6IG5UZHBp//CNeJP8Aod7v/wABE/xqLWri3m+Jnh1IZ4pGjjuQ4RwSp2d8dK7KumU5QjFLt2XdnzOFwVHHYnEzqSk7TsrTmklyQdrRklu2cl/wjXiT/od7v/wET/Gj/hGvEn/Q73f/AICJ/jXW0VHt5+X3L/I7v7Cwf9//AMGVP/kjwrR/EXjC++Omq/DpvEciW1ja+et2IQXc7ImwVzj/AJaH8q9I/wCEa8Sf9Dvd/wDgIn+NeVeFP+T0fE3/AGDf/aVvX0C7bUZsE4BOBXs51GNCdFUopc1ODei3a1Zy4XJ8NUUnJz0bX8Spsv8At44fU7DUNLCf2l8SRZeYcJ9ojij3H0G5hmrUXh3xDLGskfjq5dGGVZbVCCPUHNeLfBXwnovxgvfE/jDx5Dcanc/2gbe3hed41t4woYABSMYDAY6ce9O+GOonwzqPxO+H9x4hutP0DSYZZLS+fLtYqW2Hb7/MuAO4yOa7q2TKPtKUKl6lPl5lyK2rS91q7dr9tehhDAYV8snGXLK9v3tTp3949YFvcnUf7NHxQiN7/wA++IfN/wC+d2avy+HvEEUbSS+OrmNFGWZrZAAPUnNfJ3irTfA8PwzN14X8M+KLu9gmRn8TXcLQQtmTGMbyuTkAYGc85r0f4ya1qmsfDf4WeG5724SPxGtt/aE6nmT5YlwT35kLYPUgV1VeHH7SlGnU0lJxfNFJrlXM3ZN9Nk7PuZxwmE5ZOSlok9KtTq7fzG/8Z/F+v+CfCFl4g0HxlFrqXF99kbaEKL8jsfmQnnK4xXoM2l6xa6al/qHxBezhKBmkmhjRFyM9S2K8K/ag+G3hrwP4K0q68MxXFlFNfCG5gNw8iTMInKyEMThhhhkY4Y074qalH4g+OkWg6/oeveINE0fT4iml6WhZ5HaJWMhAIO3L4LA54ArWnlGHxeGoyw8tP3jk3FczUXFJWva93prbqxSwFCnOUail0SXtKltb9ea57vp+kavqFstzp/xDe7gbpJBDG6n8Q2KZc6bqVtA1xcfEfyYUYK0kkcSqpPABJbAJrx/4N2+oaH8bk/4Rnwb4t0Hwnqlu0dzb6layBIpVVmDbjkAZUAEnPzEelYn7P/w+0nx1rXixtbur0Wen6qssdrBJsV5i8mHY45wAQB/tGuSpktOj7SpUrWhBRl8MW/ebVmk7Jpru0XHAYaXLGMZXba/i1LadfiPob/hGvEn/AEO93/4CJ/jR/wAI14k/6He7/wDARP8AGutor5T28/L7l/ken/YWD/v/APgyp/8AJHJf8I14k/6He7/8BE/xpvgubVYvFGt6TqOqy6itokJjd0C/eBJ4H+eK6+uL0u8tbHx94puLy4it4VjtsvIwA+5WkJyqRkmunZd0cGKwdDL8RhqlOUknNp3nNq3JN680mt0mdpRWBpnjDw7fpLJHqdvCschQefIsZfgcgE5xzVtvEnh9Rk63p3/gSn+NYOlNO1j2YZng6kVONWLXqjUorGbxV4bU865YfhMDUbeMPDC5zrdnx6Pmn7Kf8rB5pglvWj/4Ev8AM3aK55vG3hVc51q3P0DH+lQyeP8Awmn/ADFQ3+7C5/pTVCp/K/uMZZ3lsfixEP8AwKP+Z09FcmfiF4c/5ZyXkv8AuWr/AOFJ/wAJ5p7f8e+k61Of9izP+NP6vV/lM/8AWDLOleL9Hf8AI62iuS/4TC8k/wCPfwjrr+m+EJQfEXiiX/j38F3A95bpV/pR7Cf9NB/b2CfwuT9ITf5ROtork/7Q8eS/6vw/plv/ANdbvd/6DSeV8Qp/vXWh2g/2UdyPzo9j3kvvD+2Yv4KNR/8AbjX/AKVY62iuSOheMJ/+PnxgIh6QWaj9aT/hC5Zv+P8A8Ua5ceqrPsU/gKPZwW8/zF/aGMl/Dwsv+3pQX5Sk/wADqppoYV3TTRxj1ZgKy7zxR4dtM+frNkCOyyhj+QzWbD8P/DKtumtZ7pvWe4dv6itWz8N6BZ4Nvo9khHcwgn8zRakurf4Bz5tU2hTh6ylL8FGP5mRJ4/0RmKafDqGov2FtbMc/nimf2/4svuNN8KG3U9JL2YL/AOO9a62NEjXbGiqvoowKdR7Smto/e/8Ahg+o4+r/ABcTb/BFR/GXOzkDoni7Ux/xNvEaWUR6w6fHg/Teea09C8KaLo8v2i3tjNdd7idvMkJ9cnp+FblFKVabVtl5GtHJsJTmqsk5zXWTcmvS97fKwUUUVkeoFFFFABRRRQAUUUUAFFFFABRRRQAUUUUAFFFFABRRRQAVx3iG7vtf15vDOk3D21vAobUbpPvKD0jU+p/z0NdRqt2thpl1ev8AdgiaQ++BmsH4aWbQ+Gkv5/mutRdrqZz1JY8fp/Otqfuxc/u9TxcycsTXp4GLspJynbR8qsrX6czf3JmO2h6bofxA8NwabbiINFcb2ySzkJ1JPXrXf1xvjQahbeLdE1az0q61CO1jmEiwLyCwwOfxqT/hLdX/AOhL1f8AT/CtKkZ1Yxlvp382efgcVhMsrYijKLiue6ShK1uSC0smt0zrqK5H/hLdX/6EvV/0/wAKP+Et1f8A6EvV/wBP8Kz9hP8Apo9H+38D/NL/AMAn/wDInnvi74T+PJ/ixqvjrwj4t07R5b1FjXfAXdUEaKwOVK8lM10Xw/8ADHxa0zxPBeeLPHtnrGlKjiS1jtVRmYr8pyEHQ89a6D/hLdX/AOhL1f8AT/Cj/hLdX/6EvV/0/wAK9irmmMq0VRnGDSjy35Y3slZa7nLHM8ujPmjKe9/hqW+7lOAufhj4/wDCXiPVL/4W+JNNs9O1abzp7HUItwhck5KHa2RycdOOOcVPpfwRZfh/4n0zV9dN54i8SMst5qOw7FdX3ooHUru6+uegwBXcf8Jbq/8A0Jer/p/hR/wlur/9CXq/6f4VUs4zBxVmk9LtKPM+W1rvray/USzHLL7ytrpyzsr72908xu/hV8Ttb+GcXgXV/EXh2z06wWNLUWsEjNcBCNvmscYAHPyjJIGa6Lxl8JbrxF8KfDvh06nDaa74fiiFpeR7jEXRQpz3AIAPqCB1rrP+Et1f/oS9X/T/AAo/4S3V/wDoS9X/AE/wolnGPcoyjyx5ZOSsorV6P1v1uCzHLLNNyd1b4Z7f+AnlPjL4RfFPx7oFrD4t8Z6S91aTZghigIhClSGdiqgs5+XHGAM+tdT8Qvhj4huPF9j448C65baX4ht7UW063KFobhQuBng9sDkdh0Irrf8AhLdX/wChL1f9P8KP+Et1f/oS9X/T/Cm85x942UVGPMuVKPLaVrprqnYP7RyzX3pXdteWpfTb7JifDnwt8RofEb+IPHvjEXjCHy4dM08lLVTjG5hgBj6cdec8Uz4HfDjUvAFz4kl1DULS8GrXazxCBWGwAucNnv8AOOnpW9/wlur/APQl6v8Ap/hR/wAJbq//AEJer/p/hXPVx2LqRqQtFRnZNJRStF3VreZcc1y6Li+aV1f7M+v/AG6ddRXI/wDCW6v/ANCXq/6f4Uf8Jbq//Ql6v+n+FeZ7Cf8ATR0f2/gf5pf+AT/+ROurh7DTbHVPHnii11C1iuIilt8rrnB2dQex9xVr/hLdX/6EvV/0/wAKZ4KGoXHirXNVvNKutPjukgEazrydoIPP+etaQhKnGTfbv5o8/GYzDZjiMNSgnJKbbTjJK3JNa3SW7Rc0vwN4bsY5Yzp8V0ryF1NwgdkGB8oPpx+tXF8K+G1ORoen/wDfha2aKxdao3dyZ7FPKMBSioxoxSX91GUvhvw+owui6eP+3df8KkTQtFXG3SLAY/6d0/wrRope0l3N1gcLHanH7kVE0vTExs06zXHTECj+lTR2ttH/AKu3hT/dQCpaKnmfc1jRpx+GKXyECqvRQPoKWiikahRRRQAUUUUAFFFFABRRRQAUUUUAFFFFABRRRQAUUUUAFFFFABRRRQAUUUUAFFFFABRRRQAUUUUAFFFFAGB8RNw8E6rs5PkH8sjP6VoeHdn/AAj+neXgp9lj249NoqxqFrHe2M9nMMxzxtG30IxXM/Dy+kt4JvDGoELf6Ydi5/5axfwsPbH9K2XvUml0Z4tWSoZrCc9qkOVP+9Ft2+abt/hOtoorxj9qLX/GGkjwNpPg3xI/h+71/wARRaZLdrbRz7UkUjO1wQcHB4x061ie0ez0V4X/AMKy+PX/AEcM3/hMW/8A8VXzv4g+Knxs0X43S/De7+LFwIYtUi0+TUxo9thd5UCQx7egLDjd+NAH35RXx7+0TqHxw+D/AIXsNXm+N02sz3139nitU0C2hOAjMz7vm4GB271q/Ay0+O/xQ+HNn4wj+OMmlC5mlj+zN4ftptvluVzu+XOcZ6UAfVtFfP8AZ+B/jNeXUtrZ/tMWtxcQnEsUXh+0d0P+0A2R+NWz8NPjwGCn9oggnoP+EZtv/iqAPdaK8BtvAfxqukme2/aVt5kgYrM0fh21YRkdQ2G4I96fYfD/AON2oWy3Vh+0jDdwNnbLD4ctXQ/QhsUAe90V4DqHgT41acIzqH7S1taCRtqGfw9apub0GW5NWR8NPjwUDj9oglSMg/8ACM22Mf8AfVAHutFeCTfD743wywxTftIxRyTsVhVvDlqDIQMkKN3JwCeKmX4Z/Hlhlf2iCR6jwxbf/FUAe60V4Uvw0+PLfd/aIJ+nhm2/+Krm/Eq/GX4d+Pfh9Frfxek8Safr3iGHT7m1GiwWw8skFvmGTyMjjH1oA+maKKKACiiigAooooAKKKKACiiigAooooAKKKKACiiigAooooAKKKKACiiigAooooAKKKKACiiigAooooAKKKKACiiigAooooAKKKKACiiigArn/Ffh5tTkh1HT7j7Fq1rzBOBww/uN6iugoqoTcHdHNi8JSxdJ0qqun96fRp9GujOJPjptKtpIPEmmT2eoRLlQozHcf7jdPz/OvNv2h9WsNa1r4O3unziWI+OLMH+8p9COxr3HXNJstZsTZX8bSQFgxUMVzg56jmvDv2jNH0vSPEvwhj02xhtg3jiz3FF5b6nqa0nKk46Kz/A87CUMzo4nlqVIzo23atO/y0frpft39/r8+/iR4ffxB8aPjqsAP2rTdOOp27KOVaCe2ZiP+Ab6/QSvDvB3wX1fTfjx4+8b6tfaZPoniiwms47aJnM6iQxZ3gqFxhG6E9RWJ7R5D8WvEKfFfUNGuFbzbbQvhrf6/dDqFup7Yx7T7hgprlJPGWr+Fv2E/Dthot1cWk+t61c2k08BIdYRJIzKCOQWwB7jIr1/4N/s4+IvBfgf4g6Tqes6Veal4i0l9M06aOSRo4Iykg+csgIG51JCg9K0bD9nO7vP2Zbb4W69q9lHrFleyX1nf2m94o5S7Fc7grEFWKnjjORnFAHz14o0fw5omj6Pqnwl8C/FjSPGOmzxSG+vNNkEVwAPnLBWbBzjgAAgkGvRPjhC/jL9qX4SwX73+mjV9AtXuVgdoJohI07OmeqHBKnuOe9d3YeD/wBqTVBY+H9b8d+H9G0m0eMTappqlry4jUY4ymMn328889K6Xx78INe179oXwR8RLPVLH+y/D1nHb3MdzI5uZirSncMJtOfMHUjnNAHg1p8MPD2mftf3nwn0261az8Iarp6y39jFfODcKsHmiNnzuK71B656jNdX+zNap4B/al+I/wAP9FmuR4btLF7qO1kkL7WRoSpGe4ErLnqRjNeoyfCTXm/auj+LQ1DTP7HWx+zm23v9p3eQY8427cZOfvdKPAnwk17Qf2l/FvxOu9Q0yXStas2t4LeNnM6EmE5YFQuP3TdGPUUAeOfs/eAtE/aIm8WfEL4mTajqlx/ajWdlbLdPDHaRhFcBQp4wHUAdPlJOSc1B8P8AV9U0Lwn8evhHNqV3qOleHNKv20qS4O54YwsiFN3ococdMhsYzXeJ8I/i/wDDPxLrc3wY13QZNA1u6+0vp+rKd1pIepUgYIGcZznAAIOM1t+BPgRqmh/DLx7a6rrlvqfjXxraXCX1+wZYEeRHCqOM7Qzkk4+g4FAHnX7H/wAHNF8W/DnRfHHiTVtUvJoDfWdhYrKq20EMnmxSArglmYu7ZBH8PpVD4J+M7z4U/Cf4w+DdUuWGpeE55WsSx+8037lCPbzAjf8AA6+if2cPAWqfDT4T6d4R1m7s7q8tZp5HltGYxkPIzDBZQeh9K+afjj4X0D4ifteaLovhPWrfUbbW4YH8RLZTCSNFgclw7Kcbtka8djjuaAPef2OvBcng34H6UbxHGpayTqd2XzuzIBsBz6IE/EmqP7Tn/I8/Bz/scoP5Cvb4Y44YkiiRUjRQqqowAB0ArxD9pz/kefg5/wBjlB/IUAe40UUUAFFFFABRRRQAUUUUAFFFFABRRRQAUUUUAFFFFABRRRQAUUUUAFFFFABRRRQAUUUUAFFFFABRRRQAUUUUAFFFFABRRRQAUUUUAFFFFABRRRQAV4d+1jb62snw81vRvDesa+NF8UQ6hc22mWrTS+XGpJ4A4zjGTgZNe40UAeHf8L91r/ohXxQ/8FP/ANej/hfutf8ARCvih/4Kf/r17jRQB4d/wv3Wv+iFfFD/AMFP/wBej/hfutf9EK+KH/gp/wDr17jRQB4d/wAL91r/AKIV8UP/AAU//Xo/4X7rX/RCvih/4Kf/AK9e40UAeHf8L91r/ohXxQ/8FP8A9ej/AIX7rX/RCvih/wCCn/69e40UAeHf8L91r/ohXxQ/8FP/ANej/hfutf8ARCvih/4Kf/r17jRQB4d/wv3Wv+iFfFD/AMFP/wBeuO8D+LvDngnVbzVvDH7M3xGsNQvSxuLkaW8kjbm3MNzsSATzgYFfUVFAHh3/AAv3Wv8AohXxQ/8ABT/9euN8beLvE3xM+Ifw1jt/hT470SDSPE0F5dXWpaYyRLHkAksM4x1JOBX1HRQAUUUUAFFFFABRRRQAUUUUAFFFFABRRRQAUUUUAFFFFABRRRQAUUUUAFFFFABRRRQAUUUUAFFFFABRRRQAUUUUAFFFFABRRRQAUUUUAFFFFABRRRQAUUUUAFFFFABRRRQAUUUUAFFFFABRRRQAUUUUAFFFFABRRRQAUUUUAFFFFABRRRQAUUUUAFFFFABRRRQAUUUUAFFFFABRRRQAUUUUAFFFFAH/2Q==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365125" y="1075174"/>
            <a:ext cx="300107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Linker combines several object (.o) files into a single executable (“</a:t>
            </a:r>
            <a:r>
              <a:rPr lang="en-US" sz="1800" u="sng" dirty="0">
                <a:solidFill>
                  <a:srgbClr val="92D050"/>
                </a:solidFill>
              </a:rPr>
              <a:t>linking</a:t>
            </a:r>
            <a:r>
              <a:rPr lang="en-US" sz="1800" dirty="0"/>
              <a:t>”) 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Executable files are stored on disk. When one is run, loader’s job is to load it into memory and start it running.​</a:t>
            </a:r>
          </a:p>
          <a:p>
            <a:pPr fontAlgn="base"/>
            <a:r>
              <a:rPr lang="en-US" sz="1800" dirty="0"/>
              <a:t>​</a:t>
            </a:r>
          </a:p>
          <a:p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536" y="762400"/>
            <a:ext cx="3475021" cy="3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007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Compile &amp; run a C program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90" y="1239420"/>
            <a:ext cx="7943935" cy="2750690"/>
          </a:xfrm>
        </p:spPr>
        <p:txBody>
          <a:bodyPr/>
          <a:lstStyle/>
          <a:p>
            <a:pPr fontAlgn="base"/>
            <a:r>
              <a:rPr lang="en-US" sz="1600" dirty="0" err="1"/>
              <a:t>gcc</a:t>
            </a:r>
            <a:r>
              <a:rPr lang="en-US" sz="1600" dirty="0"/>
              <a:t> </a:t>
            </a:r>
            <a:r>
              <a:rPr lang="en-US" sz="1600" dirty="0" err="1"/>
              <a:t>hello.c</a:t>
            </a:r>
            <a:r>
              <a:rPr lang="en-US" sz="1600" dirty="0"/>
              <a:t> –o hello​</a:t>
            </a:r>
          </a:p>
          <a:p>
            <a:pPr fontAlgn="base"/>
            <a:r>
              <a:rPr lang="en-US" sz="1600" dirty="0"/>
              <a:t>./hello​</a:t>
            </a:r>
          </a:p>
          <a:p>
            <a:pPr fontAlgn="base"/>
            <a:r>
              <a:rPr lang="en-US" sz="1600" dirty="0"/>
              <a:t>Compiling Options​</a:t>
            </a:r>
          </a:p>
          <a:p>
            <a:pPr fontAlgn="base"/>
            <a:r>
              <a:rPr lang="en-US" sz="1600" dirty="0" err="1"/>
              <a:t>gcc</a:t>
            </a:r>
            <a:r>
              <a:rPr lang="en-US" sz="1600" dirty="0"/>
              <a:t> –help​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Why do we need to prefix ./ while running a program?​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69603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Environment Variables​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Dynamic variables that are accessed by processes and it can affect the output of a process​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 Setting 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env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. variables in .profile file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​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PATH=$PATH:.​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Setting  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Env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. Variables using script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​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Edit the file .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bash_profile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​</a:t>
            </a:r>
          </a:p>
          <a:p>
            <a:pPr marL="603250" lvl="1" indent="0" fontAlgn="base">
              <a:buNone/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03250" lvl="1" indent="0" fontAlgn="base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export  PATH=$PATH:.​</a:t>
            </a:r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84095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</TotalTime>
  <Words>1696</Words>
  <Application>Microsoft Office PowerPoint</Application>
  <PresentationFormat>On-screen Show (16:9)</PresentationFormat>
  <Paragraphs>273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Wingdings</vt:lpstr>
      <vt:lpstr>Arial</vt:lpstr>
      <vt:lpstr>Symbol</vt:lpstr>
      <vt:lpstr>Calibri</vt:lpstr>
      <vt:lpstr>Helvetica Neue</vt:lpstr>
      <vt:lpstr>Times New Roman</vt:lpstr>
      <vt:lpstr>ＭＳ Ｐゴシック</vt:lpstr>
      <vt:lpstr>Segoe UI</vt:lpstr>
      <vt:lpstr>Simple Light</vt:lpstr>
      <vt:lpstr>Bachelor of Science (Honours) in Data Science and Artificial Intelligence</vt:lpstr>
      <vt:lpstr>Week 1: Learning Objectives</vt:lpstr>
      <vt:lpstr>Computer System Fundamentals  </vt:lpstr>
      <vt:lpstr>Computer Systems:</vt:lpstr>
      <vt:lpstr>Hardware</vt:lpstr>
      <vt:lpstr>Inside system unit​</vt:lpstr>
      <vt:lpstr>The Von Neumann Architecture</vt:lpstr>
      <vt:lpstr>Random Access Memory​</vt:lpstr>
      <vt:lpstr>Memory Size / Speed​​</vt:lpstr>
      <vt:lpstr>Computer Systems:</vt:lpstr>
      <vt:lpstr>Four Components of a Computer System​</vt:lpstr>
      <vt:lpstr>What is an Operating System?​​</vt:lpstr>
      <vt:lpstr>Four Components of a Computer System​</vt:lpstr>
      <vt:lpstr>Machine language​</vt:lpstr>
      <vt:lpstr>High level language​​</vt:lpstr>
      <vt:lpstr>Computer System Fundamentals  Algorithms and Flowchart</vt:lpstr>
      <vt:lpstr>Steps to solve a programming task</vt:lpstr>
      <vt:lpstr>Steps to print the largest of two values</vt:lpstr>
      <vt:lpstr>Steps to print the largest of two values</vt:lpstr>
      <vt:lpstr>Starting with C  Your first program, Hello World!</vt:lpstr>
      <vt:lpstr>Your First C Program​</vt:lpstr>
      <vt:lpstr>Compile &amp; run a C program</vt:lpstr>
      <vt:lpstr>Anatomy of “Hello World” Program​</vt:lpstr>
      <vt:lpstr>Anatomy of “Hello World” Program​</vt:lpstr>
      <vt:lpstr>Anatomy of “Hello World” Program​</vt:lpstr>
      <vt:lpstr>Anatomy of “Hello World” Program​</vt:lpstr>
      <vt:lpstr>Anatomy of “Hello World” Program​</vt:lpstr>
      <vt:lpstr>Starting with C  Algorithm to Code</vt:lpstr>
      <vt:lpstr>Print the largest of two values (Review)</vt:lpstr>
      <vt:lpstr>Print the largest of two values (Review)</vt:lpstr>
      <vt:lpstr>Starting with C  Compiling a C program</vt:lpstr>
      <vt:lpstr>Steps in compiling</vt:lpstr>
      <vt:lpstr>Steps to execute a program</vt:lpstr>
      <vt:lpstr>​​</vt:lpstr>
      <vt:lpstr>Compile &amp; run a C program</vt:lpstr>
      <vt:lpstr>Environment Variables​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Ashok Singh</dc:creator>
  <cp:lastModifiedBy>Ashok Singh Sairam</cp:lastModifiedBy>
  <cp:revision>41</cp:revision>
  <dcterms:modified xsi:type="dcterms:W3CDTF">2025-08-28T07:38:37Z</dcterms:modified>
</cp:coreProperties>
</file>